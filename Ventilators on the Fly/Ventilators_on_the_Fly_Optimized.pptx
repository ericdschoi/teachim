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47" r:id="rId2"/>
    <p:sldId id="351" r:id="rId3"/>
    <p:sldId id="339" r:id="rId4"/>
    <p:sldId id="343" r:id="rId5"/>
    <p:sldId id="344" r:id="rId6"/>
    <p:sldId id="345" r:id="rId7"/>
    <p:sldId id="346" r:id="rId8"/>
    <p:sldId id="366" r:id="rId9"/>
    <p:sldId id="348" r:id="rId10"/>
    <p:sldId id="350" r:id="rId11"/>
    <p:sldId id="359" r:id="rId12"/>
    <p:sldId id="360" r:id="rId13"/>
    <p:sldId id="361" r:id="rId14"/>
    <p:sldId id="349" r:id="rId15"/>
    <p:sldId id="352" r:id="rId16"/>
    <p:sldId id="353" r:id="rId17"/>
    <p:sldId id="354" r:id="rId18"/>
    <p:sldId id="355" r:id="rId19"/>
    <p:sldId id="356" r:id="rId20"/>
    <p:sldId id="367" r:id="rId28"/>
    <p:sldId id="368" r:id="rId29"/>
    <p:sldId id="36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810968-D91D-C19B-3655-B4D2DE7FDBEE}" name="Yilin Zhang" initials="YZ" userId="S::Yilin_Zhang@valleymed.org::40a11026-a9ab-441d-8256-d37e38926e9e" providerId="AD"/>
  <p188:author id="{FC8CB0A2-60BB-697C-F66C-B9BA586536BC}" name="David Scudder" initials="DS" userId="34102be6c98c77eb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Scudder" initials="DS" lastIdx="1" clrIdx="0">
    <p:extLst>
      <p:ext uri="{19B8F6BF-5375-455C-9EA6-DF929625EA0E}">
        <p15:presenceInfo xmlns:p15="http://schemas.microsoft.com/office/powerpoint/2012/main" userId="34102be6c98c77e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28F"/>
    <a:srgbClr val="FFFFFF"/>
    <a:srgbClr val="FFDBDC"/>
    <a:srgbClr val="FFA6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83546"/>
  </p:normalViewPr>
  <p:slideViewPr>
    <p:cSldViewPr snapToGrid="0">
      <p:cViewPr varScale="1">
        <p:scale>
          <a:sx n="85" d="100"/>
          <a:sy n="85" d="100"/>
        </p:scale>
        <p:origin x="852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8/10/relationships/authors" Target="authors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B157D-A3F7-514F-AD77-DEA6B47364FB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38DB5-DE54-E84D-B150-DC9EA140D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20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David Scudder, MD - Resident, Departments of Medicine and Pediatrics, University of Colorado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Kaitlyn McLeod, MD - Resident, Department of Medicine, University of Colorado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 xml:space="preserve">Arun </a:t>
            </a:r>
            <a:r>
              <a:rPr lang="en-US" dirty="0" err="1"/>
              <a:t>Kannappan</a:t>
            </a:r>
            <a:r>
              <a:rPr lang="en-US" dirty="0"/>
              <a:t>, MD - Assistant Professor, Division of Pulmonary and Critical Care Medicine, University of Colorado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Trevor Steinbach, MD - Assistant Professor, Division of Pulmonary and Critical Care Medicine, University of Colorado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 xml:space="preserve">Yilin Zhang, MD - Assistant Professor, Department of Medicine, University of Washington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38DB5-DE54-E84D-B150-DC9EA140D8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16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38DB5-DE54-E84D-B150-DC9EA140D8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08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38DB5-DE54-E84D-B150-DC9EA140D8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52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Full </a:t>
            </a:r>
            <a:r>
              <a:rPr lang="en-US" dirty="0" err="1"/>
              <a:t>ARDSNet</a:t>
            </a:r>
            <a:r>
              <a:rPr lang="en-US" dirty="0"/>
              <a:t xml:space="preserve"> PEEP ladder: http://</a:t>
            </a:r>
            <a:r>
              <a:rPr lang="en-US" dirty="0" err="1"/>
              <a:t>www.ardsnet.org</a:t>
            </a:r>
            <a:r>
              <a:rPr lang="en-US" dirty="0"/>
              <a:t xml:space="preserve">/files/ventilator_protocol_2008-07.pdf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38DB5-DE54-E84D-B150-DC9EA140D8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063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47A9-D53B-43D9-8708-4A4F9CD95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AC791-CF7B-4E5A-829B-C1FEA7278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A3820-9C64-4254-B706-D7655C887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A3BB0-232D-4C30-81EA-22F16843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54119-109B-45F1-AE71-24E5326E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8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F50C-21F5-4629-9EC6-785D86A7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8CE0E-9445-461F-9ECE-DDFCB30DE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AAB52-45BA-4DA5-8D42-A08F5258C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2237F-3FF5-4808-8FD5-00EF68EB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A63D9-4B9C-4C5F-9F78-072EDC35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0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EFD5A-4224-4D3C-B1F1-B90A847A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6431-F589-4041-83A9-477647B3D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6F8E7-1AA6-4BD7-A388-9A352EFF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54B6F-EDE8-4FBE-9CCD-D1DA2565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CB8CD-7770-4694-A186-17FB1A04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4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048C-8CE6-4F5C-9D54-EEF648B5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A9E7-68D0-4CAE-8EED-7E16296A6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3C60E-E3A3-43C5-9B70-2947682C4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61302-CA24-440A-B4FF-2A215B80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EEBFF-4BF8-4D9A-877C-4E5B15B3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C224-531D-4D5F-B138-C8C2DF55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8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275BB-BA8C-4CC9-93B3-4A118DAD3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F770-99FF-4877-A6E4-801BCDCA7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73736-8DED-4689-9646-4FBAC9D97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48A43-C6BB-4B91-88F4-AA4F08A7F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14354-CC40-406E-99F5-5BC15D383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D4896-9FCB-4EF0-BFDF-E1D1B2FC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12BA49-F00F-4AFE-AB38-3A00DBD12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7A29B-38B0-4F09-BE1C-9FA194FA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DF8A-24FB-44E0-9F17-99FE2945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F6B9C-BC36-4C97-A0C2-298B31B7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5006E-543E-470E-A609-8F2C7C4F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B6329-5671-4FC1-9965-4613377B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7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7B9BC-B772-43F8-B4FC-CF88D87B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8AABF-8B66-415F-B026-058588D7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94FAD-0F36-4D49-8D81-BC7EBBED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6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225D-6212-45BF-9127-F3496C19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76053-9083-4DB1-AC75-EEAFE66D1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CAA03-47AC-448C-BD62-44DFDB1CA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466D0-E4EF-4DF9-8096-64AA0A64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45805-0774-4915-B57B-553C8A9B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4D829-266E-48F1-BED7-DD6BB3E4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4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6985-27E5-4F8C-BF91-22DEDCF51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4F96F4-60CE-40AC-AE3F-7773EA444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837F7-B670-4DDC-AFE1-EBA1784FB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39E62-6360-48A5-B5FE-258587AB4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28423-8843-4CD6-A271-610D9232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C43CA-DAE0-4E68-99E5-FF49B44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1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CC0A-32B2-4D6B-A976-152A5A6B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7FAE1-E8C3-4A04-99E1-FC26CF51F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D4EBF-9BC0-48F9-BBA1-256AA7B4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FBAC2-A8AA-4365-8035-E8139DCAB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C765-A941-41A8-ACE1-FC7EEB92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5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A6490-5CB4-4007-BF9C-C0B9BBFD82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A637B-55D1-4FD6-8826-8107FE695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F6E6-4340-45E1-8E17-57FEF9878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51AFE-9DEF-42C3-B256-8BF6A263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D9F0-0590-4283-85CE-FDF9A929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854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B2958-4B36-4099-B770-95CB160AB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95D57-598D-40AC-A83B-119200F92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F33C1-0465-4F25-B77C-BB92D54D4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F14A-D76B-40B9-B3E4-3854EC9865A5}" type="datetimeFigureOut">
              <a:rPr lang="en-US" smtClean="0"/>
              <a:t>5/5/2022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183EC-0D02-4E7B-AF4B-BCEBEC804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5E90E-61B1-441D-88BB-8B212DF7D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6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3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slide" Target="slide17.xml"/><Relationship Id="rId11" Type="http://schemas.openxmlformats.org/officeDocument/2006/relationships/slide" Target="slide14.xml"/><Relationship Id="rId1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9.xml"/><Relationship Id="rId5" Type="http://schemas.openxmlformats.org/officeDocument/2006/relationships/slide" Target="slide10.xml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" Target="slide2.xml"/><Relationship Id="rId9" Type="http://schemas.openxmlformats.org/officeDocument/2006/relationships/slide" Target="slide17.xml"/><Relationship Id="rId10" Type="http://schemas.openxmlformats.org/officeDocument/2006/relationships/slide" Target="slide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image" Target="../media/image1.png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slide" Target="slide8.xml"/><Relationship Id="rId10" Type="http://schemas.openxmlformats.org/officeDocument/2006/relationships/slide" Target="slide3.xml"/><Relationship Id="rId11" Type="http://schemas.openxmlformats.org/officeDocument/2006/relationships/slide" Target="slide9.xml"/><Relationship Id="rId12" Type="http://schemas.openxmlformats.org/officeDocument/2006/relationships/slide" Target="slide10.xml"/><Relationship Id="rId13" Type="http://schemas.openxmlformats.org/officeDocument/2006/relationships/slide" Target="slide2.xml"/><Relationship Id="rId14" Type="http://schemas.openxmlformats.org/officeDocument/2006/relationships/slide" Target="slide17.xml"/><Relationship Id="rId15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slide" Target="slide8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7.xml"/><Relationship Id="rId11" Type="http://schemas.openxmlformats.org/officeDocument/2006/relationships/slide" Target="slide3.xml"/><Relationship Id="rId12" Type="http://schemas.openxmlformats.org/officeDocument/2006/relationships/slide" Target="slide9.xml"/><Relationship Id="rId13" Type="http://schemas.openxmlformats.org/officeDocument/2006/relationships/slide" Target="slide10.xml"/><Relationship Id="rId14" Type="http://schemas.openxmlformats.org/officeDocument/2006/relationships/slide" Target="slide2.xml"/><Relationship Id="rId15" Type="http://schemas.openxmlformats.org/officeDocument/2006/relationships/slide" Target="slide17.xml"/><Relationship Id="rId16" Type="http://schemas.openxmlformats.org/officeDocument/2006/relationships/slide" Target="slide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5.xml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slide" Target="slide8.xml"/><Relationship Id="rId8" Type="http://schemas.openxmlformats.org/officeDocument/2006/relationships/slide" Target="slide3.xml"/><Relationship Id="rId9" Type="http://schemas.openxmlformats.org/officeDocument/2006/relationships/slide" Target="slide9.xml"/><Relationship Id="rId10" Type="http://schemas.openxmlformats.org/officeDocument/2006/relationships/slide" Target="slide10.xml"/><Relationship Id="rId11" Type="http://schemas.openxmlformats.org/officeDocument/2006/relationships/slide" Target="slide2.xml"/><Relationship Id="rId12" Type="http://schemas.openxmlformats.org/officeDocument/2006/relationships/slide" Target="slide17.xml"/><Relationship Id="rId13" Type="http://schemas.openxmlformats.org/officeDocument/2006/relationships/slide" Target="slide14.xml"/><Relationship Id="rId14" Type="http://schemas.openxmlformats.org/officeDocument/2006/relationships/slide" Target="slide4.xml"/><Relationship Id="rId15" Type="http://schemas.openxmlformats.org/officeDocument/2006/relationships/slide" Target="slide6.xml"/><Relationship Id="rId16" Type="http://schemas.openxmlformats.org/officeDocument/2006/relationships/slide" Target="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slide" Target="slide8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7.xml"/><Relationship Id="rId10" Type="http://schemas.openxmlformats.org/officeDocument/2006/relationships/slide" Target="slide3.xml"/><Relationship Id="rId11" Type="http://schemas.openxmlformats.org/officeDocument/2006/relationships/slide" Target="slide9.xml"/><Relationship Id="rId12" Type="http://schemas.openxmlformats.org/officeDocument/2006/relationships/slide" Target="slide10.xml"/><Relationship Id="rId13" Type="http://schemas.openxmlformats.org/officeDocument/2006/relationships/slide" Target="slide2.xml"/><Relationship Id="rId14" Type="http://schemas.openxmlformats.org/officeDocument/2006/relationships/slide" Target="slide17.xml"/><Relationship Id="rId15" Type="http://schemas.openxmlformats.org/officeDocument/2006/relationships/slide" Target="slide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slide" Target="slide8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3.xml"/><Relationship Id="rId11" Type="http://schemas.openxmlformats.org/officeDocument/2006/relationships/slide" Target="slide9.xml"/><Relationship Id="rId12" Type="http://schemas.openxmlformats.org/officeDocument/2006/relationships/slide" Target="slide10.xml"/><Relationship Id="rId13" Type="http://schemas.openxmlformats.org/officeDocument/2006/relationships/slide" Target="slide2.xml"/><Relationship Id="rId14" Type="http://schemas.openxmlformats.org/officeDocument/2006/relationships/slide" Target="slide17.xml"/><Relationship Id="rId15" Type="http://schemas.openxmlformats.org/officeDocument/2006/relationships/slide" Target="slide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9.xml"/><Relationship Id="rId5" Type="http://schemas.openxmlformats.org/officeDocument/2006/relationships/slide" Target="slide10.xml"/><Relationship Id="rId6" Type="http://schemas.openxmlformats.org/officeDocument/2006/relationships/slide" Target="slide2.xml"/><Relationship Id="rId7" Type="http://schemas.openxmlformats.org/officeDocument/2006/relationships/slide" Target="slide17.xml"/><Relationship Id="rId8" Type="http://schemas.openxmlformats.org/officeDocument/2006/relationships/slide" Target="slide14.xml"/><Relationship Id="rId9" Type="http://schemas.openxmlformats.org/officeDocument/2006/relationships/image" Target="../media/image3.png"/><Relationship Id="rId10" Type="http://schemas.openxmlformats.org/officeDocument/2006/relationships/image" Target="../media/image4.svg"/><Relationship Id="rId11" Type="http://schemas.openxmlformats.org/officeDocument/2006/relationships/slide" Target="slide4.xml"/><Relationship Id="rId12" Type="http://schemas.openxmlformats.org/officeDocument/2006/relationships/slide" Target="slide5.xml"/><Relationship Id="rId13" Type="http://schemas.openxmlformats.org/officeDocument/2006/relationships/slide" Target="slide6.xml"/><Relationship Id="rId14" Type="http://schemas.openxmlformats.org/officeDocument/2006/relationships/slide" Target="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slide" Target="slide17.xml"/><Relationship Id="rId10" Type="http://schemas.openxmlformats.org/officeDocument/2006/relationships/slide" Target="slide14.xml"/><Relationship Id="rId11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1.xml"/><Relationship Id="rId3" Type="http://schemas.openxmlformats.org/officeDocument/2006/relationships/image" Target="../media/image1.png"/><Relationship Id="rId4" Type="http://schemas.openxmlformats.org/officeDocument/2006/relationships/slide" Target="slide13.xml"/><Relationship Id="rId5" Type="http://schemas.openxmlformats.org/officeDocument/2006/relationships/slide" Target="slide12.xml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" Target="slide3.xml"/><Relationship Id="rId9" Type="http://schemas.openxmlformats.org/officeDocument/2006/relationships/slide" Target="slide9.xml"/><Relationship Id="rId10" Type="http://schemas.openxmlformats.org/officeDocument/2006/relationships/slide" Target="slide10.xml"/><Relationship Id="rId11" Type="http://schemas.openxmlformats.org/officeDocument/2006/relationships/slide" Target="slide17.xml"/><Relationship Id="rId12" Type="http://schemas.openxmlformats.org/officeDocument/2006/relationships/slide" Target="slide14.xml"/><Relationship Id="rId1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9.xml"/><Relationship Id="rId5" Type="http://schemas.openxmlformats.org/officeDocument/2006/relationships/slide" Target="slide10.xml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" Target="slide17.xml"/><Relationship Id="rId9" Type="http://schemas.openxmlformats.org/officeDocument/2006/relationships/slide" Target="slide14.xml"/><Relationship Id="rId10" Type="http://schemas.openxmlformats.org/officeDocument/2006/relationships/slide" Target="slide2.xml"/><Relationship Id="rId11" Type="http://schemas.openxmlformats.org/officeDocument/2006/relationships/slide" Target="slide11.xml"/><Relationship Id="rId12" Type="http://schemas.openxmlformats.org/officeDocument/2006/relationships/slide" Target="slide13.xml"/><Relationship Id="rId13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9.xml"/><Relationship Id="rId5" Type="http://schemas.openxmlformats.org/officeDocument/2006/relationships/slide" Target="slide10.xml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" Target="slide17.xml"/><Relationship Id="rId9" Type="http://schemas.openxmlformats.org/officeDocument/2006/relationships/slide" Target="slide14.xml"/><Relationship Id="rId10" Type="http://schemas.openxmlformats.org/officeDocument/2006/relationships/slide" Target="slide2.xml"/><Relationship Id="rId11" Type="http://schemas.openxmlformats.org/officeDocument/2006/relationships/slide" Target="slide11.xml"/><Relationship Id="rId12" Type="http://schemas.openxmlformats.org/officeDocument/2006/relationships/slide" Target="slide13.xml"/><Relationship Id="rId13" Type="http://schemas.openxmlformats.org/officeDocument/2006/relationships/slide" Target="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slide" Target="slide14.xml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slide" Target="slide3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7.xml"/><Relationship Id="rId10" Type="http://schemas.openxmlformats.org/officeDocument/2006/relationships/slide" Target="slide2.xml"/><Relationship Id="rId11" Type="http://schemas.openxmlformats.org/officeDocument/2006/relationships/slide" Target="slide11.xml"/><Relationship Id="rId12" Type="http://schemas.openxmlformats.org/officeDocument/2006/relationships/slide" Target="slide13.xml"/><Relationship Id="rId13" Type="http://schemas.openxmlformats.org/officeDocument/2006/relationships/slide" Target="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slide" Target="slide15.xml"/><Relationship Id="rId6" Type="http://schemas.openxmlformats.org/officeDocument/2006/relationships/slide" Target="slide3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7.xml"/><Relationship Id="rId10" Type="http://schemas.openxmlformats.org/officeDocument/2006/relationships/slide" Target="slide14.xml"/><Relationship Id="rId11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slide" Target="slide16.xml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slide" Target="slide3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7.xml"/><Relationship Id="rId10" Type="http://schemas.openxmlformats.org/officeDocument/2006/relationships/slide" Target="slide14.xml"/><Relationship Id="rId11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slide" Target="slide16.xml"/><Relationship Id="rId5" Type="http://schemas.openxmlformats.org/officeDocument/2006/relationships/image" Target="../media/image1.png"/><Relationship Id="rId6" Type="http://schemas.openxmlformats.org/officeDocument/2006/relationships/slide" Target="slide3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7.xml"/><Relationship Id="rId10" Type="http://schemas.openxmlformats.org/officeDocument/2006/relationships/slide" Target="slide14.xml"/><Relationship Id="rId11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3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4.xml"/><Relationship Id="rId11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3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4.xml"/><Relationship Id="rId11" Type="http://schemas.openxmlformats.org/officeDocument/2006/relationships/slide" Target="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17.xml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slide" Target="slide3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4.xml"/><Relationship Id="rId11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teachIM logo" descr="Icon  Description automatically generated">
            <a:extLst>
              <a:ext uri="{FF2B5EF4-FFF2-40B4-BE49-F238E27FC236}">
                <a16:creationId xmlns:a16="http://schemas.microsoft.com/office/drawing/2014/main" id="{9941794D-0E4C-4929-897A-E61CE338C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2E4B11-134F-EF4B-86C3-5B96EE22DE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127"/>
          <a:stretch/>
        </p:blipFill>
        <p:spPr>
          <a:xfrm>
            <a:off x="76865" y="4385187"/>
            <a:ext cx="4262906" cy="21447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AFD0AD-A7D5-484D-9A4E-236407A9096B}"/>
              </a:ext>
            </a:extLst>
          </p:cNvPr>
          <p:cNvSpPr txBox="1"/>
          <p:nvPr/>
        </p:nvSpPr>
        <p:spPr>
          <a:xfrm>
            <a:off x="20822" y="6575744"/>
            <a:ext cx="16866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 xml:space="preserve">Created with </a:t>
            </a:r>
            <a:r>
              <a:rPr lang="en-US" sz="1000" dirty="0" err="1"/>
              <a:t>BioRender.com</a:t>
            </a:r>
            <a:endParaRPr 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981891-30AD-0344-B11E-30BADE38B4C3}"/>
              </a:ext>
            </a:extLst>
          </p:cNvPr>
          <p:cNvSpPr txBox="1"/>
          <p:nvPr/>
        </p:nvSpPr>
        <p:spPr>
          <a:xfrm>
            <a:off x="3146961" y="674047"/>
            <a:ext cx="9045039" cy="552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Ventilators on the Fly</a:t>
            </a:r>
          </a:p>
          <a:p>
            <a:pPr algn="ctr"/>
            <a:endParaRPr lang="en-US" sz="3500" dirty="0"/>
          </a:p>
          <a:p>
            <a:pPr algn="ctr"/>
            <a:r>
              <a:rPr lang="en-US" sz="3500" b="1" dirty="0"/>
              <a:t>4 Basic Questions:</a:t>
            </a:r>
          </a:p>
          <a:p>
            <a:pPr algn="ctr"/>
            <a:r>
              <a:rPr lang="en-US" sz="3500" dirty="0"/>
              <a:t>What is the mode?</a:t>
            </a:r>
          </a:p>
          <a:p>
            <a:pPr algn="ctr"/>
            <a:r>
              <a:rPr lang="en-US" sz="3500" dirty="0"/>
              <a:t>What is the level of oxygen support?</a:t>
            </a:r>
          </a:p>
          <a:p>
            <a:pPr algn="ctr"/>
            <a:r>
              <a:rPr lang="en-US" sz="3500" dirty="0"/>
              <a:t>Is ventilation appropriate?</a:t>
            </a:r>
          </a:p>
          <a:p>
            <a:pPr algn="ctr"/>
            <a:r>
              <a:rPr lang="en-US" sz="3500" dirty="0"/>
              <a:t>How are the respiratory mechanics?</a:t>
            </a:r>
          </a:p>
          <a:p>
            <a:pPr algn="ctr"/>
            <a:endParaRPr lang="en-US" sz="3500" dirty="0"/>
          </a:p>
          <a:p>
            <a:pPr algn="ctr"/>
            <a:r>
              <a:rPr lang="en-US" sz="1600" i="1" dirty="0"/>
              <a:t>Authors</a:t>
            </a:r>
            <a:r>
              <a:rPr lang="en-US" sz="1600" dirty="0"/>
              <a:t xml:space="preserve">: David Scudder, MD; Kaitlyn McLeod, MD; Arun </a:t>
            </a:r>
            <a:r>
              <a:rPr lang="en-US" sz="1600" dirty="0" err="1"/>
              <a:t>Kannappan</a:t>
            </a:r>
            <a:r>
              <a:rPr lang="en-US" sz="1600" dirty="0"/>
              <a:t>, MD</a:t>
            </a:r>
          </a:p>
          <a:p>
            <a:pPr algn="ctr"/>
            <a:r>
              <a:rPr lang="en-US" sz="1600" i="1" dirty="0"/>
              <a:t>Section Editor</a:t>
            </a:r>
            <a:r>
              <a:rPr lang="en-US" sz="1600" dirty="0"/>
              <a:t>: Trevor Steinbach, MD</a:t>
            </a:r>
          </a:p>
          <a:p>
            <a:pPr algn="ctr"/>
            <a:r>
              <a:rPr lang="en-US" sz="1600" i="1" dirty="0"/>
              <a:t>Executive Editor:</a:t>
            </a:r>
            <a:r>
              <a:rPr lang="en-US" sz="1600" dirty="0"/>
              <a:t> Yilin Zhang, MD</a:t>
            </a:r>
          </a:p>
        </p:txBody>
      </p:sp>
      <p:sp>
        <p:nvSpPr>
          <p:cNvPr id="20" name="question 1">
            <a:hlinkClick r:id="rId5" action="ppaction://hlinksldjump"/>
            <a:extLst>
              <a:ext uri="{FF2B5EF4-FFF2-40B4-BE49-F238E27FC236}">
                <a16:creationId xmlns:a16="http://schemas.microsoft.com/office/drawing/2014/main" id="{4E1B5664-CDF1-6E4E-8541-DF528991DBA7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</a:t>
            </a:r>
          </a:p>
        </p:txBody>
      </p:sp>
      <p:sp>
        <p:nvSpPr>
          <p:cNvPr id="21" name="Question 2">
            <a:hlinkClick r:id="rId6" action="ppaction://hlinksldjump"/>
            <a:extLst>
              <a:ext uri="{FF2B5EF4-FFF2-40B4-BE49-F238E27FC236}">
                <a16:creationId xmlns:a16="http://schemas.microsoft.com/office/drawing/2014/main" id="{5AF3FBFE-CF8C-FD49-896E-13125C0610DD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</a:t>
            </a:r>
            <a:r>
              <a:rPr lang="en-US" baseline="-25000" dirty="0">
                <a:solidFill>
                  <a:sysClr val="windowText" lastClr="000000"/>
                </a:solidFill>
              </a:rPr>
              <a:t>2</a:t>
            </a:r>
            <a:r>
              <a:rPr lang="en-US" dirty="0">
                <a:solidFill>
                  <a:sysClr val="windowText" lastClr="000000"/>
                </a:solidFill>
              </a:rPr>
              <a:t xml:space="preserve"> support</a:t>
            </a:r>
          </a:p>
        </p:txBody>
      </p:sp>
      <p:sp>
        <p:nvSpPr>
          <p:cNvPr id="23" name="question 4">
            <a:hlinkClick r:id="rId7" action="ppaction://hlinksldjump"/>
            <a:extLst>
              <a:ext uri="{FF2B5EF4-FFF2-40B4-BE49-F238E27FC236}">
                <a16:creationId xmlns:a16="http://schemas.microsoft.com/office/drawing/2014/main" id="{9FE44D4C-E678-1942-81E9-BCE9D4A7EEB0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Ventilation</a:t>
            </a:r>
          </a:p>
        </p:txBody>
      </p:sp>
      <p:pic>
        <p:nvPicPr>
          <p:cNvPr id="24" name="Graphic 23" descr="Cursor with solid fill">
            <a:extLst>
              <a:ext uri="{FF2B5EF4-FFF2-40B4-BE49-F238E27FC236}">
                <a16:creationId xmlns:a16="http://schemas.microsoft.com/office/drawing/2014/main" id="{4A6F3FC0-1A39-804C-95F7-C0E7ABEF00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60596" y="945241"/>
            <a:ext cx="301752" cy="301752"/>
          </a:xfrm>
          <a:prstGeom prst="rect">
            <a:avLst/>
          </a:prstGeom>
        </p:spPr>
      </p:pic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739C5F76-AA3F-B14A-BCDC-AE1A691150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60596" y="1540247"/>
            <a:ext cx="301752" cy="301752"/>
          </a:xfrm>
          <a:prstGeom prst="rect">
            <a:avLst/>
          </a:prstGeom>
        </p:spPr>
      </p:pic>
      <p:pic>
        <p:nvPicPr>
          <p:cNvPr id="26" name="Graphic 25" descr="Cursor with solid fill">
            <a:extLst>
              <a:ext uri="{FF2B5EF4-FFF2-40B4-BE49-F238E27FC236}">
                <a16:creationId xmlns:a16="http://schemas.microsoft.com/office/drawing/2014/main" id="{B039DF43-DA41-C840-ABFE-36DEB5E81C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60596" y="2088760"/>
            <a:ext cx="301752" cy="301752"/>
          </a:xfrm>
          <a:prstGeom prst="rect">
            <a:avLst/>
          </a:prstGeom>
        </p:spPr>
      </p:pic>
      <p:sp>
        <p:nvSpPr>
          <p:cNvPr id="28" name="question 4">
            <a:hlinkClick r:id="rId10" action="ppaction://hlinksldjump"/>
            <a:extLst>
              <a:ext uri="{FF2B5EF4-FFF2-40B4-BE49-F238E27FC236}">
                <a16:creationId xmlns:a16="http://schemas.microsoft.com/office/drawing/2014/main" id="{BA9289BC-97B2-E545-B11F-146A7AC11CF1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29" name="Graphic 28" descr="Cursor with solid fill">
            <a:extLst>
              <a:ext uri="{FF2B5EF4-FFF2-40B4-BE49-F238E27FC236}">
                <a16:creationId xmlns:a16="http://schemas.microsoft.com/office/drawing/2014/main" id="{B9D0B5FB-C515-DC44-ADE8-87E521C585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sp>
        <p:nvSpPr>
          <p:cNvPr id="30" name="question 3">
            <a:hlinkClick r:id="rId11" action="ppaction://hlinksldjump"/>
            <a:extLst>
              <a:ext uri="{FF2B5EF4-FFF2-40B4-BE49-F238E27FC236}">
                <a16:creationId xmlns:a16="http://schemas.microsoft.com/office/drawing/2014/main" id="{7A91D565-9E51-2E46-8653-2607B5FBEE59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Mechanics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2" name="Graphic 31" descr="Cursor with solid fill">
            <a:extLst>
              <a:ext uri="{FF2B5EF4-FFF2-40B4-BE49-F238E27FC236}">
                <a16:creationId xmlns:a16="http://schemas.microsoft.com/office/drawing/2014/main" id="{F132FEDC-8CEF-6049-885D-D7E2799E00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60596" y="2652352"/>
            <a:ext cx="301752" cy="301752"/>
          </a:xfrm>
          <a:prstGeom prst="rect">
            <a:avLst/>
          </a:prstGeom>
        </p:spPr>
      </p:pic>
      <p:sp>
        <p:nvSpPr>
          <p:cNvPr id="33" name="question 1">
            <a:hlinkClick r:id="rId12" action="ppaction://hlinksldjump"/>
            <a:extLst>
              <a:ext uri="{FF2B5EF4-FFF2-40B4-BE49-F238E27FC236}">
                <a16:creationId xmlns:a16="http://schemas.microsoft.com/office/drawing/2014/main" id="{7D4CF3D4-EEF4-AF40-AE9F-BC0D5ED3DF97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Orientation</a:t>
            </a:r>
          </a:p>
        </p:txBody>
      </p:sp>
      <p:pic>
        <p:nvPicPr>
          <p:cNvPr id="34" name="Graphic 33" descr="Cursor with solid fill">
            <a:extLst>
              <a:ext uri="{FF2B5EF4-FFF2-40B4-BE49-F238E27FC236}">
                <a16:creationId xmlns:a16="http://schemas.microsoft.com/office/drawing/2014/main" id="{C6AEEE65-CC40-9E4B-8316-78FA3E8827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60596" y="422343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49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CB981891-30AD-0344-B11E-30BADE38B4C3}"/>
              </a:ext>
            </a:extLst>
          </p:cNvPr>
          <p:cNvSpPr txBox="1"/>
          <p:nvPr/>
        </p:nvSpPr>
        <p:spPr>
          <a:xfrm>
            <a:off x="5242277" y="53409"/>
            <a:ext cx="41638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VENTILATOR ORIENTATION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A5113A4-FA08-864B-B800-34D793C469CD}"/>
              </a:ext>
            </a:extLst>
          </p:cNvPr>
          <p:cNvGrpSpPr/>
          <p:nvPr/>
        </p:nvGrpSpPr>
        <p:grpSpPr>
          <a:xfrm>
            <a:off x="3867664" y="1382357"/>
            <a:ext cx="7132845" cy="4811668"/>
            <a:chOff x="3867664" y="1382357"/>
            <a:chExt cx="7132845" cy="4811668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1C26F4D-8AF7-EC48-B99C-D423B785E3AB}"/>
                </a:ext>
              </a:extLst>
            </p:cNvPr>
            <p:cNvSpPr/>
            <p:nvPr/>
          </p:nvSpPr>
          <p:spPr>
            <a:xfrm>
              <a:off x="3867664" y="1382357"/>
              <a:ext cx="7132845" cy="4811668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7BF23AFA-8C7B-E940-8056-959C8A897061}"/>
                </a:ext>
              </a:extLst>
            </p:cNvPr>
            <p:cNvSpPr/>
            <p:nvPr/>
          </p:nvSpPr>
          <p:spPr>
            <a:xfrm>
              <a:off x="5404449" y="1673355"/>
              <a:ext cx="4219183" cy="39543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9A48350B-B364-FB41-AD6E-24D728066CF8}"/>
                </a:ext>
              </a:extLst>
            </p:cNvPr>
            <p:cNvSpPr/>
            <p:nvPr/>
          </p:nvSpPr>
          <p:spPr>
            <a:xfrm>
              <a:off x="9897561" y="4995958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40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EB5AD62-FB23-6A4A-8897-5BF4CC506B87}"/>
                </a:ext>
              </a:extLst>
            </p:cNvPr>
            <p:cNvSpPr txBox="1"/>
            <p:nvPr/>
          </p:nvSpPr>
          <p:spPr>
            <a:xfrm>
              <a:off x="10058242" y="5757075"/>
              <a:ext cx="574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FiO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D66CA15D-7E8D-164F-99A9-FC2F320424BA}"/>
                </a:ext>
              </a:extLst>
            </p:cNvPr>
            <p:cNvSpPr txBox="1"/>
            <p:nvPr/>
          </p:nvSpPr>
          <p:spPr>
            <a:xfrm>
              <a:off x="9980610" y="457003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PEEP</a:t>
              </a:r>
              <a:endParaRPr lang="en-US" baseline="-25000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3E847EE-BEFC-B24B-9372-191E6F0AFABD}"/>
                </a:ext>
              </a:extLst>
            </p:cNvPr>
            <p:cNvSpPr txBox="1"/>
            <p:nvPr/>
          </p:nvSpPr>
          <p:spPr>
            <a:xfrm>
              <a:off x="10086408" y="2241468"/>
              <a:ext cx="434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RR</a:t>
              </a:r>
              <a:endParaRPr lang="en-US" baseline="-25000" dirty="0"/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2D837B8C-CF75-A643-BCC5-0C2FD44488FB}"/>
                </a:ext>
              </a:extLst>
            </p:cNvPr>
            <p:cNvGrpSpPr/>
            <p:nvPr/>
          </p:nvGrpSpPr>
          <p:grpSpPr>
            <a:xfrm>
              <a:off x="5832092" y="1883420"/>
              <a:ext cx="3633805" cy="1416221"/>
              <a:chOff x="5288692" y="1890584"/>
              <a:chExt cx="3633805" cy="1416221"/>
            </a:xfrm>
          </p:grpSpPr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152A51AE-AFD2-ED4E-968F-7F83859F89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88692" y="1890584"/>
                <a:ext cx="0" cy="1416219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26129A2B-09E2-114D-9EE8-EC729A4C16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91671" y="3306804"/>
                <a:ext cx="3630826" cy="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3597F04-FB8F-114A-B41B-DAA6C77218DB}"/>
                </a:ext>
              </a:extLst>
            </p:cNvPr>
            <p:cNvSpPr txBox="1"/>
            <p:nvPr/>
          </p:nvSpPr>
          <p:spPr>
            <a:xfrm>
              <a:off x="7324226" y="3255787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E1B2889-1EBD-9A47-817F-4B7B9B10981F}"/>
                </a:ext>
              </a:extLst>
            </p:cNvPr>
            <p:cNvSpPr txBox="1"/>
            <p:nvPr/>
          </p:nvSpPr>
          <p:spPr>
            <a:xfrm rot="16200000">
              <a:off x="5161627" y="2406864"/>
              <a:ext cx="989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Pressure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33828FC-F772-2940-B405-09CF0307AA3A}"/>
                </a:ext>
              </a:extLst>
            </p:cNvPr>
            <p:cNvSpPr txBox="1"/>
            <p:nvPr/>
          </p:nvSpPr>
          <p:spPr>
            <a:xfrm>
              <a:off x="10135758" y="3395453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V</a:t>
              </a:r>
              <a:r>
                <a:rPr lang="en-US" baseline="-25000" dirty="0"/>
                <a:t>T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3E065FC3-3D2D-DF4A-9D1D-B60153324C63}"/>
                </a:ext>
              </a:extLst>
            </p:cNvPr>
            <p:cNvSpPr/>
            <p:nvPr/>
          </p:nvSpPr>
          <p:spPr>
            <a:xfrm>
              <a:off x="9897561" y="3816104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076140F8-2830-EC47-B634-3FE8277B64BF}"/>
                </a:ext>
              </a:extLst>
            </p:cNvPr>
            <p:cNvSpPr/>
            <p:nvPr/>
          </p:nvSpPr>
          <p:spPr>
            <a:xfrm>
              <a:off x="9897561" y="1456394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24</a:t>
              </a: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BA8BD381-5D08-2E46-8DD5-5F36EE125A9A}"/>
                </a:ext>
              </a:extLst>
            </p:cNvPr>
            <p:cNvSpPr/>
            <p:nvPr/>
          </p:nvSpPr>
          <p:spPr>
            <a:xfrm>
              <a:off x="9897561" y="2636249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360</a:t>
              </a:r>
            </a:p>
          </p:txBody>
        </p:sp>
      </p:grp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43BF8DBE-15EC-B246-AED3-443BA74E0A61}"/>
              </a:ext>
            </a:extLst>
          </p:cNvPr>
          <p:cNvCxnSpPr>
            <a:cxnSpLocks/>
          </p:cNvCxnSpPr>
          <p:nvPr/>
        </p:nvCxnSpPr>
        <p:spPr>
          <a:xfrm flipV="1">
            <a:off x="5832092" y="3754096"/>
            <a:ext cx="0" cy="14162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FE3A87D1-5BCE-6942-9719-67BD6BFCE748}"/>
              </a:ext>
            </a:extLst>
          </p:cNvPr>
          <p:cNvSpPr txBox="1"/>
          <p:nvPr/>
        </p:nvSpPr>
        <p:spPr>
          <a:xfrm>
            <a:off x="7324226" y="5133244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Time</a:t>
            </a:r>
            <a:endParaRPr lang="en-US" baseline="-250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A1086E9-075C-BA42-AC3C-06A280CDDE74}"/>
              </a:ext>
            </a:extLst>
          </p:cNvPr>
          <p:cNvSpPr txBox="1"/>
          <p:nvPr/>
        </p:nvSpPr>
        <p:spPr>
          <a:xfrm rot="16200000">
            <a:off x="5341804" y="4145189"/>
            <a:ext cx="62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Flow</a:t>
            </a:r>
          </a:p>
        </p:txBody>
      </p:sp>
      <p:sp>
        <p:nvSpPr>
          <p:cNvPr id="149" name="Case 1 - Q1">
            <a:extLst>
              <a:ext uri="{FF2B5EF4-FFF2-40B4-BE49-F238E27FC236}">
                <a16:creationId xmlns:a16="http://schemas.microsoft.com/office/drawing/2014/main" id="{3E283C5C-330A-B143-A2CB-2929B6D3C977}"/>
              </a:ext>
            </a:extLst>
          </p:cNvPr>
          <p:cNvSpPr/>
          <p:nvPr/>
        </p:nvSpPr>
        <p:spPr>
          <a:xfrm>
            <a:off x="11076817" y="3469716"/>
            <a:ext cx="971198" cy="6119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Set by the clinician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87976C89-E3B1-1E4D-A980-9DB509D66474}"/>
              </a:ext>
            </a:extLst>
          </p:cNvPr>
          <p:cNvSpPr/>
          <p:nvPr/>
        </p:nvSpPr>
        <p:spPr>
          <a:xfrm>
            <a:off x="9821253" y="1424996"/>
            <a:ext cx="995192" cy="47014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5BC861A4-7823-CB4C-9DC1-7B9200830CA5}"/>
              </a:ext>
            </a:extLst>
          </p:cNvPr>
          <p:cNvCxnSpPr>
            <a:cxnSpLocks/>
            <a:stCxn id="149" idx="1"/>
            <a:endCxn id="150" idx="3"/>
          </p:cNvCxnSpPr>
          <p:nvPr/>
        </p:nvCxnSpPr>
        <p:spPr>
          <a:xfrm flipH="1">
            <a:off x="10816445" y="3775701"/>
            <a:ext cx="26037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Case 1 - Q1">
            <a:extLst>
              <a:ext uri="{FF2B5EF4-FFF2-40B4-BE49-F238E27FC236}">
                <a16:creationId xmlns:a16="http://schemas.microsoft.com/office/drawing/2014/main" id="{2416BDFC-18A3-3646-84F2-4E4618E035BE}"/>
              </a:ext>
            </a:extLst>
          </p:cNvPr>
          <p:cNvSpPr/>
          <p:nvPr/>
        </p:nvSpPr>
        <p:spPr>
          <a:xfrm>
            <a:off x="3642078" y="5420680"/>
            <a:ext cx="2032279" cy="63296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Actual values measured by the ventilator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3B91314-798D-8B47-A1D0-A8E27F1CFBBC}"/>
              </a:ext>
            </a:extLst>
          </p:cNvPr>
          <p:cNvSpPr/>
          <p:nvPr/>
        </p:nvSpPr>
        <p:spPr>
          <a:xfrm>
            <a:off x="3979706" y="1560318"/>
            <a:ext cx="1361927" cy="368613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B473BBA9-4EC7-384F-8BAF-0834D2652BC2}"/>
              </a:ext>
            </a:extLst>
          </p:cNvPr>
          <p:cNvCxnSpPr>
            <a:cxnSpLocks/>
            <a:stCxn id="152" idx="0"/>
            <a:endCxn id="153" idx="2"/>
          </p:cNvCxnSpPr>
          <p:nvPr/>
        </p:nvCxnSpPr>
        <p:spPr>
          <a:xfrm flipV="1">
            <a:off x="4658218" y="5246456"/>
            <a:ext cx="2452" cy="17422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3F736B-2D6D-CC42-A86C-9762FD4D9858}"/>
              </a:ext>
            </a:extLst>
          </p:cNvPr>
          <p:cNvCxnSpPr>
            <a:cxnSpLocks/>
          </p:cNvCxnSpPr>
          <p:nvPr/>
        </p:nvCxnSpPr>
        <p:spPr>
          <a:xfrm>
            <a:off x="6096000" y="2977564"/>
            <a:ext cx="0" cy="30177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99511E7-ACFE-8545-9AC4-A0B71184CDF7}"/>
              </a:ext>
            </a:extLst>
          </p:cNvPr>
          <p:cNvSpPr txBox="1"/>
          <p:nvPr/>
        </p:nvSpPr>
        <p:spPr>
          <a:xfrm>
            <a:off x="6101930" y="2968233"/>
            <a:ext cx="546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PEEP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A8F4841E-BAE0-234A-B960-3C48B8FFE017}"/>
              </a:ext>
            </a:extLst>
          </p:cNvPr>
          <p:cNvCxnSpPr>
            <a:cxnSpLocks/>
          </p:cNvCxnSpPr>
          <p:nvPr/>
        </p:nvCxnSpPr>
        <p:spPr>
          <a:xfrm>
            <a:off x="6757343" y="2042700"/>
            <a:ext cx="0" cy="1215778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8ECE3CDE-D6EA-2748-96CF-8B68614FF56A}"/>
              </a:ext>
            </a:extLst>
          </p:cNvPr>
          <p:cNvSpPr txBox="1"/>
          <p:nvPr/>
        </p:nvSpPr>
        <p:spPr>
          <a:xfrm>
            <a:off x="8608944" y="2381514"/>
            <a:ext cx="407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ΔP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3B09F6B5-3BB1-2B4E-A6A4-D7BCE3E027EB}"/>
              </a:ext>
            </a:extLst>
          </p:cNvPr>
          <p:cNvCxnSpPr>
            <a:cxnSpLocks/>
          </p:cNvCxnSpPr>
          <p:nvPr/>
        </p:nvCxnSpPr>
        <p:spPr>
          <a:xfrm>
            <a:off x="8597389" y="2096651"/>
            <a:ext cx="0" cy="925763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3E4370C-1E77-8245-B726-E7B3237F2206}"/>
              </a:ext>
            </a:extLst>
          </p:cNvPr>
          <p:cNvSpPr/>
          <p:nvPr/>
        </p:nvSpPr>
        <p:spPr>
          <a:xfrm>
            <a:off x="4148770" y="1672521"/>
            <a:ext cx="1053132" cy="3460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5"/>
                </a:solidFill>
              </a:rPr>
              <a:t>P</a:t>
            </a:r>
            <a:r>
              <a:rPr lang="en-US" baseline="-25000" dirty="0">
                <a:solidFill>
                  <a:schemeClr val="accent5"/>
                </a:solidFill>
              </a:rPr>
              <a:t>Peak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22 </a:t>
            </a:r>
            <a:r>
              <a:rPr lang="en-US" sz="1000" dirty="0">
                <a:solidFill>
                  <a:schemeClr val="accent5"/>
                </a:solidFill>
              </a:rPr>
              <a:t>cm H</a:t>
            </a:r>
            <a:r>
              <a:rPr lang="en-US" sz="1000" baseline="-25000" dirty="0">
                <a:solidFill>
                  <a:schemeClr val="accent5"/>
                </a:solidFill>
              </a:rPr>
              <a:t>2</a:t>
            </a:r>
            <a:r>
              <a:rPr lang="en-US" sz="1000" dirty="0">
                <a:solidFill>
                  <a:schemeClr val="accent5"/>
                </a:solidFill>
              </a:rPr>
              <a:t xml:space="preserve">O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355 </a:t>
            </a:r>
            <a:r>
              <a:rPr lang="en-US" sz="1000" dirty="0">
                <a:solidFill>
                  <a:schemeClr val="accent5"/>
                </a:solidFill>
              </a:rPr>
              <a:t>mL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RR</a:t>
            </a:r>
            <a:endParaRPr lang="en-US" baseline="-25000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25 </a:t>
            </a:r>
            <a:r>
              <a:rPr lang="en-US" sz="1000" dirty="0">
                <a:solidFill>
                  <a:schemeClr val="accent5"/>
                </a:solidFill>
              </a:rPr>
              <a:t>min</a:t>
            </a:r>
            <a:r>
              <a:rPr lang="en-US" sz="1000" baseline="30000" dirty="0">
                <a:solidFill>
                  <a:schemeClr val="accent5"/>
                </a:solidFill>
              </a:rPr>
              <a:t>-1</a:t>
            </a:r>
            <a:r>
              <a:rPr lang="en-US" sz="3000" dirty="0">
                <a:solidFill>
                  <a:schemeClr val="accent5"/>
                </a:solidFill>
              </a:rPr>
              <a:t xml:space="preserve">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Min Vent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8.9 </a:t>
            </a:r>
            <a:r>
              <a:rPr lang="en-US" sz="1000" dirty="0">
                <a:solidFill>
                  <a:schemeClr val="accent5"/>
                </a:solidFill>
              </a:rPr>
              <a:t>L/min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8494018-4DE1-47C5-9CAB-2D7835A5261E}"/>
              </a:ext>
            </a:extLst>
          </p:cNvPr>
          <p:cNvSpPr/>
          <p:nvPr/>
        </p:nvSpPr>
        <p:spPr>
          <a:xfrm>
            <a:off x="5832343" y="2042700"/>
            <a:ext cx="3536302" cy="979714"/>
          </a:xfrm>
          <a:custGeom>
            <a:avLst/>
            <a:gdLst>
              <a:gd name="connsiteX0" fmla="*/ 0 w 3657600"/>
              <a:gd name="connsiteY0" fmla="*/ 951722 h 979714"/>
              <a:gd name="connsiteX1" fmla="*/ 905070 w 3657600"/>
              <a:gd name="connsiteY1" fmla="*/ 933061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70384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42391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536302"/>
              <a:gd name="connsiteY0" fmla="*/ 933060 h 979714"/>
              <a:gd name="connsiteX1" fmla="*/ 783772 w 3536302"/>
              <a:gd name="connsiteY1" fmla="*/ 942392 h 979714"/>
              <a:gd name="connsiteX2" fmla="*/ 793102 w 3536302"/>
              <a:gd name="connsiteY2" fmla="*/ 0 h 979714"/>
              <a:gd name="connsiteX3" fmla="*/ 1660849 w 3536302"/>
              <a:gd name="connsiteY3" fmla="*/ 0 h 979714"/>
              <a:gd name="connsiteX4" fmla="*/ 1651519 w 3536302"/>
              <a:gd name="connsiteY4" fmla="*/ 951722 h 979714"/>
              <a:gd name="connsiteX5" fmla="*/ 2500604 w 3536302"/>
              <a:gd name="connsiteY5" fmla="*/ 942391 h 979714"/>
              <a:gd name="connsiteX6" fmla="*/ 2509935 w 3536302"/>
              <a:gd name="connsiteY6" fmla="*/ 46653 h 979714"/>
              <a:gd name="connsiteX7" fmla="*/ 3284376 w 3536302"/>
              <a:gd name="connsiteY7" fmla="*/ 46653 h 979714"/>
              <a:gd name="connsiteX8" fmla="*/ 3293706 w 3536302"/>
              <a:gd name="connsiteY8" fmla="*/ 970384 h 979714"/>
              <a:gd name="connsiteX9" fmla="*/ 3536302 w 353630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509934 w 3545632"/>
              <a:gd name="connsiteY5" fmla="*/ 94239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70382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00604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61052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00604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00604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36302"/>
              <a:gd name="connsiteY0" fmla="*/ 951721 h 979714"/>
              <a:gd name="connsiteX1" fmla="*/ 783772 w 3536302"/>
              <a:gd name="connsiteY1" fmla="*/ 942392 h 979714"/>
              <a:gd name="connsiteX2" fmla="*/ 793102 w 3536302"/>
              <a:gd name="connsiteY2" fmla="*/ 0 h 979714"/>
              <a:gd name="connsiteX3" fmla="*/ 1660849 w 3536302"/>
              <a:gd name="connsiteY3" fmla="*/ 0 h 979714"/>
              <a:gd name="connsiteX4" fmla="*/ 1651519 w 3536302"/>
              <a:gd name="connsiteY4" fmla="*/ 951722 h 979714"/>
              <a:gd name="connsiteX5" fmla="*/ 2481942 w 3536302"/>
              <a:gd name="connsiteY5" fmla="*/ 951721 h 979714"/>
              <a:gd name="connsiteX6" fmla="*/ 2491274 w 3536302"/>
              <a:gd name="connsiteY6" fmla="*/ 46653 h 979714"/>
              <a:gd name="connsiteX7" fmla="*/ 3303038 w 3536302"/>
              <a:gd name="connsiteY7" fmla="*/ 46653 h 979714"/>
              <a:gd name="connsiteX8" fmla="*/ 3293706 w 3536302"/>
              <a:gd name="connsiteY8" fmla="*/ 970384 h 979714"/>
              <a:gd name="connsiteX9" fmla="*/ 3536302 w 3536302"/>
              <a:gd name="connsiteY9" fmla="*/ 979714 h 979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36302" h="979714">
                <a:moveTo>
                  <a:pt x="0" y="951721"/>
                </a:moveTo>
                <a:lnTo>
                  <a:pt x="783772" y="942392"/>
                </a:lnTo>
                <a:lnTo>
                  <a:pt x="793102" y="0"/>
                </a:lnTo>
                <a:lnTo>
                  <a:pt x="1660849" y="0"/>
                </a:lnTo>
                <a:lnTo>
                  <a:pt x="1651519" y="951722"/>
                </a:lnTo>
                <a:lnTo>
                  <a:pt x="2481942" y="951721"/>
                </a:lnTo>
                <a:cubicBezTo>
                  <a:pt x="2485052" y="650031"/>
                  <a:pt x="2488164" y="348343"/>
                  <a:pt x="2491274" y="46653"/>
                </a:cubicBezTo>
                <a:lnTo>
                  <a:pt x="3303038" y="46653"/>
                </a:lnTo>
                <a:cubicBezTo>
                  <a:pt x="3299927" y="354563"/>
                  <a:pt x="3296817" y="662474"/>
                  <a:pt x="3293706" y="970384"/>
                </a:cubicBezTo>
                <a:lnTo>
                  <a:pt x="3536302" y="979714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DC3BFDD-59BA-1140-8244-39050A189AD3}"/>
              </a:ext>
            </a:extLst>
          </p:cNvPr>
          <p:cNvSpPr txBox="1"/>
          <p:nvPr/>
        </p:nvSpPr>
        <p:spPr>
          <a:xfrm>
            <a:off x="5764426" y="3494037"/>
            <a:ext cx="9783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Inspiratory Flow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(Into Patient)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812FA136-26BA-4444-9E0C-0D96301185F4}"/>
              </a:ext>
            </a:extLst>
          </p:cNvPr>
          <p:cNvSpPr txBox="1"/>
          <p:nvPr/>
        </p:nvSpPr>
        <p:spPr>
          <a:xfrm>
            <a:off x="6059751" y="4866162"/>
            <a:ext cx="1346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Expiratory Flow</a:t>
            </a:r>
          </a:p>
          <a:p>
            <a:pPr algn="ctr"/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(Out of Patient)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A42DA88-870E-F74A-B28B-0C51C5A41286}"/>
              </a:ext>
            </a:extLst>
          </p:cNvPr>
          <p:cNvSpPr txBox="1"/>
          <p:nvPr/>
        </p:nvSpPr>
        <p:spPr>
          <a:xfrm>
            <a:off x="6733197" y="2250293"/>
            <a:ext cx="862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Peak Pressure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751C24D-8E7D-40D1-BAA9-E8E1A7267F53}"/>
              </a:ext>
            </a:extLst>
          </p:cNvPr>
          <p:cNvSpPr/>
          <p:nvPr/>
        </p:nvSpPr>
        <p:spPr>
          <a:xfrm>
            <a:off x="6675375" y="3754096"/>
            <a:ext cx="789800" cy="975406"/>
          </a:xfrm>
          <a:custGeom>
            <a:avLst/>
            <a:gdLst>
              <a:gd name="connsiteX0" fmla="*/ 9330 w 793102"/>
              <a:gd name="connsiteY0" fmla="*/ 961053 h 970383"/>
              <a:gd name="connsiteX1" fmla="*/ 0 w 793102"/>
              <a:gd name="connsiteY1" fmla="*/ 0 h 970383"/>
              <a:gd name="connsiteX2" fmla="*/ 774441 w 793102"/>
              <a:gd name="connsiteY2" fmla="*/ 279918 h 970383"/>
              <a:gd name="connsiteX3" fmla="*/ 793102 w 793102"/>
              <a:gd name="connsiteY3" fmla="*/ 970383 h 970383"/>
              <a:gd name="connsiteX4" fmla="*/ 9330 w 793102"/>
              <a:gd name="connsiteY4" fmla="*/ 961053 h 970383"/>
              <a:gd name="connsiteX0" fmla="*/ 0 w 783772"/>
              <a:gd name="connsiteY0" fmla="*/ 961053 h 970383"/>
              <a:gd name="connsiteX1" fmla="*/ 17211 w 783772"/>
              <a:gd name="connsiteY1" fmla="*/ 0 h 970383"/>
              <a:gd name="connsiteX2" fmla="*/ 765111 w 783772"/>
              <a:gd name="connsiteY2" fmla="*/ 279918 h 970383"/>
              <a:gd name="connsiteX3" fmla="*/ 783772 w 783772"/>
              <a:gd name="connsiteY3" fmla="*/ 970383 h 970383"/>
              <a:gd name="connsiteX4" fmla="*/ 0 w 783772"/>
              <a:gd name="connsiteY4" fmla="*/ 961053 h 970383"/>
              <a:gd name="connsiteX0" fmla="*/ 483 w 766561"/>
              <a:gd name="connsiteY0" fmla="*/ 951946 h 970383"/>
              <a:gd name="connsiteX1" fmla="*/ 0 w 766561"/>
              <a:gd name="connsiteY1" fmla="*/ 0 h 970383"/>
              <a:gd name="connsiteX2" fmla="*/ 747900 w 766561"/>
              <a:gd name="connsiteY2" fmla="*/ 279918 h 970383"/>
              <a:gd name="connsiteX3" fmla="*/ 766561 w 766561"/>
              <a:gd name="connsiteY3" fmla="*/ 970383 h 970383"/>
              <a:gd name="connsiteX4" fmla="*/ 483 w 766561"/>
              <a:gd name="connsiteY4" fmla="*/ 951946 h 970383"/>
              <a:gd name="connsiteX0" fmla="*/ 483 w 766561"/>
              <a:gd name="connsiteY0" fmla="*/ 951946 h 970383"/>
              <a:gd name="connsiteX1" fmla="*/ 0 w 766561"/>
              <a:gd name="connsiteY1" fmla="*/ 0 h 970383"/>
              <a:gd name="connsiteX2" fmla="*/ 747900 w 766561"/>
              <a:gd name="connsiteY2" fmla="*/ 279918 h 970383"/>
              <a:gd name="connsiteX3" fmla="*/ 766561 w 766561"/>
              <a:gd name="connsiteY3" fmla="*/ 970383 h 970383"/>
              <a:gd name="connsiteX4" fmla="*/ 483 w 766561"/>
              <a:gd name="connsiteY4" fmla="*/ 951946 h 970383"/>
              <a:gd name="connsiteX0" fmla="*/ 483 w 748867"/>
              <a:gd name="connsiteY0" fmla="*/ 951946 h 951946"/>
              <a:gd name="connsiteX1" fmla="*/ 0 w 748867"/>
              <a:gd name="connsiteY1" fmla="*/ 0 h 951946"/>
              <a:gd name="connsiteX2" fmla="*/ 747900 w 748867"/>
              <a:gd name="connsiteY2" fmla="*/ 279918 h 951946"/>
              <a:gd name="connsiteX3" fmla="*/ 748867 w 748867"/>
              <a:gd name="connsiteY3" fmla="*/ 943065 h 951946"/>
              <a:gd name="connsiteX4" fmla="*/ 483 w 748867"/>
              <a:gd name="connsiteY4" fmla="*/ 951946 h 95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8867" h="951946">
                <a:moveTo>
                  <a:pt x="483" y="951946"/>
                </a:moveTo>
                <a:lnTo>
                  <a:pt x="0" y="0"/>
                </a:lnTo>
                <a:lnTo>
                  <a:pt x="747900" y="279918"/>
                </a:lnTo>
                <a:cubicBezTo>
                  <a:pt x="748222" y="500967"/>
                  <a:pt x="748545" y="722016"/>
                  <a:pt x="748867" y="943065"/>
                </a:cubicBezTo>
                <a:lnTo>
                  <a:pt x="483" y="951946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EE83D2-F9DE-4CDD-9F84-F2A9B90D8C78}"/>
              </a:ext>
            </a:extLst>
          </p:cNvPr>
          <p:cNvCxnSpPr>
            <a:cxnSpLocks/>
          </p:cNvCxnSpPr>
          <p:nvPr/>
        </p:nvCxnSpPr>
        <p:spPr>
          <a:xfrm flipH="1" flipV="1">
            <a:off x="6568919" y="4000500"/>
            <a:ext cx="538854" cy="29539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628ABB3-CC66-45A3-B600-D65F72D8390F}"/>
              </a:ext>
            </a:extLst>
          </p:cNvPr>
          <p:cNvSpPr/>
          <p:nvPr/>
        </p:nvSpPr>
        <p:spPr>
          <a:xfrm>
            <a:off x="7473820" y="4721290"/>
            <a:ext cx="839756" cy="438539"/>
          </a:xfrm>
          <a:custGeom>
            <a:avLst/>
            <a:gdLst>
              <a:gd name="connsiteX0" fmla="*/ 0 w 839756"/>
              <a:gd name="connsiteY0" fmla="*/ 0 h 438539"/>
              <a:gd name="connsiteX1" fmla="*/ 0 w 839756"/>
              <a:gd name="connsiteY1" fmla="*/ 438539 h 438539"/>
              <a:gd name="connsiteX2" fmla="*/ 839756 w 839756"/>
              <a:gd name="connsiteY2" fmla="*/ 9330 h 438539"/>
              <a:gd name="connsiteX3" fmla="*/ 0 w 839756"/>
              <a:gd name="connsiteY3" fmla="*/ 0 h 438539"/>
              <a:gd name="connsiteX0" fmla="*/ 0 w 839756"/>
              <a:gd name="connsiteY0" fmla="*/ 0 h 438539"/>
              <a:gd name="connsiteX1" fmla="*/ 0 w 839756"/>
              <a:gd name="connsiteY1" fmla="*/ 438539 h 438539"/>
              <a:gd name="connsiteX2" fmla="*/ 839756 w 839756"/>
              <a:gd name="connsiteY2" fmla="*/ 9330 h 438539"/>
              <a:gd name="connsiteX3" fmla="*/ 0 w 839756"/>
              <a:gd name="connsiteY3" fmla="*/ 0 h 438539"/>
              <a:gd name="connsiteX0" fmla="*/ 0 w 839756"/>
              <a:gd name="connsiteY0" fmla="*/ 0 h 438539"/>
              <a:gd name="connsiteX1" fmla="*/ 0 w 839756"/>
              <a:gd name="connsiteY1" fmla="*/ 438539 h 438539"/>
              <a:gd name="connsiteX2" fmla="*/ 839756 w 839756"/>
              <a:gd name="connsiteY2" fmla="*/ 9330 h 438539"/>
              <a:gd name="connsiteX3" fmla="*/ 0 w 839756"/>
              <a:gd name="connsiteY3" fmla="*/ 0 h 438539"/>
              <a:gd name="connsiteX0" fmla="*/ 0 w 839756"/>
              <a:gd name="connsiteY0" fmla="*/ 0 h 438539"/>
              <a:gd name="connsiteX1" fmla="*/ 0 w 839756"/>
              <a:gd name="connsiteY1" fmla="*/ 438539 h 438539"/>
              <a:gd name="connsiteX2" fmla="*/ 839756 w 839756"/>
              <a:gd name="connsiteY2" fmla="*/ 9330 h 438539"/>
              <a:gd name="connsiteX3" fmla="*/ 0 w 839756"/>
              <a:gd name="connsiteY3" fmla="*/ 0 h 438539"/>
              <a:gd name="connsiteX0" fmla="*/ 0 w 839756"/>
              <a:gd name="connsiteY0" fmla="*/ 0 h 438539"/>
              <a:gd name="connsiteX1" fmla="*/ 0 w 839756"/>
              <a:gd name="connsiteY1" fmla="*/ 438539 h 438539"/>
              <a:gd name="connsiteX2" fmla="*/ 839756 w 839756"/>
              <a:gd name="connsiteY2" fmla="*/ 9330 h 438539"/>
              <a:gd name="connsiteX3" fmla="*/ 0 w 839756"/>
              <a:gd name="connsiteY3" fmla="*/ 0 h 438539"/>
              <a:gd name="connsiteX0" fmla="*/ 0 w 839756"/>
              <a:gd name="connsiteY0" fmla="*/ 0 h 438539"/>
              <a:gd name="connsiteX1" fmla="*/ 0 w 839756"/>
              <a:gd name="connsiteY1" fmla="*/ 438539 h 438539"/>
              <a:gd name="connsiteX2" fmla="*/ 839756 w 839756"/>
              <a:gd name="connsiteY2" fmla="*/ 9330 h 438539"/>
              <a:gd name="connsiteX3" fmla="*/ 0 w 839756"/>
              <a:gd name="connsiteY3" fmla="*/ 0 h 4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9756" h="438539">
                <a:moveTo>
                  <a:pt x="0" y="0"/>
                </a:moveTo>
                <a:lnTo>
                  <a:pt x="0" y="438539"/>
                </a:lnTo>
                <a:cubicBezTo>
                  <a:pt x="259530" y="264886"/>
                  <a:pt x="457200" y="137022"/>
                  <a:pt x="839756" y="933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B01C368-889F-468A-8356-B21E56058028}"/>
              </a:ext>
            </a:extLst>
          </p:cNvPr>
          <p:cNvSpPr/>
          <p:nvPr/>
        </p:nvSpPr>
        <p:spPr>
          <a:xfrm>
            <a:off x="5822303" y="3741573"/>
            <a:ext cx="3601616" cy="1483568"/>
          </a:xfrm>
          <a:custGeom>
            <a:avLst/>
            <a:gdLst>
              <a:gd name="connsiteX0" fmla="*/ 0 w 3489649"/>
              <a:gd name="connsiteY0" fmla="*/ 961053 h 1576874"/>
              <a:gd name="connsiteX1" fmla="*/ 755780 w 3489649"/>
              <a:gd name="connsiteY1" fmla="*/ 970384 h 1576874"/>
              <a:gd name="connsiteX2" fmla="*/ 765111 w 3489649"/>
              <a:gd name="connsiteY2" fmla="*/ 0 h 1576874"/>
              <a:gd name="connsiteX3" fmla="*/ 1576874 w 3489649"/>
              <a:gd name="connsiteY3" fmla="*/ 251927 h 1576874"/>
              <a:gd name="connsiteX4" fmla="*/ 1660849 w 3489649"/>
              <a:gd name="connsiteY4" fmla="*/ 1576874 h 1576874"/>
              <a:gd name="connsiteX5" fmla="*/ 2565919 w 3489649"/>
              <a:gd name="connsiteY5" fmla="*/ 970384 h 1576874"/>
              <a:gd name="connsiteX6" fmla="*/ 2547258 w 3489649"/>
              <a:gd name="connsiteY6" fmla="*/ 65315 h 1576874"/>
              <a:gd name="connsiteX7" fmla="*/ 3228392 w 3489649"/>
              <a:gd name="connsiteY7" fmla="*/ 401217 h 1576874"/>
              <a:gd name="connsiteX8" fmla="*/ 3275045 w 3489649"/>
              <a:gd name="connsiteY8" fmla="*/ 1474237 h 1576874"/>
              <a:gd name="connsiteX9" fmla="*/ 3489649 w 3489649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875453 w 3526971"/>
              <a:gd name="connsiteY3" fmla="*/ 345234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474237"/>
              <a:gd name="connsiteX1" fmla="*/ 793102 w 3526971"/>
              <a:gd name="connsiteY1" fmla="*/ 970384 h 1474237"/>
              <a:gd name="connsiteX2" fmla="*/ 802433 w 3526971"/>
              <a:gd name="connsiteY2" fmla="*/ 0 h 1474237"/>
              <a:gd name="connsiteX3" fmla="*/ 1875453 w 3526971"/>
              <a:gd name="connsiteY3" fmla="*/ 345234 h 1474237"/>
              <a:gd name="connsiteX4" fmla="*/ 1950098 w 3526971"/>
              <a:gd name="connsiteY4" fmla="*/ 1446246 h 1474237"/>
              <a:gd name="connsiteX5" fmla="*/ 2603241 w 3526971"/>
              <a:gd name="connsiteY5" fmla="*/ 970384 h 1474237"/>
              <a:gd name="connsiteX6" fmla="*/ 2584580 w 3526971"/>
              <a:gd name="connsiteY6" fmla="*/ 65315 h 1474237"/>
              <a:gd name="connsiteX7" fmla="*/ 3265714 w 3526971"/>
              <a:gd name="connsiteY7" fmla="*/ 401217 h 1474237"/>
              <a:gd name="connsiteX8" fmla="*/ 3312367 w 3526971"/>
              <a:gd name="connsiteY8" fmla="*/ 1474237 h 1474237"/>
              <a:gd name="connsiteX9" fmla="*/ 3526971 w 3526971"/>
              <a:gd name="connsiteY9" fmla="*/ 1138335 h 1474237"/>
              <a:gd name="connsiteX0" fmla="*/ 0 w 3526971"/>
              <a:gd name="connsiteY0" fmla="*/ 1315617 h 1483568"/>
              <a:gd name="connsiteX1" fmla="*/ 793102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718457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830424 w 3526971"/>
              <a:gd name="connsiteY1" fmla="*/ 979715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82147 w 3526971"/>
              <a:gd name="connsiteY3" fmla="*/ 373226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359020 w 3526971"/>
              <a:gd name="connsiteY7" fmla="*/ 438540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483568"/>
              <a:gd name="connsiteX1" fmla="*/ 830424 w 3526971"/>
              <a:gd name="connsiteY1" fmla="*/ 998376 h 1483568"/>
              <a:gd name="connsiteX2" fmla="*/ 839756 w 3526971"/>
              <a:gd name="connsiteY2" fmla="*/ 0 h 1483568"/>
              <a:gd name="connsiteX3" fmla="*/ 1679510 w 3526971"/>
              <a:gd name="connsiteY3" fmla="*/ 307911 h 1483568"/>
              <a:gd name="connsiteX4" fmla="*/ 1679510 w 3526971"/>
              <a:gd name="connsiteY4" fmla="*/ 1446247 h 1483568"/>
              <a:gd name="connsiteX5" fmla="*/ 2603241 w 3526971"/>
              <a:gd name="connsiteY5" fmla="*/ 998376 h 1483568"/>
              <a:gd name="connsiteX6" fmla="*/ 2584580 w 3526971"/>
              <a:gd name="connsiteY6" fmla="*/ 93307 h 1483568"/>
              <a:gd name="connsiteX7" fmla="*/ 3359020 w 3526971"/>
              <a:gd name="connsiteY7" fmla="*/ 438540 h 1483568"/>
              <a:gd name="connsiteX8" fmla="*/ 3377681 w 3526971"/>
              <a:gd name="connsiteY8" fmla="*/ 1483568 h 1483568"/>
              <a:gd name="connsiteX9" fmla="*/ 3526971 w 3526971"/>
              <a:gd name="connsiteY9" fmla="*/ 1166327 h 1483568"/>
              <a:gd name="connsiteX0" fmla="*/ 0 w 3573624"/>
              <a:gd name="connsiteY0" fmla="*/ 1334278 h 1483568"/>
              <a:gd name="connsiteX1" fmla="*/ 830424 w 3573624"/>
              <a:gd name="connsiteY1" fmla="*/ 998376 h 1483568"/>
              <a:gd name="connsiteX2" fmla="*/ 839756 w 3573624"/>
              <a:gd name="connsiteY2" fmla="*/ 0 h 1483568"/>
              <a:gd name="connsiteX3" fmla="*/ 1679510 w 3573624"/>
              <a:gd name="connsiteY3" fmla="*/ 307911 h 1483568"/>
              <a:gd name="connsiteX4" fmla="*/ 1679510 w 3573624"/>
              <a:gd name="connsiteY4" fmla="*/ 1446247 h 1483568"/>
              <a:gd name="connsiteX5" fmla="*/ 2603241 w 3573624"/>
              <a:gd name="connsiteY5" fmla="*/ 998376 h 1483568"/>
              <a:gd name="connsiteX6" fmla="*/ 2584580 w 3573624"/>
              <a:gd name="connsiteY6" fmla="*/ 93307 h 1483568"/>
              <a:gd name="connsiteX7" fmla="*/ 3359020 w 3573624"/>
              <a:gd name="connsiteY7" fmla="*/ 438540 h 1483568"/>
              <a:gd name="connsiteX8" fmla="*/ 3377681 w 3573624"/>
              <a:gd name="connsiteY8" fmla="*/ 1483568 h 1483568"/>
              <a:gd name="connsiteX9" fmla="*/ 3573624 w 3573624"/>
              <a:gd name="connsiteY9" fmla="*/ 1184989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84579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38774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01616" h="1483568">
                <a:moveTo>
                  <a:pt x="0" y="1334278"/>
                </a:moveTo>
                <a:cubicBezTo>
                  <a:pt x="233266" y="1150776"/>
                  <a:pt x="559835" y="1060580"/>
                  <a:pt x="830424" y="998376"/>
                </a:cubicBezTo>
                <a:cubicBezTo>
                  <a:pt x="833534" y="674915"/>
                  <a:pt x="836646" y="323461"/>
                  <a:pt x="839756" y="0"/>
                </a:cubicBezTo>
                <a:lnTo>
                  <a:pt x="1642188" y="307911"/>
                </a:lnTo>
                <a:cubicBezTo>
                  <a:pt x="1645298" y="671805"/>
                  <a:pt x="1648408" y="1082353"/>
                  <a:pt x="1651518" y="1446247"/>
                </a:cubicBezTo>
                <a:cubicBezTo>
                  <a:pt x="1912775" y="1212981"/>
                  <a:pt x="2202802" y="1073023"/>
                  <a:pt x="2557365" y="979716"/>
                </a:cubicBezTo>
                <a:cubicBezTo>
                  <a:pt x="2557365" y="681136"/>
                  <a:pt x="2553608" y="366876"/>
                  <a:pt x="2553608" y="68296"/>
                </a:cubicBezTo>
                <a:lnTo>
                  <a:pt x="3333620" y="387740"/>
                </a:lnTo>
                <a:cubicBezTo>
                  <a:pt x="3333490" y="733966"/>
                  <a:pt x="3333361" y="1137342"/>
                  <a:pt x="3333231" y="1483568"/>
                </a:cubicBezTo>
                <a:cubicBezTo>
                  <a:pt x="3454529" y="1306287"/>
                  <a:pt x="3508310" y="1287626"/>
                  <a:pt x="3601616" y="120365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C3EFA8F5-76EF-664F-8898-856D537BFCA3}"/>
              </a:ext>
            </a:extLst>
          </p:cNvPr>
          <p:cNvCxnSpPr>
            <a:cxnSpLocks/>
          </p:cNvCxnSpPr>
          <p:nvPr/>
        </p:nvCxnSpPr>
        <p:spPr>
          <a:xfrm flipV="1">
            <a:off x="5831647" y="4734973"/>
            <a:ext cx="3630826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F20CC87B-ABE1-4F05-85D9-6ADCD6095B91}"/>
              </a:ext>
            </a:extLst>
          </p:cNvPr>
          <p:cNvCxnSpPr>
            <a:cxnSpLocks/>
          </p:cNvCxnSpPr>
          <p:nvPr/>
        </p:nvCxnSpPr>
        <p:spPr>
          <a:xfrm flipV="1">
            <a:off x="7324226" y="4822991"/>
            <a:ext cx="233111" cy="20298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9" name="teachIM logo" descr="Icon  Description automatically generated">
            <a:extLst>
              <a:ext uri="{FF2B5EF4-FFF2-40B4-BE49-F238E27FC236}">
                <a16:creationId xmlns:a16="http://schemas.microsoft.com/office/drawing/2014/main" id="{AE51B9D5-AC2D-4F8F-BEB2-2F32413FC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24A9E5-6F19-0E4F-99D1-92265508BEB2}"/>
              </a:ext>
            </a:extLst>
          </p:cNvPr>
          <p:cNvSpPr txBox="1"/>
          <p:nvPr/>
        </p:nvSpPr>
        <p:spPr>
          <a:xfrm>
            <a:off x="5606145" y="315092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D57AE7-3393-F94F-A2EE-6B389DCB1449}"/>
              </a:ext>
            </a:extLst>
          </p:cNvPr>
          <p:cNvSpPr txBox="1"/>
          <p:nvPr/>
        </p:nvSpPr>
        <p:spPr>
          <a:xfrm>
            <a:off x="5626331" y="460064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56" name="question 1">
            <a:hlinkClick r:id="rId3" action="ppaction://hlinksldjump"/>
            <a:extLst>
              <a:ext uri="{FF2B5EF4-FFF2-40B4-BE49-F238E27FC236}">
                <a16:creationId xmlns:a16="http://schemas.microsoft.com/office/drawing/2014/main" id="{82A24001-6D30-5E4A-AA24-970E8EE370C1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</a:t>
            </a:r>
          </a:p>
        </p:txBody>
      </p:sp>
      <p:sp>
        <p:nvSpPr>
          <p:cNvPr id="57" name="Question 2">
            <a:hlinkClick r:id="rId4" action="ppaction://hlinksldjump"/>
            <a:extLst>
              <a:ext uri="{FF2B5EF4-FFF2-40B4-BE49-F238E27FC236}">
                <a16:creationId xmlns:a16="http://schemas.microsoft.com/office/drawing/2014/main" id="{43CC1AD5-8DCE-3946-BAAE-5163E19F07D1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</a:t>
            </a:r>
            <a:r>
              <a:rPr lang="en-US" baseline="-25000" dirty="0">
                <a:solidFill>
                  <a:sysClr val="windowText" lastClr="000000"/>
                </a:solidFill>
              </a:rPr>
              <a:t>2</a:t>
            </a:r>
            <a:r>
              <a:rPr lang="en-US" dirty="0">
                <a:solidFill>
                  <a:sysClr val="windowText" lastClr="000000"/>
                </a:solidFill>
              </a:rPr>
              <a:t xml:space="preserve"> support</a:t>
            </a:r>
          </a:p>
        </p:txBody>
      </p:sp>
      <p:sp>
        <p:nvSpPr>
          <p:cNvPr id="62" name="question 4">
            <a:hlinkClick r:id="rId5" action="ppaction://hlinksldjump"/>
            <a:extLst>
              <a:ext uri="{FF2B5EF4-FFF2-40B4-BE49-F238E27FC236}">
                <a16:creationId xmlns:a16="http://schemas.microsoft.com/office/drawing/2014/main" id="{6DAEDB05-7126-8747-A62A-3C8C414D2675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Ventilation</a:t>
            </a:r>
          </a:p>
        </p:txBody>
      </p:sp>
      <p:pic>
        <p:nvPicPr>
          <p:cNvPr id="64" name="Graphic 63" descr="Cursor with solid fill">
            <a:extLst>
              <a:ext uri="{FF2B5EF4-FFF2-40B4-BE49-F238E27FC236}">
                <a16:creationId xmlns:a16="http://schemas.microsoft.com/office/drawing/2014/main" id="{49226110-656A-934D-9981-16D6CA3509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945241"/>
            <a:ext cx="301752" cy="301752"/>
          </a:xfrm>
          <a:prstGeom prst="rect">
            <a:avLst/>
          </a:prstGeom>
        </p:spPr>
      </p:pic>
      <p:pic>
        <p:nvPicPr>
          <p:cNvPr id="65" name="Graphic 64" descr="Cursor with solid fill">
            <a:extLst>
              <a:ext uri="{FF2B5EF4-FFF2-40B4-BE49-F238E27FC236}">
                <a16:creationId xmlns:a16="http://schemas.microsoft.com/office/drawing/2014/main" id="{1D32760D-6789-3D4D-9AD2-68512DF022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1540247"/>
            <a:ext cx="301752" cy="301752"/>
          </a:xfrm>
          <a:prstGeom prst="rect">
            <a:avLst/>
          </a:prstGeom>
        </p:spPr>
      </p:pic>
      <p:pic>
        <p:nvPicPr>
          <p:cNvPr id="66" name="Graphic 65" descr="Cursor with solid fill">
            <a:extLst>
              <a:ext uri="{FF2B5EF4-FFF2-40B4-BE49-F238E27FC236}">
                <a16:creationId xmlns:a16="http://schemas.microsoft.com/office/drawing/2014/main" id="{F0B42FE5-643C-3B45-A8D0-A19B7C3E80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2088760"/>
            <a:ext cx="301752" cy="301752"/>
          </a:xfrm>
          <a:prstGeom prst="rect">
            <a:avLst/>
          </a:prstGeom>
        </p:spPr>
      </p:pic>
      <p:sp>
        <p:nvSpPr>
          <p:cNvPr id="67" name="question 1">
            <a:hlinkClick r:id="rId8" action="ppaction://hlinksldjump"/>
            <a:extLst>
              <a:ext uri="{FF2B5EF4-FFF2-40B4-BE49-F238E27FC236}">
                <a16:creationId xmlns:a16="http://schemas.microsoft.com/office/drawing/2014/main" id="{0D24D01B-55B8-E846-818F-678CB5EF5F23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Orientation</a:t>
            </a:r>
          </a:p>
        </p:txBody>
      </p:sp>
      <p:sp>
        <p:nvSpPr>
          <p:cNvPr id="69" name="question 4">
            <a:hlinkClick r:id="rId9" action="ppaction://hlinksldjump"/>
            <a:extLst>
              <a:ext uri="{FF2B5EF4-FFF2-40B4-BE49-F238E27FC236}">
                <a16:creationId xmlns:a16="http://schemas.microsoft.com/office/drawing/2014/main" id="{53A55819-4379-D741-A34F-312593DC0A02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70" name="Graphic 69" descr="Cursor with solid fill">
            <a:extLst>
              <a:ext uri="{FF2B5EF4-FFF2-40B4-BE49-F238E27FC236}">
                <a16:creationId xmlns:a16="http://schemas.microsoft.com/office/drawing/2014/main" id="{2DEED2F3-44FA-0043-96B2-98CDAF9396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sp>
        <p:nvSpPr>
          <p:cNvPr id="71" name="question 3">
            <a:hlinkClick r:id="rId10" action="ppaction://hlinksldjump"/>
            <a:extLst>
              <a:ext uri="{FF2B5EF4-FFF2-40B4-BE49-F238E27FC236}">
                <a16:creationId xmlns:a16="http://schemas.microsoft.com/office/drawing/2014/main" id="{A706DABD-786A-3149-AC8C-F1BF3449B7AD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Mechanics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72" name="Graphic 71" descr="Cursor with solid fill">
            <a:extLst>
              <a:ext uri="{FF2B5EF4-FFF2-40B4-BE49-F238E27FC236}">
                <a16:creationId xmlns:a16="http://schemas.microsoft.com/office/drawing/2014/main" id="{3C9D8116-1351-CA46-A7F9-7587322FD1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2652352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08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question 1">
            <a:hlinkClick r:id="rId2" action="ppaction://hlinksldjump"/>
            <a:extLst>
              <a:ext uri="{FF2B5EF4-FFF2-40B4-BE49-F238E27FC236}">
                <a16:creationId xmlns:a16="http://schemas.microsoft.com/office/drawing/2014/main" id="{CA0E523D-6DE7-4540-88D2-363525621C72}"/>
              </a:ext>
            </a:extLst>
          </p:cNvPr>
          <p:cNvSpPr txBox="1"/>
          <p:nvPr/>
        </p:nvSpPr>
        <p:spPr>
          <a:xfrm>
            <a:off x="3402114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Pressure Control</a:t>
            </a:r>
          </a:p>
        </p:txBody>
      </p:sp>
      <p:pic>
        <p:nvPicPr>
          <p:cNvPr id="22" name="teachIM logo" descr="Icon  Description automatically generated">
            <a:extLst>
              <a:ext uri="{FF2B5EF4-FFF2-40B4-BE49-F238E27FC236}">
                <a16:creationId xmlns:a16="http://schemas.microsoft.com/office/drawing/2014/main" id="{9941794D-0E4C-4929-897A-E61CE338C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397" y="6173101"/>
            <a:ext cx="1387970" cy="528106"/>
          </a:xfrm>
          <a:prstGeom prst="rect">
            <a:avLst/>
          </a:prstGeom>
        </p:spPr>
      </p:pic>
      <p:sp>
        <p:nvSpPr>
          <p:cNvPr id="57" name="question 1">
            <a:hlinkClick r:id="rId4" action="ppaction://hlinksldjump"/>
            <a:extLst>
              <a:ext uri="{FF2B5EF4-FFF2-40B4-BE49-F238E27FC236}">
                <a16:creationId xmlns:a16="http://schemas.microsoft.com/office/drawing/2014/main" id="{4DB637C9-91D8-6B49-B754-4620E9B5C370}"/>
              </a:ext>
            </a:extLst>
          </p:cNvPr>
          <p:cNvSpPr txBox="1"/>
          <p:nvPr/>
        </p:nvSpPr>
        <p:spPr>
          <a:xfrm>
            <a:off x="5556881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Volume Control</a:t>
            </a:r>
          </a:p>
        </p:txBody>
      </p:sp>
      <p:sp>
        <p:nvSpPr>
          <p:cNvPr id="58" name="question 1">
            <a:hlinkClick r:id="rId5" action="ppaction://hlinksldjump"/>
            <a:extLst>
              <a:ext uri="{FF2B5EF4-FFF2-40B4-BE49-F238E27FC236}">
                <a16:creationId xmlns:a16="http://schemas.microsoft.com/office/drawing/2014/main" id="{AD541CF7-E397-5A42-85B4-95D85AFFBBC3}"/>
              </a:ext>
            </a:extLst>
          </p:cNvPr>
          <p:cNvSpPr txBox="1"/>
          <p:nvPr/>
        </p:nvSpPr>
        <p:spPr>
          <a:xfrm>
            <a:off x="7696526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PRVC</a:t>
            </a:r>
          </a:p>
        </p:txBody>
      </p:sp>
      <p:sp>
        <p:nvSpPr>
          <p:cNvPr id="59" name="question 1">
            <a:hlinkClick r:id="rId6" action="ppaction://hlinksldjump"/>
            <a:extLst>
              <a:ext uri="{FF2B5EF4-FFF2-40B4-BE49-F238E27FC236}">
                <a16:creationId xmlns:a16="http://schemas.microsoft.com/office/drawing/2014/main" id="{0ED8D513-3C1C-534B-AE82-46E0A592E8D5}"/>
              </a:ext>
            </a:extLst>
          </p:cNvPr>
          <p:cNvSpPr txBox="1"/>
          <p:nvPr/>
        </p:nvSpPr>
        <p:spPr>
          <a:xfrm>
            <a:off x="9848259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Pressure Support</a:t>
            </a:r>
          </a:p>
        </p:txBody>
      </p:sp>
      <p:pic>
        <p:nvPicPr>
          <p:cNvPr id="61" name="Graphic 60" descr="Cursor with solid fill">
            <a:extLst>
              <a:ext uri="{FF2B5EF4-FFF2-40B4-BE49-F238E27FC236}">
                <a16:creationId xmlns:a16="http://schemas.microsoft.com/office/drawing/2014/main" id="{18D1F4B2-165C-564E-AE50-9ABA60C612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34390" y="985623"/>
            <a:ext cx="301752" cy="301752"/>
          </a:xfrm>
          <a:prstGeom prst="rect">
            <a:avLst/>
          </a:prstGeom>
        </p:spPr>
      </p:pic>
      <p:pic>
        <p:nvPicPr>
          <p:cNvPr id="62" name="Graphic 61" descr="Cursor with solid fill">
            <a:extLst>
              <a:ext uri="{FF2B5EF4-FFF2-40B4-BE49-F238E27FC236}">
                <a16:creationId xmlns:a16="http://schemas.microsoft.com/office/drawing/2014/main" id="{D1F3CA1F-C8E5-6A48-B5EB-1E298AEE63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05698" y="985623"/>
            <a:ext cx="301752" cy="301752"/>
          </a:xfrm>
          <a:prstGeom prst="rect">
            <a:avLst/>
          </a:prstGeom>
        </p:spPr>
      </p:pic>
      <p:pic>
        <p:nvPicPr>
          <p:cNvPr id="63" name="Graphic 62" descr="Cursor with solid fill">
            <a:extLst>
              <a:ext uri="{FF2B5EF4-FFF2-40B4-BE49-F238E27FC236}">
                <a16:creationId xmlns:a16="http://schemas.microsoft.com/office/drawing/2014/main" id="{75CD9D63-05C6-FE41-A79D-38BE607235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49946" y="985623"/>
            <a:ext cx="301752" cy="301752"/>
          </a:xfrm>
          <a:prstGeom prst="rect">
            <a:avLst/>
          </a:prstGeom>
        </p:spPr>
      </p:pic>
      <p:pic>
        <p:nvPicPr>
          <p:cNvPr id="64" name="Graphic 63" descr="Cursor with solid fill">
            <a:extLst>
              <a:ext uri="{FF2B5EF4-FFF2-40B4-BE49-F238E27FC236}">
                <a16:creationId xmlns:a16="http://schemas.microsoft.com/office/drawing/2014/main" id="{7B43705A-1E58-474F-9641-447B644E4C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09165" y="985623"/>
            <a:ext cx="301752" cy="301752"/>
          </a:xfrm>
          <a:prstGeom prst="rect">
            <a:avLst/>
          </a:pr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4962E680-BCF0-ED4A-BED8-0841D8ECFE5A}"/>
              </a:ext>
            </a:extLst>
          </p:cNvPr>
          <p:cNvGrpSpPr/>
          <p:nvPr/>
        </p:nvGrpSpPr>
        <p:grpSpPr>
          <a:xfrm>
            <a:off x="3867664" y="1382357"/>
            <a:ext cx="7132845" cy="4811668"/>
            <a:chOff x="3867664" y="1382357"/>
            <a:chExt cx="7132845" cy="4811668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F8BDA23-401F-7843-AA0E-9BB832D7C5EE}"/>
                </a:ext>
              </a:extLst>
            </p:cNvPr>
            <p:cNvSpPr/>
            <p:nvPr/>
          </p:nvSpPr>
          <p:spPr>
            <a:xfrm>
              <a:off x="3867664" y="1382357"/>
              <a:ext cx="7132845" cy="4811668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79FAA4E-CA21-414C-A29C-B6D4D7E0B788}"/>
                </a:ext>
              </a:extLst>
            </p:cNvPr>
            <p:cNvSpPr/>
            <p:nvPr/>
          </p:nvSpPr>
          <p:spPr>
            <a:xfrm>
              <a:off x="5404449" y="1673355"/>
              <a:ext cx="4219183" cy="39543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75EB4AB8-096E-3F4C-8A53-2C1B40C8F838}"/>
                </a:ext>
              </a:extLst>
            </p:cNvPr>
            <p:cNvSpPr/>
            <p:nvPr/>
          </p:nvSpPr>
          <p:spPr>
            <a:xfrm>
              <a:off x="9897561" y="4995958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30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0FD8BD2-DED7-CB4B-989A-BEA18FAB4D97}"/>
                </a:ext>
              </a:extLst>
            </p:cNvPr>
            <p:cNvSpPr txBox="1"/>
            <p:nvPr/>
          </p:nvSpPr>
          <p:spPr>
            <a:xfrm>
              <a:off x="10058242" y="5757075"/>
              <a:ext cx="574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FiO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76CD344-3C7B-D440-9CC9-234ED074322F}"/>
                </a:ext>
              </a:extLst>
            </p:cNvPr>
            <p:cNvSpPr txBox="1"/>
            <p:nvPr/>
          </p:nvSpPr>
          <p:spPr>
            <a:xfrm>
              <a:off x="9980610" y="457003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PEEP</a:t>
              </a:r>
              <a:endParaRPr lang="en-US" baseline="-250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B44C4E8-CCE8-AC4D-9667-B1DD952D0ABB}"/>
                </a:ext>
              </a:extLst>
            </p:cNvPr>
            <p:cNvSpPr txBox="1"/>
            <p:nvPr/>
          </p:nvSpPr>
          <p:spPr>
            <a:xfrm>
              <a:off x="10086408" y="2241468"/>
              <a:ext cx="434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RR</a:t>
              </a:r>
              <a:endParaRPr lang="en-US" baseline="-25000" dirty="0"/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0AEE15F5-7310-2040-8308-4C4EF715C5EA}"/>
                </a:ext>
              </a:extLst>
            </p:cNvPr>
            <p:cNvGrpSpPr/>
            <p:nvPr/>
          </p:nvGrpSpPr>
          <p:grpSpPr>
            <a:xfrm>
              <a:off x="5832092" y="1883420"/>
              <a:ext cx="3633805" cy="1416221"/>
              <a:chOff x="5288692" y="1890584"/>
              <a:chExt cx="3633805" cy="1416221"/>
            </a:xfrm>
          </p:grpSpPr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F13B2641-A7CA-494D-BEB1-67A144EC0E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88692" y="1890584"/>
                <a:ext cx="0" cy="1416219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BAEC59E1-252F-B144-9BED-359911B4F1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91671" y="3306804"/>
                <a:ext cx="3630826" cy="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85EED81-9EEA-BF4C-815D-84F55D17A2A7}"/>
                </a:ext>
              </a:extLst>
            </p:cNvPr>
            <p:cNvSpPr txBox="1"/>
            <p:nvPr/>
          </p:nvSpPr>
          <p:spPr>
            <a:xfrm>
              <a:off x="7324226" y="3255787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7E6FCE5-85EB-4848-B016-B5B75DA1E4F2}"/>
                </a:ext>
              </a:extLst>
            </p:cNvPr>
            <p:cNvSpPr txBox="1"/>
            <p:nvPr/>
          </p:nvSpPr>
          <p:spPr>
            <a:xfrm rot="16200000">
              <a:off x="5161627" y="2406864"/>
              <a:ext cx="989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Pressure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6645748-35CE-A144-A3E3-26DC93F252E2}"/>
                </a:ext>
              </a:extLst>
            </p:cNvPr>
            <p:cNvSpPr txBox="1"/>
            <p:nvPr/>
          </p:nvSpPr>
          <p:spPr>
            <a:xfrm>
              <a:off x="10135758" y="3395453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V</a:t>
              </a:r>
              <a:r>
                <a:rPr lang="en-US" baseline="-25000" dirty="0"/>
                <a:t>T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A6B17F83-F7BB-634B-8DB8-10E7383A4538}"/>
                </a:ext>
              </a:extLst>
            </p:cNvPr>
            <p:cNvSpPr/>
            <p:nvPr/>
          </p:nvSpPr>
          <p:spPr>
            <a:xfrm>
              <a:off x="9897561" y="3816104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55E2B9C9-7B97-5B4D-82A6-EEFA794A57E9}"/>
                </a:ext>
              </a:extLst>
            </p:cNvPr>
            <p:cNvSpPr/>
            <p:nvPr/>
          </p:nvSpPr>
          <p:spPr>
            <a:xfrm>
              <a:off x="9897561" y="1456394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24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CC401363-6DAA-1A49-8450-83A405E35BED}"/>
                </a:ext>
              </a:extLst>
            </p:cNvPr>
            <p:cNvSpPr/>
            <p:nvPr/>
          </p:nvSpPr>
          <p:spPr>
            <a:xfrm>
              <a:off x="9897561" y="2636249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360</a:t>
              </a: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4211B55-029F-3945-81D6-F3BFC3FCFEE5}"/>
              </a:ext>
            </a:extLst>
          </p:cNvPr>
          <p:cNvCxnSpPr>
            <a:cxnSpLocks/>
          </p:cNvCxnSpPr>
          <p:nvPr/>
        </p:nvCxnSpPr>
        <p:spPr>
          <a:xfrm flipV="1">
            <a:off x="5832092" y="3754096"/>
            <a:ext cx="0" cy="14162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922C890-4B9E-9749-B875-77387B9DABCB}"/>
              </a:ext>
            </a:extLst>
          </p:cNvPr>
          <p:cNvCxnSpPr>
            <a:cxnSpLocks/>
          </p:cNvCxnSpPr>
          <p:nvPr/>
        </p:nvCxnSpPr>
        <p:spPr>
          <a:xfrm flipV="1">
            <a:off x="5835071" y="4737827"/>
            <a:ext cx="3630826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FF706CB1-9A9E-5641-8736-1A183F0A731A}"/>
              </a:ext>
            </a:extLst>
          </p:cNvPr>
          <p:cNvSpPr txBox="1"/>
          <p:nvPr/>
        </p:nvSpPr>
        <p:spPr>
          <a:xfrm>
            <a:off x="7324226" y="5133244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Time</a:t>
            </a:r>
            <a:endParaRPr lang="en-US" baseline="-250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9C094F2-DB3A-8F4C-BD0E-6C5C4AEDF04E}"/>
              </a:ext>
            </a:extLst>
          </p:cNvPr>
          <p:cNvSpPr txBox="1"/>
          <p:nvPr/>
        </p:nvSpPr>
        <p:spPr>
          <a:xfrm rot="16200000">
            <a:off x="5341804" y="4277541"/>
            <a:ext cx="62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Flow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705360-0B7C-468C-A3F5-13BBC10ED622}"/>
              </a:ext>
            </a:extLst>
          </p:cNvPr>
          <p:cNvSpPr txBox="1"/>
          <p:nvPr/>
        </p:nvSpPr>
        <p:spPr>
          <a:xfrm>
            <a:off x="5612979" y="43699"/>
            <a:ext cx="3317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WHAT IS THE MODE?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21E1920-1D54-324D-8555-4665195ACAAA}"/>
              </a:ext>
            </a:extLst>
          </p:cNvPr>
          <p:cNvSpPr/>
          <p:nvPr/>
        </p:nvSpPr>
        <p:spPr>
          <a:xfrm>
            <a:off x="9820945" y="3795312"/>
            <a:ext cx="995192" cy="234801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2111C8B-FD63-534B-BED9-33877D3A3EA7}"/>
              </a:ext>
            </a:extLst>
          </p:cNvPr>
          <p:cNvCxnSpPr>
            <a:cxnSpLocks/>
            <a:stCxn id="52" idx="1"/>
            <a:endCxn id="44" idx="3"/>
          </p:cNvCxnSpPr>
          <p:nvPr/>
        </p:nvCxnSpPr>
        <p:spPr>
          <a:xfrm flipH="1">
            <a:off x="10816137" y="4969318"/>
            <a:ext cx="28553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se 1 - Q1">
            <a:extLst>
              <a:ext uri="{FF2B5EF4-FFF2-40B4-BE49-F238E27FC236}">
                <a16:creationId xmlns:a16="http://schemas.microsoft.com/office/drawing/2014/main" id="{4FD5337D-3493-AE43-9AAA-0DE245F52C56}"/>
              </a:ext>
            </a:extLst>
          </p:cNvPr>
          <p:cNvSpPr/>
          <p:nvPr/>
        </p:nvSpPr>
        <p:spPr>
          <a:xfrm>
            <a:off x="11101671" y="4172453"/>
            <a:ext cx="979933" cy="15937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PEEP and FiO</a:t>
            </a:r>
            <a:r>
              <a:rPr lang="en-US" sz="1400" baseline="-25000" dirty="0"/>
              <a:t>2</a:t>
            </a:r>
            <a:r>
              <a:rPr lang="en-US" sz="1400" dirty="0"/>
              <a:t xml:space="preserve"> are set in all ventilator modes to provide O</a:t>
            </a:r>
            <a:r>
              <a:rPr lang="en-US" sz="1400" baseline="-25000" dirty="0"/>
              <a:t>2</a:t>
            </a:r>
            <a:r>
              <a:rPr lang="en-US" sz="1400" dirty="0"/>
              <a:t xml:space="preserve"> support</a:t>
            </a:r>
          </a:p>
        </p:txBody>
      </p:sp>
      <p:sp>
        <p:nvSpPr>
          <p:cNvPr id="53" name="question 4">
            <a:hlinkClick r:id="rId9" action="ppaction://hlinksldjump"/>
            <a:extLst>
              <a:ext uri="{FF2B5EF4-FFF2-40B4-BE49-F238E27FC236}">
                <a16:creationId xmlns:a16="http://schemas.microsoft.com/office/drawing/2014/main" id="{E70084E1-593B-A74E-B781-FDCC1F16D025}"/>
              </a:ext>
            </a:extLst>
          </p:cNvPr>
          <p:cNvSpPr txBox="1"/>
          <p:nvPr/>
        </p:nvSpPr>
        <p:spPr>
          <a:xfrm>
            <a:off x="5252650" y="6323556"/>
            <a:ext cx="4522779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Click for summary table of ventilator modes</a:t>
            </a:r>
          </a:p>
        </p:txBody>
      </p:sp>
      <p:pic>
        <p:nvPicPr>
          <p:cNvPr id="54" name="Graphic 53" descr="Cursor with solid fill">
            <a:extLst>
              <a:ext uri="{FF2B5EF4-FFF2-40B4-BE49-F238E27FC236}">
                <a16:creationId xmlns:a16="http://schemas.microsoft.com/office/drawing/2014/main" id="{FFB500C1-95F2-5248-ABE2-8BBDAC0637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38269" y="6595019"/>
            <a:ext cx="274320" cy="274320"/>
          </a:xfrm>
          <a:prstGeom prst="rect">
            <a:avLst/>
          </a:prstGeom>
        </p:spPr>
      </p:pic>
      <p:sp>
        <p:nvSpPr>
          <p:cNvPr id="56" name="Case 1 - Q1">
            <a:extLst>
              <a:ext uri="{FF2B5EF4-FFF2-40B4-BE49-F238E27FC236}">
                <a16:creationId xmlns:a16="http://schemas.microsoft.com/office/drawing/2014/main" id="{F3B5804A-AE8B-464B-BFB5-FEA64D7B3BBB}"/>
              </a:ext>
            </a:extLst>
          </p:cNvPr>
          <p:cNvSpPr/>
          <p:nvPr/>
        </p:nvSpPr>
        <p:spPr>
          <a:xfrm>
            <a:off x="284917" y="3493069"/>
            <a:ext cx="3328975" cy="249617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General Approach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5547B89-1A21-A14D-811A-5C35E46FF666}"/>
              </a:ext>
            </a:extLst>
          </p:cNvPr>
          <p:cNvSpPr/>
          <p:nvPr/>
        </p:nvSpPr>
        <p:spPr>
          <a:xfrm>
            <a:off x="4148770" y="1672521"/>
            <a:ext cx="1053132" cy="3460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5"/>
                </a:solidFill>
              </a:rPr>
              <a:t>P</a:t>
            </a:r>
            <a:r>
              <a:rPr lang="en-US" baseline="-25000" dirty="0">
                <a:solidFill>
                  <a:schemeClr val="accent5"/>
                </a:solidFill>
              </a:rPr>
              <a:t>Peak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25 </a:t>
            </a:r>
            <a:r>
              <a:rPr lang="en-US" sz="1000" dirty="0">
                <a:solidFill>
                  <a:schemeClr val="accent5"/>
                </a:solidFill>
              </a:rPr>
              <a:t>cm H</a:t>
            </a:r>
            <a:r>
              <a:rPr lang="en-US" sz="1000" baseline="-25000" dirty="0">
                <a:solidFill>
                  <a:schemeClr val="accent5"/>
                </a:solidFill>
              </a:rPr>
              <a:t>2</a:t>
            </a:r>
            <a:r>
              <a:rPr lang="en-US" sz="1000" dirty="0">
                <a:solidFill>
                  <a:schemeClr val="accent5"/>
                </a:solidFill>
              </a:rPr>
              <a:t xml:space="preserve">O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355 </a:t>
            </a:r>
            <a:r>
              <a:rPr lang="en-US" sz="1000" dirty="0">
                <a:solidFill>
                  <a:schemeClr val="accent5"/>
                </a:solidFill>
              </a:rPr>
              <a:t>mL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RR</a:t>
            </a:r>
            <a:endParaRPr lang="en-US" baseline="-25000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25 </a:t>
            </a:r>
            <a:r>
              <a:rPr lang="en-US" sz="1000" dirty="0">
                <a:solidFill>
                  <a:schemeClr val="accent5"/>
                </a:solidFill>
              </a:rPr>
              <a:t>min</a:t>
            </a:r>
            <a:r>
              <a:rPr lang="en-US" sz="1000" baseline="30000" dirty="0">
                <a:solidFill>
                  <a:schemeClr val="accent5"/>
                </a:solidFill>
              </a:rPr>
              <a:t>-1</a:t>
            </a:r>
            <a:r>
              <a:rPr lang="en-US" sz="3000" dirty="0">
                <a:solidFill>
                  <a:schemeClr val="accent5"/>
                </a:solidFill>
              </a:rPr>
              <a:t xml:space="preserve">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Min Vent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8.9 </a:t>
            </a:r>
            <a:r>
              <a:rPr lang="en-US" sz="1000" dirty="0">
                <a:solidFill>
                  <a:schemeClr val="accent5"/>
                </a:solidFill>
              </a:rPr>
              <a:t>L/min</a:t>
            </a:r>
          </a:p>
          <a:p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75" name="Freeform: Shape 8">
            <a:extLst>
              <a:ext uri="{FF2B5EF4-FFF2-40B4-BE49-F238E27FC236}">
                <a16:creationId xmlns:a16="http://schemas.microsoft.com/office/drawing/2014/main" id="{59B7B10E-D1F8-CF46-904B-15CFE14FF8DF}"/>
              </a:ext>
            </a:extLst>
          </p:cNvPr>
          <p:cNvSpPr/>
          <p:nvPr/>
        </p:nvSpPr>
        <p:spPr>
          <a:xfrm>
            <a:off x="5850294" y="2015412"/>
            <a:ext cx="3405674" cy="1045028"/>
          </a:xfrm>
          <a:custGeom>
            <a:avLst/>
            <a:gdLst>
              <a:gd name="connsiteX0" fmla="*/ 0 w 3526972"/>
              <a:gd name="connsiteY0" fmla="*/ 989045 h 1007707"/>
              <a:gd name="connsiteX1" fmla="*/ 373225 w 3526972"/>
              <a:gd name="connsiteY1" fmla="*/ 989045 h 1007707"/>
              <a:gd name="connsiteX2" fmla="*/ 363894 w 3526972"/>
              <a:gd name="connsiteY2" fmla="*/ 354564 h 1007707"/>
              <a:gd name="connsiteX3" fmla="*/ 979715 w 3526972"/>
              <a:gd name="connsiteY3" fmla="*/ 18662 h 1007707"/>
              <a:gd name="connsiteX4" fmla="*/ 989045 w 3526972"/>
              <a:gd name="connsiteY4" fmla="*/ 1007707 h 1007707"/>
              <a:gd name="connsiteX5" fmla="*/ 2015413 w 3526972"/>
              <a:gd name="connsiteY5" fmla="*/ 998376 h 1007707"/>
              <a:gd name="connsiteX6" fmla="*/ 2034074 w 3526972"/>
              <a:gd name="connsiteY6" fmla="*/ 391886 h 1007707"/>
              <a:gd name="connsiteX7" fmla="*/ 2612572 w 3526972"/>
              <a:gd name="connsiteY7" fmla="*/ 27992 h 1007707"/>
              <a:gd name="connsiteX8" fmla="*/ 2677886 w 3526972"/>
              <a:gd name="connsiteY8" fmla="*/ 0 h 1007707"/>
              <a:gd name="connsiteX9" fmla="*/ 2687217 w 3526972"/>
              <a:gd name="connsiteY9" fmla="*/ 998376 h 1007707"/>
              <a:gd name="connsiteX10" fmla="*/ 3526972 w 3526972"/>
              <a:gd name="connsiteY10" fmla="*/ 979715 h 1007707"/>
              <a:gd name="connsiteX0" fmla="*/ 0 w 3526972"/>
              <a:gd name="connsiteY0" fmla="*/ 970383 h 989045"/>
              <a:gd name="connsiteX1" fmla="*/ 373225 w 3526972"/>
              <a:gd name="connsiteY1" fmla="*/ 970383 h 989045"/>
              <a:gd name="connsiteX2" fmla="*/ 363894 w 3526972"/>
              <a:gd name="connsiteY2" fmla="*/ 335902 h 989045"/>
              <a:gd name="connsiteX3" fmla="*/ 979715 w 3526972"/>
              <a:gd name="connsiteY3" fmla="*/ 0 h 989045"/>
              <a:gd name="connsiteX4" fmla="*/ 989045 w 3526972"/>
              <a:gd name="connsiteY4" fmla="*/ 989045 h 989045"/>
              <a:gd name="connsiteX5" fmla="*/ 2015413 w 3526972"/>
              <a:gd name="connsiteY5" fmla="*/ 979714 h 989045"/>
              <a:gd name="connsiteX6" fmla="*/ 2034074 w 3526972"/>
              <a:gd name="connsiteY6" fmla="*/ 373224 h 989045"/>
              <a:gd name="connsiteX7" fmla="*/ 2612572 w 3526972"/>
              <a:gd name="connsiteY7" fmla="*/ 9330 h 989045"/>
              <a:gd name="connsiteX8" fmla="*/ 2687217 w 3526972"/>
              <a:gd name="connsiteY8" fmla="*/ 979714 h 989045"/>
              <a:gd name="connsiteX9" fmla="*/ 3526972 w 3526972"/>
              <a:gd name="connsiteY9" fmla="*/ 961053 h 989045"/>
              <a:gd name="connsiteX0" fmla="*/ 0 w 3526972"/>
              <a:gd name="connsiteY0" fmla="*/ 1007706 h 1026368"/>
              <a:gd name="connsiteX1" fmla="*/ 373225 w 3526972"/>
              <a:gd name="connsiteY1" fmla="*/ 1007706 h 1026368"/>
              <a:gd name="connsiteX2" fmla="*/ 363894 w 3526972"/>
              <a:gd name="connsiteY2" fmla="*/ 373225 h 1026368"/>
              <a:gd name="connsiteX3" fmla="*/ 979715 w 3526972"/>
              <a:gd name="connsiteY3" fmla="*/ 37323 h 1026368"/>
              <a:gd name="connsiteX4" fmla="*/ 989045 w 3526972"/>
              <a:gd name="connsiteY4" fmla="*/ 1026368 h 1026368"/>
              <a:gd name="connsiteX5" fmla="*/ 2015413 w 3526972"/>
              <a:gd name="connsiteY5" fmla="*/ 1017037 h 1026368"/>
              <a:gd name="connsiteX6" fmla="*/ 2034074 w 3526972"/>
              <a:gd name="connsiteY6" fmla="*/ 410547 h 1026368"/>
              <a:gd name="connsiteX7" fmla="*/ 2687217 w 3526972"/>
              <a:gd name="connsiteY7" fmla="*/ 0 h 1026368"/>
              <a:gd name="connsiteX8" fmla="*/ 2687217 w 3526972"/>
              <a:gd name="connsiteY8" fmla="*/ 1017037 h 1026368"/>
              <a:gd name="connsiteX9" fmla="*/ 3526972 w 3526972"/>
              <a:gd name="connsiteY9" fmla="*/ 998376 h 1026368"/>
              <a:gd name="connsiteX0" fmla="*/ 0 w 3415005"/>
              <a:gd name="connsiteY0" fmla="*/ 1007706 h 1026368"/>
              <a:gd name="connsiteX1" fmla="*/ 373225 w 3415005"/>
              <a:gd name="connsiteY1" fmla="*/ 1007706 h 1026368"/>
              <a:gd name="connsiteX2" fmla="*/ 363894 w 3415005"/>
              <a:gd name="connsiteY2" fmla="*/ 373225 h 1026368"/>
              <a:gd name="connsiteX3" fmla="*/ 979715 w 3415005"/>
              <a:gd name="connsiteY3" fmla="*/ 37323 h 1026368"/>
              <a:gd name="connsiteX4" fmla="*/ 989045 w 3415005"/>
              <a:gd name="connsiteY4" fmla="*/ 1026368 h 1026368"/>
              <a:gd name="connsiteX5" fmla="*/ 2015413 w 3415005"/>
              <a:gd name="connsiteY5" fmla="*/ 1017037 h 1026368"/>
              <a:gd name="connsiteX6" fmla="*/ 2034074 w 3415005"/>
              <a:gd name="connsiteY6" fmla="*/ 410547 h 1026368"/>
              <a:gd name="connsiteX7" fmla="*/ 2687217 w 3415005"/>
              <a:gd name="connsiteY7" fmla="*/ 0 h 1026368"/>
              <a:gd name="connsiteX8" fmla="*/ 2687217 w 3415005"/>
              <a:gd name="connsiteY8" fmla="*/ 1017037 h 1026368"/>
              <a:gd name="connsiteX9" fmla="*/ 3415005 w 3415005"/>
              <a:gd name="connsiteY9" fmla="*/ 998376 h 1026368"/>
              <a:gd name="connsiteX0" fmla="*/ 0 w 3415005"/>
              <a:gd name="connsiteY0" fmla="*/ 1007706 h 1026368"/>
              <a:gd name="connsiteX1" fmla="*/ 373225 w 3415005"/>
              <a:gd name="connsiteY1" fmla="*/ 1007706 h 1026368"/>
              <a:gd name="connsiteX2" fmla="*/ 363894 w 3415005"/>
              <a:gd name="connsiteY2" fmla="*/ 373225 h 1026368"/>
              <a:gd name="connsiteX3" fmla="*/ 979715 w 3415005"/>
              <a:gd name="connsiteY3" fmla="*/ 37323 h 1026368"/>
              <a:gd name="connsiteX4" fmla="*/ 989045 w 3415005"/>
              <a:gd name="connsiteY4" fmla="*/ 1026368 h 1026368"/>
              <a:gd name="connsiteX5" fmla="*/ 2015413 w 3415005"/>
              <a:gd name="connsiteY5" fmla="*/ 1017037 h 1026368"/>
              <a:gd name="connsiteX6" fmla="*/ 2034074 w 3415005"/>
              <a:gd name="connsiteY6" fmla="*/ 410547 h 1026368"/>
              <a:gd name="connsiteX7" fmla="*/ 2687217 w 3415005"/>
              <a:gd name="connsiteY7" fmla="*/ 0 h 1026368"/>
              <a:gd name="connsiteX8" fmla="*/ 2687217 w 3415005"/>
              <a:gd name="connsiteY8" fmla="*/ 1017037 h 1026368"/>
              <a:gd name="connsiteX9" fmla="*/ 3415005 w 3415005"/>
              <a:gd name="connsiteY9" fmla="*/ 1017037 h 1026368"/>
              <a:gd name="connsiteX0" fmla="*/ 0 w 3405674"/>
              <a:gd name="connsiteY0" fmla="*/ 1035698 h 1035698"/>
              <a:gd name="connsiteX1" fmla="*/ 363894 w 3405674"/>
              <a:gd name="connsiteY1" fmla="*/ 1007706 h 1035698"/>
              <a:gd name="connsiteX2" fmla="*/ 354563 w 3405674"/>
              <a:gd name="connsiteY2" fmla="*/ 373225 h 1035698"/>
              <a:gd name="connsiteX3" fmla="*/ 970384 w 3405674"/>
              <a:gd name="connsiteY3" fmla="*/ 37323 h 1035698"/>
              <a:gd name="connsiteX4" fmla="*/ 979714 w 3405674"/>
              <a:gd name="connsiteY4" fmla="*/ 1026368 h 1035698"/>
              <a:gd name="connsiteX5" fmla="*/ 2006082 w 3405674"/>
              <a:gd name="connsiteY5" fmla="*/ 1017037 h 1035698"/>
              <a:gd name="connsiteX6" fmla="*/ 2024743 w 3405674"/>
              <a:gd name="connsiteY6" fmla="*/ 410547 h 1035698"/>
              <a:gd name="connsiteX7" fmla="*/ 2677886 w 3405674"/>
              <a:gd name="connsiteY7" fmla="*/ 0 h 1035698"/>
              <a:gd name="connsiteX8" fmla="*/ 2677886 w 3405674"/>
              <a:gd name="connsiteY8" fmla="*/ 1017037 h 1035698"/>
              <a:gd name="connsiteX9" fmla="*/ 3405674 w 3405674"/>
              <a:gd name="connsiteY9" fmla="*/ 1017037 h 1035698"/>
              <a:gd name="connsiteX0" fmla="*/ 0 w 3405674"/>
              <a:gd name="connsiteY0" fmla="*/ 1035698 h 1035698"/>
              <a:gd name="connsiteX1" fmla="*/ 335903 w 3405674"/>
              <a:gd name="connsiteY1" fmla="*/ 1017036 h 1035698"/>
              <a:gd name="connsiteX2" fmla="*/ 354563 w 3405674"/>
              <a:gd name="connsiteY2" fmla="*/ 373225 h 1035698"/>
              <a:gd name="connsiteX3" fmla="*/ 970384 w 3405674"/>
              <a:gd name="connsiteY3" fmla="*/ 37323 h 1035698"/>
              <a:gd name="connsiteX4" fmla="*/ 979714 w 3405674"/>
              <a:gd name="connsiteY4" fmla="*/ 1026368 h 1035698"/>
              <a:gd name="connsiteX5" fmla="*/ 2006082 w 3405674"/>
              <a:gd name="connsiteY5" fmla="*/ 1017037 h 1035698"/>
              <a:gd name="connsiteX6" fmla="*/ 2024743 w 3405674"/>
              <a:gd name="connsiteY6" fmla="*/ 410547 h 1035698"/>
              <a:gd name="connsiteX7" fmla="*/ 2677886 w 3405674"/>
              <a:gd name="connsiteY7" fmla="*/ 0 h 1035698"/>
              <a:gd name="connsiteX8" fmla="*/ 2677886 w 3405674"/>
              <a:gd name="connsiteY8" fmla="*/ 1017037 h 1035698"/>
              <a:gd name="connsiteX9" fmla="*/ 3405674 w 3405674"/>
              <a:gd name="connsiteY9" fmla="*/ 1017037 h 1035698"/>
              <a:gd name="connsiteX0" fmla="*/ 0 w 3405674"/>
              <a:gd name="connsiteY0" fmla="*/ 1035698 h 1035698"/>
              <a:gd name="connsiteX1" fmla="*/ 335903 w 3405674"/>
              <a:gd name="connsiteY1" fmla="*/ 1017036 h 1035698"/>
              <a:gd name="connsiteX2" fmla="*/ 317240 w 3405674"/>
              <a:gd name="connsiteY2" fmla="*/ 457200 h 1035698"/>
              <a:gd name="connsiteX3" fmla="*/ 970384 w 3405674"/>
              <a:gd name="connsiteY3" fmla="*/ 37323 h 1035698"/>
              <a:gd name="connsiteX4" fmla="*/ 979714 w 3405674"/>
              <a:gd name="connsiteY4" fmla="*/ 1026368 h 1035698"/>
              <a:gd name="connsiteX5" fmla="*/ 2006082 w 3405674"/>
              <a:gd name="connsiteY5" fmla="*/ 1017037 h 1035698"/>
              <a:gd name="connsiteX6" fmla="*/ 2024743 w 3405674"/>
              <a:gd name="connsiteY6" fmla="*/ 410547 h 1035698"/>
              <a:gd name="connsiteX7" fmla="*/ 2677886 w 3405674"/>
              <a:gd name="connsiteY7" fmla="*/ 0 h 1035698"/>
              <a:gd name="connsiteX8" fmla="*/ 2677886 w 3405674"/>
              <a:gd name="connsiteY8" fmla="*/ 1017037 h 1035698"/>
              <a:gd name="connsiteX9" fmla="*/ 3405674 w 3405674"/>
              <a:gd name="connsiteY9" fmla="*/ 1017037 h 103569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2006082 w 3405674"/>
              <a:gd name="connsiteY5" fmla="*/ 1017037 h 1045028"/>
              <a:gd name="connsiteX6" fmla="*/ 2024743 w 3405674"/>
              <a:gd name="connsiteY6" fmla="*/ 410547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2006082 w 3405674"/>
              <a:gd name="connsiteY5" fmla="*/ 1017037 h 1045028"/>
              <a:gd name="connsiteX6" fmla="*/ 1987420 w 3405674"/>
              <a:gd name="connsiteY6" fmla="*/ 391885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59429 w 3405674"/>
              <a:gd name="connsiteY5" fmla="*/ 1017037 h 1045028"/>
              <a:gd name="connsiteX6" fmla="*/ 1987420 w 3405674"/>
              <a:gd name="connsiteY6" fmla="*/ 391885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1987420 w 3405674"/>
              <a:gd name="connsiteY6" fmla="*/ 391885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1996751 w 3405674"/>
              <a:gd name="connsiteY6" fmla="*/ 466530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998377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17038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05674" h="1045028">
                <a:moveTo>
                  <a:pt x="0" y="1035698"/>
                </a:moveTo>
                <a:lnTo>
                  <a:pt x="298580" y="1045028"/>
                </a:lnTo>
                <a:lnTo>
                  <a:pt x="317240" y="457200"/>
                </a:lnTo>
                <a:lnTo>
                  <a:pt x="970384" y="37323"/>
                </a:lnTo>
                <a:lnTo>
                  <a:pt x="979714" y="1017038"/>
                </a:lnTo>
                <a:lnTo>
                  <a:pt x="1987421" y="1007706"/>
                </a:lnTo>
                <a:cubicBezTo>
                  <a:pt x="1987421" y="802432"/>
                  <a:pt x="2006082" y="643813"/>
                  <a:pt x="2006082" y="438539"/>
                </a:cubicBezTo>
                <a:lnTo>
                  <a:pt x="2677886" y="0"/>
                </a:lnTo>
                <a:lnTo>
                  <a:pt x="2677886" y="1017037"/>
                </a:lnTo>
                <a:lnTo>
                  <a:pt x="3405674" y="1017037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: Shape 10">
            <a:extLst>
              <a:ext uri="{FF2B5EF4-FFF2-40B4-BE49-F238E27FC236}">
                <a16:creationId xmlns:a16="http://schemas.microsoft.com/office/drawing/2014/main" id="{A7592720-159A-C64A-A310-44BB0B050889}"/>
              </a:ext>
            </a:extLst>
          </p:cNvPr>
          <p:cNvSpPr/>
          <p:nvPr/>
        </p:nvSpPr>
        <p:spPr>
          <a:xfrm>
            <a:off x="5840962" y="3900195"/>
            <a:ext cx="3536302" cy="1390262"/>
          </a:xfrm>
          <a:custGeom>
            <a:avLst/>
            <a:gdLst>
              <a:gd name="connsiteX0" fmla="*/ 0 w 3442996"/>
              <a:gd name="connsiteY0" fmla="*/ 839755 h 1399592"/>
              <a:gd name="connsiteX1" fmla="*/ 270588 w 3442996"/>
              <a:gd name="connsiteY1" fmla="*/ 839755 h 1399592"/>
              <a:gd name="connsiteX2" fmla="*/ 270588 w 3442996"/>
              <a:gd name="connsiteY2" fmla="*/ 27992 h 1399592"/>
              <a:gd name="connsiteX3" fmla="*/ 961053 w 3442996"/>
              <a:gd name="connsiteY3" fmla="*/ 37323 h 1399592"/>
              <a:gd name="connsiteX4" fmla="*/ 942392 w 3442996"/>
              <a:gd name="connsiteY4" fmla="*/ 1399592 h 1399592"/>
              <a:gd name="connsiteX5" fmla="*/ 1987421 w 3442996"/>
              <a:gd name="connsiteY5" fmla="*/ 821094 h 1399592"/>
              <a:gd name="connsiteX6" fmla="*/ 1968759 w 3442996"/>
              <a:gd name="connsiteY6" fmla="*/ 0 h 1399592"/>
              <a:gd name="connsiteX7" fmla="*/ 2743200 w 3442996"/>
              <a:gd name="connsiteY7" fmla="*/ 18662 h 1399592"/>
              <a:gd name="connsiteX8" fmla="*/ 2752531 w 3442996"/>
              <a:gd name="connsiteY8" fmla="*/ 1343608 h 1399592"/>
              <a:gd name="connsiteX9" fmla="*/ 3442996 w 3442996"/>
              <a:gd name="connsiteY9" fmla="*/ 849086 h 1399592"/>
              <a:gd name="connsiteX0" fmla="*/ 0 w 3442996"/>
              <a:gd name="connsiteY0" fmla="*/ 839755 h 1399592"/>
              <a:gd name="connsiteX1" fmla="*/ 270588 w 3442996"/>
              <a:gd name="connsiteY1" fmla="*/ 839755 h 1399592"/>
              <a:gd name="connsiteX2" fmla="*/ 270588 w 3442996"/>
              <a:gd name="connsiteY2" fmla="*/ 27992 h 1399592"/>
              <a:gd name="connsiteX3" fmla="*/ 961053 w 3442996"/>
              <a:gd name="connsiteY3" fmla="*/ 37323 h 1399592"/>
              <a:gd name="connsiteX4" fmla="*/ 942392 w 3442996"/>
              <a:gd name="connsiteY4" fmla="*/ 1399592 h 1399592"/>
              <a:gd name="connsiteX5" fmla="*/ 1987421 w 3442996"/>
              <a:gd name="connsiteY5" fmla="*/ 821094 h 1399592"/>
              <a:gd name="connsiteX6" fmla="*/ 1968759 w 3442996"/>
              <a:gd name="connsiteY6" fmla="*/ 0 h 1399592"/>
              <a:gd name="connsiteX7" fmla="*/ 2743200 w 3442996"/>
              <a:gd name="connsiteY7" fmla="*/ 18662 h 1399592"/>
              <a:gd name="connsiteX8" fmla="*/ 2752531 w 3442996"/>
              <a:gd name="connsiteY8" fmla="*/ 1343608 h 1399592"/>
              <a:gd name="connsiteX9" fmla="*/ 3442996 w 3442996"/>
              <a:gd name="connsiteY9" fmla="*/ 849086 h 1399592"/>
              <a:gd name="connsiteX0" fmla="*/ 0 w 3442996"/>
              <a:gd name="connsiteY0" fmla="*/ 839755 h 1399592"/>
              <a:gd name="connsiteX1" fmla="*/ 270588 w 3442996"/>
              <a:gd name="connsiteY1" fmla="*/ 839755 h 1399592"/>
              <a:gd name="connsiteX2" fmla="*/ 270588 w 3442996"/>
              <a:gd name="connsiteY2" fmla="*/ 27992 h 1399592"/>
              <a:gd name="connsiteX3" fmla="*/ 961053 w 3442996"/>
              <a:gd name="connsiteY3" fmla="*/ 37323 h 1399592"/>
              <a:gd name="connsiteX4" fmla="*/ 942392 w 3442996"/>
              <a:gd name="connsiteY4" fmla="*/ 1399592 h 1399592"/>
              <a:gd name="connsiteX5" fmla="*/ 1987421 w 3442996"/>
              <a:gd name="connsiteY5" fmla="*/ 821094 h 1399592"/>
              <a:gd name="connsiteX6" fmla="*/ 1968759 w 3442996"/>
              <a:gd name="connsiteY6" fmla="*/ 0 h 1399592"/>
              <a:gd name="connsiteX7" fmla="*/ 2743200 w 3442996"/>
              <a:gd name="connsiteY7" fmla="*/ 18662 h 1399592"/>
              <a:gd name="connsiteX8" fmla="*/ 2752531 w 3442996"/>
              <a:gd name="connsiteY8" fmla="*/ 1343608 h 1399592"/>
              <a:gd name="connsiteX9" fmla="*/ 3442996 w 3442996"/>
              <a:gd name="connsiteY9" fmla="*/ 849086 h 1399592"/>
              <a:gd name="connsiteX0" fmla="*/ 0 w 3442996"/>
              <a:gd name="connsiteY0" fmla="*/ 839755 h 1399592"/>
              <a:gd name="connsiteX1" fmla="*/ 270588 w 3442996"/>
              <a:gd name="connsiteY1" fmla="*/ 839755 h 1399592"/>
              <a:gd name="connsiteX2" fmla="*/ 270588 w 3442996"/>
              <a:gd name="connsiteY2" fmla="*/ 27992 h 1399592"/>
              <a:gd name="connsiteX3" fmla="*/ 961053 w 3442996"/>
              <a:gd name="connsiteY3" fmla="*/ 37323 h 1399592"/>
              <a:gd name="connsiteX4" fmla="*/ 942392 w 3442996"/>
              <a:gd name="connsiteY4" fmla="*/ 1399592 h 1399592"/>
              <a:gd name="connsiteX5" fmla="*/ 1987421 w 3442996"/>
              <a:gd name="connsiteY5" fmla="*/ 821094 h 1399592"/>
              <a:gd name="connsiteX6" fmla="*/ 1968759 w 3442996"/>
              <a:gd name="connsiteY6" fmla="*/ 0 h 1399592"/>
              <a:gd name="connsiteX7" fmla="*/ 2743200 w 3442996"/>
              <a:gd name="connsiteY7" fmla="*/ 18662 h 1399592"/>
              <a:gd name="connsiteX8" fmla="*/ 2752531 w 3442996"/>
              <a:gd name="connsiteY8" fmla="*/ 1343608 h 1399592"/>
              <a:gd name="connsiteX9" fmla="*/ 3442996 w 3442996"/>
              <a:gd name="connsiteY9" fmla="*/ 849086 h 1399592"/>
              <a:gd name="connsiteX0" fmla="*/ 0 w 3564294"/>
              <a:gd name="connsiteY0" fmla="*/ 839755 h 1399592"/>
              <a:gd name="connsiteX1" fmla="*/ 270588 w 3564294"/>
              <a:gd name="connsiteY1" fmla="*/ 839755 h 1399592"/>
              <a:gd name="connsiteX2" fmla="*/ 270588 w 3564294"/>
              <a:gd name="connsiteY2" fmla="*/ 27992 h 1399592"/>
              <a:gd name="connsiteX3" fmla="*/ 961053 w 3564294"/>
              <a:gd name="connsiteY3" fmla="*/ 37323 h 1399592"/>
              <a:gd name="connsiteX4" fmla="*/ 942392 w 3564294"/>
              <a:gd name="connsiteY4" fmla="*/ 1399592 h 1399592"/>
              <a:gd name="connsiteX5" fmla="*/ 1987421 w 3564294"/>
              <a:gd name="connsiteY5" fmla="*/ 821094 h 1399592"/>
              <a:gd name="connsiteX6" fmla="*/ 1968759 w 3564294"/>
              <a:gd name="connsiteY6" fmla="*/ 0 h 1399592"/>
              <a:gd name="connsiteX7" fmla="*/ 2743200 w 3564294"/>
              <a:gd name="connsiteY7" fmla="*/ 18662 h 1399592"/>
              <a:gd name="connsiteX8" fmla="*/ 2752531 w 3564294"/>
              <a:gd name="connsiteY8" fmla="*/ 1343608 h 1399592"/>
              <a:gd name="connsiteX9" fmla="*/ 3564294 w 3564294"/>
              <a:gd name="connsiteY9" fmla="*/ 849086 h 1399592"/>
              <a:gd name="connsiteX0" fmla="*/ 0 w 3564294"/>
              <a:gd name="connsiteY0" fmla="*/ 839755 h 1399592"/>
              <a:gd name="connsiteX1" fmla="*/ 270588 w 3564294"/>
              <a:gd name="connsiteY1" fmla="*/ 839755 h 1399592"/>
              <a:gd name="connsiteX2" fmla="*/ 270588 w 3564294"/>
              <a:gd name="connsiteY2" fmla="*/ 27992 h 1399592"/>
              <a:gd name="connsiteX3" fmla="*/ 961053 w 3564294"/>
              <a:gd name="connsiteY3" fmla="*/ 37323 h 1399592"/>
              <a:gd name="connsiteX4" fmla="*/ 942392 w 3564294"/>
              <a:gd name="connsiteY4" fmla="*/ 1399592 h 1399592"/>
              <a:gd name="connsiteX5" fmla="*/ 1987421 w 3564294"/>
              <a:gd name="connsiteY5" fmla="*/ 821094 h 1399592"/>
              <a:gd name="connsiteX6" fmla="*/ 1968759 w 3564294"/>
              <a:gd name="connsiteY6" fmla="*/ 0 h 1399592"/>
              <a:gd name="connsiteX7" fmla="*/ 2743200 w 3564294"/>
              <a:gd name="connsiteY7" fmla="*/ 18662 h 1399592"/>
              <a:gd name="connsiteX8" fmla="*/ 2752531 w 3564294"/>
              <a:gd name="connsiteY8" fmla="*/ 1343608 h 1399592"/>
              <a:gd name="connsiteX9" fmla="*/ 3564294 w 3564294"/>
              <a:gd name="connsiteY9" fmla="*/ 849086 h 1399592"/>
              <a:gd name="connsiteX0" fmla="*/ 0 w 3554963"/>
              <a:gd name="connsiteY0" fmla="*/ 839755 h 1399592"/>
              <a:gd name="connsiteX1" fmla="*/ 270588 w 3554963"/>
              <a:gd name="connsiteY1" fmla="*/ 839755 h 1399592"/>
              <a:gd name="connsiteX2" fmla="*/ 270588 w 3554963"/>
              <a:gd name="connsiteY2" fmla="*/ 27992 h 1399592"/>
              <a:gd name="connsiteX3" fmla="*/ 961053 w 3554963"/>
              <a:gd name="connsiteY3" fmla="*/ 37323 h 1399592"/>
              <a:gd name="connsiteX4" fmla="*/ 942392 w 3554963"/>
              <a:gd name="connsiteY4" fmla="*/ 1399592 h 1399592"/>
              <a:gd name="connsiteX5" fmla="*/ 1987421 w 3554963"/>
              <a:gd name="connsiteY5" fmla="*/ 821094 h 1399592"/>
              <a:gd name="connsiteX6" fmla="*/ 1968759 w 3554963"/>
              <a:gd name="connsiteY6" fmla="*/ 0 h 1399592"/>
              <a:gd name="connsiteX7" fmla="*/ 2743200 w 3554963"/>
              <a:gd name="connsiteY7" fmla="*/ 18662 h 1399592"/>
              <a:gd name="connsiteX8" fmla="*/ 2752531 w 3554963"/>
              <a:gd name="connsiteY8" fmla="*/ 1343608 h 1399592"/>
              <a:gd name="connsiteX9" fmla="*/ 3554963 w 3554963"/>
              <a:gd name="connsiteY9" fmla="*/ 886408 h 1399592"/>
              <a:gd name="connsiteX0" fmla="*/ 0 w 3536302"/>
              <a:gd name="connsiteY0" fmla="*/ 839755 h 1399592"/>
              <a:gd name="connsiteX1" fmla="*/ 270588 w 3536302"/>
              <a:gd name="connsiteY1" fmla="*/ 839755 h 1399592"/>
              <a:gd name="connsiteX2" fmla="*/ 270588 w 3536302"/>
              <a:gd name="connsiteY2" fmla="*/ 27992 h 1399592"/>
              <a:gd name="connsiteX3" fmla="*/ 961053 w 3536302"/>
              <a:gd name="connsiteY3" fmla="*/ 37323 h 1399592"/>
              <a:gd name="connsiteX4" fmla="*/ 942392 w 3536302"/>
              <a:gd name="connsiteY4" fmla="*/ 1399592 h 1399592"/>
              <a:gd name="connsiteX5" fmla="*/ 1987421 w 3536302"/>
              <a:gd name="connsiteY5" fmla="*/ 821094 h 1399592"/>
              <a:gd name="connsiteX6" fmla="*/ 1968759 w 3536302"/>
              <a:gd name="connsiteY6" fmla="*/ 0 h 1399592"/>
              <a:gd name="connsiteX7" fmla="*/ 2743200 w 3536302"/>
              <a:gd name="connsiteY7" fmla="*/ 18662 h 1399592"/>
              <a:gd name="connsiteX8" fmla="*/ 2752531 w 3536302"/>
              <a:gd name="connsiteY8" fmla="*/ 1343608 h 1399592"/>
              <a:gd name="connsiteX9" fmla="*/ 3536302 w 3536302"/>
              <a:gd name="connsiteY9" fmla="*/ 933061 h 1399592"/>
              <a:gd name="connsiteX0" fmla="*/ 0 w 3536302"/>
              <a:gd name="connsiteY0" fmla="*/ 839755 h 1399592"/>
              <a:gd name="connsiteX1" fmla="*/ 270588 w 3536302"/>
              <a:gd name="connsiteY1" fmla="*/ 839755 h 1399592"/>
              <a:gd name="connsiteX2" fmla="*/ 270588 w 3536302"/>
              <a:gd name="connsiteY2" fmla="*/ 27992 h 1399592"/>
              <a:gd name="connsiteX3" fmla="*/ 961053 w 3536302"/>
              <a:gd name="connsiteY3" fmla="*/ 37323 h 1399592"/>
              <a:gd name="connsiteX4" fmla="*/ 942392 w 3536302"/>
              <a:gd name="connsiteY4" fmla="*/ 1399592 h 1399592"/>
              <a:gd name="connsiteX5" fmla="*/ 1987421 w 3536302"/>
              <a:gd name="connsiteY5" fmla="*/ 821094 h 1399592"/>
              <a:gd name="connsiteX6" fmla="*/ 1968759 w 3536302"/>
              <a:gd name="connsiteY6" fmla="*/ 0 h 1399592"/>
              <a:gd name="connsiteX7" fmla="*/ 2743200 w 3536302"/>
              <a:gd name="connsiteY7" fmla="*/ 18662 h 1399592"/>
              <a:gd name="connsiteX8" fmla="*/ 2752531 w 3536302"/>
              <a:gd name="connsiteY8" fmla="*/ 1343608 h 1399592"/>
              <a:gd name="connsiteX9" fmla="*/ 3536302 w 3536302"/>
              <a:gd name="connsiteY9" fmla="*/ 933061 h 1399592"/>
              <a:gd name="connsiteX0" fmla="*/ 0 w 3536302"/>
              <a:gd name="connsiteY0" fmla="*/ 839755 h 1399592"/>
              <a:gd name="connsiteX1" fmla="*/ 270588 w 3536302"/>
              <a:gd name="connsiteY1" fmla="*/ 839755 h 1399592"/>
              <a:gd name="connsiteX2" fmla="*/ 270588 w 3536302"/>
              <a:gd name="connsiteY2" fmla="*/ 27992 h 1399592"/>
              <a:gd name="connsiteX3" fmla="*/ 961053 w 3536302"/>
              <a:gd name="connsiteY3" fmla="*/ 37323 h 1399592"/>
              <a:gd name="connsiteX4" fmla="*/ 942392 w 3536302"/>
              <a:gd name="connsiteY4" fmla="*/ 1399592 h 1399592"/>
              <a:gd name="connsiteX5" fmla="*/ 1987421 w 3536302"/>
              <a:gd name="connsiteY5" fmla="*/ 821094 h 1399592"/>
              <a:gd name="connsiteX6" fmla="*/ 1987421 w 3536302"/>
              <a:gd name="connsiteY6" fmla="*/ 0 h 1399592"/>
              <a:gd name="connsiteX7" fmla="*/ 2743200 w 3536302"/>
              <a:gd name="connsiteY7" fmla="*/ 18662 h 1399592"/>
              <a:gd name="connsiteX8" fmla="*/ 2752531 w 3536302"/>
              <a:gd name="connsiteY8" fmla="*/ 1343608 h 1399592"/>
              <a:gd name="connsiteX9" fmla="*/ 3536302 w 3536302"/>
              <a:gd name="connsiteY9" fmla="*/ 933061 h 1399592"/>
              <a:gd name="connsiteX0" fmla="*/ 0 w 3536302"/>
              <a:gd name="connsiteY0" fmla="*/ 830425 h 1390262"/>
              <a:gd name="connsiteX1" fmla="*/ 270588 w 3536302"/>
              <a:gd name="connsiteY1" fmla="*/ 830425 h 1390262"/>
              <a:gd name="connsiteX2" fmla="*/ 270588 w 3536302"/>
              <a:gd name="connsiteY2" fmla="*/ 18662 h 1390262"/>
              <a:gd name="connsiteX3" fmla="*/ 961053 w 3536302"/>
              <a:gd name="connsiteY3" fmla="*/ 27993 h 1390262"/>
              <a:gd name="connsiteX4" fmla="*/ 942392 w 3536302"/>
              <a:gd name="connsiteY4" fmla="*/ 1390262 h 1390262"/>
              <a:gd name="connsiteX5" fmla="*/ 1987421 w 3536302"/>
              <a:gd name="connsiteY5" fmla="*/ 811764 h 1390262"/>
              <a:gd name="connsiteX6" fmla="*/ 2006083 w 3536302"/>
              <a:gd name="connsiteY6" fmla="*/ 0 h 1390262"/>
              <a:gd name="connsiteX7" fmla="*/ 2743200 w 3536302"/>
              <a:gd name="connsiteY7" fmla="*/ 9332 h 1390262"/>
              <a:gd name="connsiteX8" fmla="*/ 2752531 w 3536302"/>
              <a:gd name="connsiteY8" fmla="*/ 1334278 h 1390262"/>
              <a:gd name="connsiteX9" fmla="*/ 3536302 w 3536302"/>
              <a:gd name="connsiteY9" fmla="*/ 923731 h 1390262"/>
              <a:gd name="connsiteX0" fmla="*/ 0 w 3536302"/>
              <a:gd name="connsiteY0" fmla="*/ 830425 h 1390262"/>
              <a:gd name="connsiteX1" fmla="*/ 270588 w 3536302"/>
              <a:gd name="connsiteY1" fmla="*/ 830425 h 1390262"/>
              <a:gd name="connsiteX2" fmla="*/ 270588 w 3536302"/>
              <a:gd name="connsiteY2" fmla="*/ 18662 h 1390262"/>
              <a:gd name="connsiteX3" fmla="*/ 961053 w 3536302"/>
              <a:gd name="connsiteY3" fmla="*/ 27993 h 1390262"/>
              <a:gd name="connsiteX4" fmla="*/ 942392 w 3536302"/>
              <a:gd name="connsiteY4" fmla="*/ 1390262 h 1390262"/>
              <a:gd name="connsiteX5" fmla="*/ 1987421 w 3536302"/>
              <a:gd name="connsiteY5" fmla="*/ 811764 h 1390262"/>
              <a:gd name="connsiteX6" fmla="*/ 1987422 w 3536302"/>
              <a:gd name="connsiteY6" fmla="*/ 0 h 1390262"/>
              <a:gd name="connsiteX7" fmla="*/ 2743200 w 3536302"/>
              <a:gd name="connsiteY7" fmla="*/ 9332 h 1390262"/>
              <a:gd name="connsiteX8" fmla="*/ 2752531 w 3536302"/>
              <a:gd name="connsiteY8" fmla="*/ 1334278 h 1390262"/>
              <a:gd name="connsiteX9" fmla="*/ 3536302 w 3536302"/>
              <a:gd name="connsiteY9" fmla="*/ 923731 h 1390262"/>
              <a:gd name="connsiteX0" fmla="*/ 0 w 3536302"/>
              <a:gd name="connsiteY0" fmla="*/ 830425 h 1390262"/>
              <a:gd name="connsiteX1" fmla="*/ 270588 w 3536302"/>
              <a:gd name="connsiteY1" fmla="*/ 830425 h 1390262"/>
              <a:gd name="connsiteX2" fmla="*/ 270588 w 3536302"/>
              <a:gd name="connsiteY2" fmla="*/ 18662 h 1390262"/>
              <a:gd name="connsiteX3" fmla="*/ 961053 w 3536302"/>
              <a:gd name="connsiteY3" fmla="*/ 27993 h 1390262"/>
              <a:gd name="connsiteX4" fmla="*/ 942392 w 3536302"/>
              <a:gd name="connsiteY4" fmla="*/ 1390262 h 1390262"/>
              <a:gd name="connsiteX5" fmla="*/ 1987421 w 3536302"/>
              <a:gd name="connsiteY5" fmla="*/ 811764 h 1390262"/>
              <a:gd name="connsiteX6" fmla="*/ 1987422 w 3536302"/>
              <a:gd name="connsiteY6" fmla="*/ 0 h 1390262"/>
              <a:gd name="connsiteX7" fmla="*/ 2743200 w 3536302"/>
              <a:gd name="connsiteY7" fmla="*/ 9332 h 1390262"/>
              <a:gd name="connsiteX8" fmla="*/ 2724540 w 3536302"/>
              <a:gd name="connsiteY8" fmla="*/ 1334278 h 1390262"/>
              <a:gd name="connsiteX9" fmla="*/ 3536302 w 3536302"/>
              <a:gd name="connsiteY9" fmla="*/ 923731 h 1390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36302" h="1390262">
                <a:moveTo>
                  <a:pt x="0" y="830425"/>
                </a:moveTo>
                <a:lnTo>
                  <a:pt x="270588" y="830425"/>
                </a:lnTo>
                <a:lnTo>
                  <a:pt x="270588" y="18662"/>
                </a:lnTo>
                <a:lnTo>
                  <a:pt x="961053" y="27993"/>
                </a:lnTo>
                <a:lnTo>
                  <a:pt x="942392" y="1390262"/>
                </a:lnTo>
                <a:cubicBezTo>
                  <a:pt x="1272074" y="1094792"/>
                  <a:pt x="1583094" y="920622"/>
                  <a:pt x="1987421" y="811764"/>
                </a:cubicBezTo>
                <a:cubicBezTo>
                  <a:pt x="1987421" y="541176"/>
                  <a:pt x="1987422" y="270588"/>
                  <a:pt x="1987422" y="0"/>
                </a:cubicBezTo>
                <a:lnTo>
                  <a:pt x="2743200" y="9332"/>
                </a:lnTo>
                <a:cubicBezTo>
                  <a:pt x="2746310" y="450981"/>
                  <a:pt x="2721430" y="892629"/>
                  <a:pt x="2724540" y="1334278"/>
                </a:cubicBezTo>
                <a:cubicBezTo>
                  <a:pt x="2936034" y="1113453"/>
                  <a:pt x="3231502" y="1013927"/>
                  <a:pt x="3536302" y="92373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What you target">
            <a:extLst>
              <a:ext uri="{FF2B5EF4-FFF2-40B4-BE49-F238E27FC236}">
                <a16:creationId xmlns:a16="http://schemas.microsoft.com/office/drawing/2014/main" id="{62CA1A30-0953-9249-A5F2-F9A6E2546600}"/>
              </a:ext>
            </a:extLst>
          </p:cNvPr>
          <p:cNvSpPr txBox="1"/>
          <p:nvPr/>
        </p:nvSpPr>
        <p:spPr>
          <a:xfrm>
            <a:off x="756445" y="5012964"/>
            <a:ext cx="2283620" cy="408623"/>
          </a:xfrm>
          <a:prstGeom prst="roundRect">
            <a:avLst/>
          </a:prstGeom>
          <a:ln w="38100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you target</a:t>
            </a:r>
          </a:p>
        </p:txBody>
      </p:sp>
      <p:sp>
        <p:nvSpPr>
          <p:cNvPr id="83" name="What you monitor">
            <a:extLst>
              <a:ext uri="{FF2B5EF4-FFF2-40B4-BE49-F238E27FC236}">
                <a16:creationId xmlns:a16="http://schemas.microsoft.com/office/drawing/2014/main" id="{FE3B289B-2FEC-CD42-9047-E13C18780A1E}"/>
              </a:ext>
            </a:extLst>
          </p:cNvPr>
          <p:cNvSpPr txBox="1"/>
          <p:nvPr/>
        </p:nvSpPr>
        <p:spPr>
          <a:xfrm>
            <a:off x="756445" y="5520747"/>
            <a:ext cx="2283621" cy="408623"/>
          </a:xfrm>
          <a:prstGeom prst="roundRect">
            <a:avLst/>
          </a:prstGeom>
          <a:ln w="38100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you monitor</a:t>
            </a:r>
          </a:p>
        </p:txBody>
      </p:sp>
      <p:sp>
        <p:nvSpPr>
          <p:cNvPr id="84" name="When to use">
            <a:extLst>
              <a:ext uri="{FF2B5EF4-FFF2-40B4-BE49-F238E27FC236}">
                <a16:creationId xmlns:a16="http://schemas.microsoft.com/office/drawing/2014/main" id="{11094F71-742A-754F-9C19-B9C987772C26}"/>
              </a:ext>
            </a:extLst>
          </p:cNvPr>
          <p:cNvSpPr txBox="1"/>
          <p:nvPr/>
        </p:nvSpPr>
        <p:spPr>
          <a:xfrm>
            <a:off x="774816" y="6028531"/>
            <a:ext cx="2153990" cy="408623"/>
          </a:xfrm>
          <a:prstGeom prst="roundRect">
            <a:avLst/>
          </a:prstGeom>
          <a:ln w="38100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When to use</a:t>
            </a:r>
          </a:p>
        </p:txBody>
      </p:sp>
      <p:sp>
        <p:nvSpPr>
          <p:cNvPr id="99" name="Classic square wave">
            <a:extLst>
              <a:ext uri="{FF2B5EF4-FFF2-40B4-BE49-F238E27FC236}">
                <a16:creationId xmlns:a16="http://schemas.microsoft.com/office/drawing/2014/main" id="{697879B0-35A1-7843-BAAD-625018F75357}"/>
              </a:ext>
            </a:extLst>
          </p:cNvPr>
          <p:cNvSpPr txBox="1"/>
          <p:nvPr/>
        </p:nvSpPr>
        <p:spPr>
          <a:xfrm>
            <a:off x="756445" y="3997398"/>
            <a:ext cx="2283621" cy="408623"/>
          </a:xfrm>
          <a:prstGeom prst="roundRect">
            <a:avLst/>
          </a:prstGeom>
          <a:ln w="38100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Classic square wave</a:t>
            </a:r>
          </a:p>
        </p:txBody>
      </p:sp>
      <p:sp>
        <p:nvSpPr>
          <p:cNvPr id="101" name="Mandatory RR">
            <a:extLst>
              <a:ext uri="{FF2B5EF4-FFF2-40B4-BE49-F238E27FC236}">
                <a16:creationId xmlns:a16="http://schemas.microsoft.com/office/drawing/2014/main" id="{DE92ED36-F95D-C74C-9F7F-BB2007A2372C}"/>
              </a:ext>
            </a:extLst>
          </p:cNvPr>
          <p:cNvSpPr txBox="1"/>
          <p:nvPr/>
        </p:nvSpPr>
        <p:spPr>
          <a:xfrm>
            <a:off x="774816" y="4505181"/>
            <a:ext cx="2283621" cy="408623"/>
          </a:xfrm>
          <a:prstGeom prst="roundRect">
            <a:avLst/>
          </a:prstGeom>
          <a:ln w="38100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Mandatory RR?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C2CF9F-963E-4B68-B1A6-4DF0B7D715E5}"/>
              </a:ext>
            </a:extLst>
          </p:cNvPr>
          <p:cNvSpPr/>
          <p:nvPr/>
        </p:nvSpPr>
        <p:spPr>
          <a:xfrm>
            <a:off x="5915142" y="3586477"/>
            <a:ext cx="1097365" cy="1546768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Case 1 - Q1">
            <a:extLst>
              <a:ext uri="{FF2B5EF4-FFF2-40B4-BE49-F238E27FC236}">
                <a16:creationId xmlns:a16="http://schemas.microsoft.com/office/drawing/2014/main" id="{485BEC68-150B-4419-BF20-144419904AE2}"/>
              </a:ext>
            </a:extLst>
          </p:cNvPr>
          <p:cNvSpPr/>
          <p:nvPr/>
        </p:nvSpPr>
        <p:spPr>
          <a:xfrm>
            <a:off x="6922264" y="4088596"/>
            <a:ext cx="2036439" cy="56462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Square wave can help identify the mode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4C5FFE-32DD-4A29-B374-987C5D7F1D15}"/>
              </a:ext>
            </a:extLst>
          </p:cNvPr>
          <p:cNvSpPr/>
          <p:nvPr/>
        </p:nvSpPr>
        <p:spPr>
          <a:xfrm>
            <a:off x="510077" y="4035315"/>
            <a:ext cx="287156" cy="3327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5C8F0B2-9C10-480F-833A-553702C19813}"/>
              </a:ext>
            </a:extLst>
          </p:cNvPr>
          <p:cNvSpPr/>
          <p:nvPr/>
        </p:nvSpPr>
        <p:spPr>
          <a:xfrm>
            <a:off x="506719" y="4529416"/>
            <a:ext cx="287156" cy="3327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18BBB3D7-445A-4D1C-A6B6-1184D27F3614}"/>
              </a:ext>
            </a:extLst>
          </p:cNvPr>
          <p:cNvSpPr/>
          <p:nvPr/>
        </p:nvSpPr>
        <p:spPr>
          <a:xfrm>
            <a:off x="510077" y="5050880"/>
            <a:ext cx="287156" cy="33279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C5FBF85-E501-464C-A8D1-A4D7B6EBBDE0}"/>
              </a:ext>
            </a:extLst>
          </p:cNvPr>
          <p:cNvSpPr/>
          <p:nvPr/>
        </p:nvSpPr>
        <p:spPr>
          <a:xfrm>
            <a:off x="510077" y="5564712"/>
            <a:ext cx="287156" cy="33279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4496E5E-113F-4B90-9BCD-87D1CA768115}"/>
              </a:ext>
            </a:extLst>
          </p:cNvPr>
          <p:cNvSpPr/>
          <p:nvPr/>
        </p:nvSpPr>
        <p:spPr>
          <a:xfrm>
            <a:off x="514211" y="6066447"/>
            <a:ext cx="287156" cy="33279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94" name="question 1">
            <a:hlinkClick r:id="rId10" action="ppaction://hlinksldjump"/>
            <a:extLst>
              <a:ext uri="{FF2B5EF4-FFF2-40B4-BE49-F238E27FC236}">
                <a16:creationId xmlns:a16="http://schemas.microsoft.com/office/drawing/2014/main" id="{C488E0B1-C061-4A0F-8DED-62468CEEC2B4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Mode</a:t>
            </a:r>
          </a:p>
        </p:txBody>
      </p:sp>
      <p:sp>
        <p:nvSpPr>
          <p:cNvPr id="95" name="Question 2">
            <a:hlinkClick r:id="rId11" action="ppaction://hlinksldjump"/>
            <a:extLst>
              <a:ext uri="{FF2B5EF4-FFF2-40B4-BE49-F238E27FC236}">
                <a16:creationId xmlns:a16="http://schemas.microsoft.com/office/drawing/2014/main" id="{8476C54D-7862-46BD-9722-BFB82BDAADCA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</a:t>
            </a:r>
            <a:r>
              <a:rPr lang="en-US" baseline="-25000" dirty="0">
                <a:solidFill>
                  <a:sysClr val="windowText" lastClr="000000"/>
                </a:solidFill>
              </a:rPr>
              <a:t>2</a:t>
            </a:r>
            <a:r>
              <a:rPr lang="en-US" dirty="0">
                <a:solidFill>
                  <a:sysClr val="windowText" lastClr="000000"/>
                </a:solidFill>
              </a:rPr>
              <a:t xml:space="preserve"> support</a:t>
            </a:r>
          </a:p>
        </p:txBody>
      </p:sp>
      <p:sp>
        <p:nvSpPr>
          <p:cNvPr id="97" name="question 4">
            <a:hlinkClick r:id="rId12" action="ppaction://hlinksldjump"/>
            <a:extLst>
              <a:ext uri="{FF2B5EF4-FFF2-40B4-BE49-F238E27FC236}">
                <a16:creationId xmlns:a16="http://schemas.microsoft.com/office/drawing/2014/main" id="{9BBF52AD-C059-4ADD-84F8-5FBA11749A5E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Ventilation</a:t>
            </a:r>
          </a:p>
        </p:txBody>
      </p:sp>
      <p:sp>
        <p:nvSpPr>
          <p:cNvPr id="102" name="question 1">
            <a:hlinkClick r:id="rId13" action="ppaction://hlinksldjump"/>
            <a:extLst>
              <a:ext uri="{FF2B5EF4-FFF2-40B4-BE49-F238E27FC236}">
                <a16:creationId xmlns:a16="http://schemas.microsoft.com/office/drawing/2014/main" id="{9107D4C3-77E5-4CD8-9472-E8F561773C44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Orientation</a:t>
            </a:r>
          </a:p>
        </p:txBody>
      </p:sp>
      <p:sp>
        <p:nvSpPr>
          <p:cNvPr id="103" name="question 4">
            <a:hlinkClick r:id="rId14" action="ppaction://hlinksldjump"/>
            <a:extLst>
              <a:ext uri="{FF2B5EF4-FFF2-40B4-BE49-F238E27FC236}">
                <a16:creationId xmlns:a16="http://schemas.microsoft.com/office/drawing/2014/main" id="{8029DC16-5CFB-47C9-AD07-C77877D7BBC5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104" name="question 3">
            <a:hlinkClick r:id="rId15" action="ppaction://hlinksldjump"/>
            <a:extLst>
              <a:ext uri="{FF2B5EF4-FFF2-40B4-BE49-F238E27FC236}">
                <a16:creationId xmlns:a16="http://schemas.microsoft.com/office/drawing/2014/main" id="{FEEEC873-89BF-4614-8EA7-E6004ABFFA76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Mechanics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05" name="Graphic 104" descr="Cursor with solid fill">
            <a:extLst>
              <a:ext uri="{FF2B5EF4-FFF2-40B4-BE49-F238E27FC236}">
                <a16:creationId xmlns:a16="http://schemas.microsoft.com/office/drawing/2014/main" id="{CC14FA5F-8325-4CC7-AEB8-70052C672A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60596" y="1540247"/>
            <a:ext cx="301752" cy="301752"/>
          </a:xfrm>
          <a:prstGeom prst="rect">
            <a:avLst/>
          </a:prstGeom>
        </p:spPr>
      </p:pic>
      <p:pic>
        <p:nvPicPr>
          <p:cNvPr id="106" name="Graphic 105" descr="Cursor with solid fill">
            <a:extLst>
              <a:ext uri="{FF2B5EF4-FFF2-40B4-BE49-F238E27FC236}">
                <a16:creationId xmlns:a16="http://schemas.microsoft.com/office/drawing/2014/main" id="{469BC143-178F-41FB-BE5E-D99037E38E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60596" y="2088760"/>
            <a:ext cx="301752" cy="301752"/>
          </a:xfrm>
          <a:prstGeom prst="rect">
            <a:avLst/>
          </a:prstGeom>
        </p:spPr>
      </p:pic>
      <p:pic>
        <p:nvPicPr>
          <p:cNvPr id="107" name="Graphic 106" descr="Cursor with solid fill">
            <a:extLst>
              <a:ext uri="{FF2B5EF4-FFF2-40B4-BE49-F238E27FC236}">
                <a16:creationId xmlns:a16="http://schemas.microsoft.com/office/drawing/2014/main" id="{88E748E3-93AC-47C8-9898-F24306C7D7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pic>
        <p:nvPicPr>
          <p:cNvPr id="108" name="Graphic 107" descr="Cursor with solid fill">
            <a:extLst>
              <a:ext uri="{FF2B5EF4-FFF2-40B4-BE49-F238E27FC236}">
                <a16:creationId xmlns:a16="http://schemas.microsoft.com/office/drawing/2014/main" id="{E3771DAC-F27A-4CE0-A2DD-04B2449CFC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60596" y="2652352"/>
            <a:ext cx="301752" cy="301752"/>
          </a:xfrm>
          <a:prstGeom prst="rect">
            <a:avLst/>
          </a:prstGeom>
        </p:spPr>
      </p:pic>
      <p:pic>
        <p:nvPicPr>
          <p:cNvPr id="109" name="Graphic 108" descr="Cursor with solid fill">
            <a:extLst>
              <a:ext uri="{FF2B5EF4-FFF2-40B4-BE49-F238E27FC236}">
                <a16:creationId xmlns:a16="http://schemas.microsoft.com/office/drawing/2014/main" id="{03A19295-8D76-467B-8B6C-2453C1220E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60596" y="411054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62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</p:childTnLst>
        </p:cTn>
      </p:par>
    </p:tnLst>
    <p:bldLst>
      <p:bldP spid="6" grpId="0" animBg="1"/>
      <p:bldP spid="1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arget">
            <a:extLst>
              <a:ext uri="{FF2B5EF4-FFF2-40B4-BE49-F238E27FC236}">
                <a16:creationId xmlns:a16="http://schemas.microsoft.com/office/drawing/2014/main" id="{B517B959-9285-4498-AF72-14421DE3D515}"/>
              </a:ext>
            </a:extLst>
          </p:cNvPr>
          <p:cNvSpPr txBox="1"/>
          <p:nvPr/>
        </p:nvSpPr>
        <p:spPr>
          <a:xfrm>
            <a:off x="756445" y="4906948"/>
            <a:ext cx="2283620" cy="408623"/>
          </a:xfrm>
          <a:prstGeom prst="roundRect">
            <a:avLst/>
          </a:prstGeom>
          <a:ln w="38100">
            <a:solidFill>
              <a:schemeClr val="accent6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you target</a:t>
            </a:r>
          </a:p>
        </p:txBody>
      </p:sp>
      <p:sp>
        <p:nvSpPr>
          <p:cNvPr id="147" name="MOnitor">
            <a:extLst>
              <a:ext uri="{FF2B5EF4-FFF2-40B4-BE49-F238E27FC236}">
                <a16:creationId xmlns:a16="http://schemas.microsoft.com/office/drawing/2014/main" id="{DDAAD082-6433-402F-B913-8AA21ED79441}"/>
              </a:ext>
            </a:extLst>
          </p:cNvPr>
          <p:cNvSpPr txBox="1"/>
          <p:nvPr/>
        </p:nvSpPr>
        <p:spPr>
          <a:xfrm>
            <a:off x="756445" y="5430303"/>
            <a:ext cx="2283621" cy="408623"/>
          </a:xfrm>
          <a:prstGeom prst="roundRect">
            <a:avLst/>
          </a:prstGeom>
          <a:ln w="38100">
            <a:solidFill>
              <a:schemeClr val="accent4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you monitor</a:t>
            </a:r>
          </a:p>
        </p:txBody>
      </p:sp>
      <p:sp>
        <p:nvSpPr>
          <p:cNvPr id="148" name="USe">
            <a:extLst>
              <a:ext uri="{FF2B5EF4-FFF2-40B4-BE49-F238E27FC236}">
                <a16:creationId xmlns:a16="http://schemas.microsoft.com/office/drawing/2014/main" id="{A0FCC64C-4651-4F16-BA70-D1E2154DAA50}"/>
              </a:ext>
            </a:extLst>
          </p:cNvPr>
          <p:cNvSpPr txBox="1"/>
          <p:nvPr/>
        </p:nvSpPr>
        <p:spPr>
          <a:xfrm>
            <a:off x="756445" y="5953656"/>
            <a:ext cx="2283621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When to use</a:t>
            </a:r>
          </a:p>
        </p:txBody>
      </p:sp>
      <p:sp>
        <p:nvSpPr>
          <p:cNvPr id="149" name="Square">
            <a:extLst>
              <a:ext uri="{FF2B5EF4-FFF2-40B4-BE49-F238E27FC236}">
                <a16:creationId xmlns:a16="http://schemas.microsoft.com/office/drawing/2014/main" id="{E14CBD63-D989-4E1F-BA07-04EE3218EFCB}"/>
              </a:ext>
            </a:extLst>
          </p:cNvPr>
          <p:cNvSpPr txBox="1"/>
          <p:nvPr/>
        </p:nvSpPr>
        <p:spPr>
          <a:xfrm>
            <a:off x="756445" y="3860238"/>
            <a:ext cx="2283621" cy="408623"/>
          </a:xfrm>
          <a:prstGeom prst="roundRect">
            <a:avLst/>
          </a:prstGeom>
          <a:ln w="381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Classic square wave</a:t>
            </a:r>
          </a:p>
        </p:txBody>
      </p:sp>
      <p:sp>
        <p:nvSpPr>
          <p:cNvPr id="150" name="RR\">
            <a:extLst>
              <a:ext uri="{FF2B5EF4-FFF2-40B4-BE49-F238E27FC236}">
                <a16:creationId xmlns:a16="http://schemas.microsoft.com/office/drawing/2014/main" id="{3FC5A176-E32A-44B5-81D5-32DB61782F90}"/>
              </a:ext>
            </a:extLst>
          </p:cNvPr>
          <p:cNvSpPr txBox="1"/>
          <p:nvPr/>
        </p:nvSpPr>
        <p:spPr>
          <a:xfrm>
            <a:off x="756445" y="4383593"/>
            <a:ext cx="2283621" cy="408623"/>
          </a:xfrm>
          <a:prstGeom prst="roundRect">
            <a:avLst/>
          </a:prstGeom>
          <a:ln w="38100">
            <a:solidFill>
              <a:srgbClr val="FF0000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Mandatory RR?</a:t>
            </a:r>
          </a:p>
        </p:txBody>
      </p:sp>
      <p:sp>
        <p:nvSpPr>
          <p:cNvPr id="87" name="question 1">
            <a:hlinkClick r:id="rId3" action="ppaction://hlinksldjump"/>
            <a:extLst>
              <a:ext uri="{FF2B5EF4-FFF2-40B4-BE49-F238E27FC236}">
                <a16:creationId xmlns:a16="http://schemas.microsoft.com/office/drawing/2014/main" id="{CB5EC53F-7510-A244-BD44-2DEE41AD2819}"/>
              </a:ext>
            </a:extLst>
          </p:cNvPr>
          <p:cNvSpPr txBox="1"/>
          <p:nvPr/>
        </p:nvSpPr>
        <p:spPr>
          <a:xfrm>
            <a:off x="3393058" y="711952"/>
            <a:ext cx="1905102" cy="40862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Pressure Control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BD2DC08-CE17-5749-ADB6-CF8AD8B76ABA}"/>
              </a:ext>
            </a:extLst>
          </p:cNvPr>
          <p:cNvGrpSpPr/>
          <p:nvPr/>
        </p:nvGrpSpPr>
        <p:grpSpPr>
          <a:xfrm>
            <a:off x="3867664" y="1382357"/>
            <a:ext cx="7132845" cy="4811668"/>
            <a:chOff x="3867664" y="1382357"/>
            <a:chExt cx="7132845" cy="481166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E01CFC4-B3D3-7B47-BB87-1AA585EA4449}"/>
                </a:ext>
              </a:extLst>
            </p:cNvPr>
            <p:cNvSpPr/>
            <p:nvPr/>
          </p:nvSpPr>
          <p:spPr>
            <a:xfrm>
              <a:off x="3867664" y="1382357"/>
              <a:ext cx="7132845" cy="4811668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8344300-2EB9-8843-824B-A5FA572A27F8}"/>
                </a:ext>
              </a:extLst>
            </p:cNvPr>
            <p:cNvSpPr/>
            <p:nvPr/>
          </p:nvSpPr>
          <p:spPr>
            <a:xfrm>
              <a:off x="5404449" y="1673355"/>
              <a:ext cx="4219183" cy="39543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429063E-CF6C-7843-941F-F419E1F0114A}"/>
                </a:ext>
              </a:extLst>
            </p:cNvPr>
            <p:cNvSpPr/>
            <p:nvPr/>
          </p:nvSpPr>
          <p:spPr>
            <a:xfrm>
              <a:off x="9897561" y="4995958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40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AEA3EA8-DFF3-1542-83F6-5FB76B780EF5}"/>
                </a:ext>
              </a:extLst>
            </p:cNvPr>
            <p:cNvSpPr txBox="1"/>
            <p:nvPr/>
          </p:nvSpPr>
          <p:spPr>
            <a:xfrm>
              <a:off x="10058242" y="5757075"/>
              <a:ext cx="574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FiO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ABE9B01-2FE3-DA41-9316-4466F2AF89A4}"/>
                </a:ext>
              </a:extLst>
            </p:cNvPr>
            <p:cNvSpPr txBox="1"/>
            <p:nvPr/>
          </p:nvSpPr>
          <p:spPr>
            <a:xfrm>
              <a:off x="9980610" y="457003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PEEP</a:t>
              </a:r>
              <a:endParaRPr lang="en-US" baseline="-250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5BF90E2-EFAD-8848-A8C0-6CB3DAEFC0FF}"/>
                </a:ext>
              </a:extLst>
            </p:cNvPr>
            <p:cNvSpPr txBox="1"/>
            <p:nvPr/>
          </p:nvSpPr>
          <p:spPr>
            <a:xfrm>
              <a:off x="10086408" y="2241468"/>
              <a:ext cx="434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RR</a:t>
              </a:r>
              <a:endParaRPr lang="en-US" baseline="-25000" dirty="0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88CCE97-A2DA-6148-9C3C-F4F4547259B4}"/>
                </a:ext>
              </a:extLst>
            </p:cNvPr>
            <p:cNvGrpSpPr/>
            <p:nvPr/>
          </p:nvGrpSpPr>
          <p:grpSpPr>
            <a:xfrm>
              <a:off x="5832092" y="1883420"/>
              <a:ext cx="3633805" cy="1416221"/>
              <a:chOff x="5288692" y="1890584"/>
              <a:chExt cx="3633805" cy="1416221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B8571777-595E-7640-B695-0F951802EA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88692" y="1890584"/>
                <a:ext cx="0" cy="1416219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83FF85CD-F269-364B-9544-E90F02913E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91671" y="3306804"/>
                <a:ext cx="3630826" cy="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0B4DC24-570A-FB41-B861-21ED8C2222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2092" y="3754096"/>
              <a:ext cx="0" cy="141621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A11792D-50CF-7E4C-8B12-11F5E23A73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5071" y="4737827"/>
              <a:ext cx="3630826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2F33D93-5A20-BC43-923C-18243E24791F}"/>
                </a:ext>
              </a:extLst>
            </p:cNvPr>
            <p:cNvSpPr txBox="1"/>
            <p:nvPr/>
          </p:nvSpPr>
          <p:spPr>
            <a:xfrm>
              <a:off x="7324226" y="3255787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1892BF0-77C7-814A-BF95-FBDF4198184A}"/>
                </a:ext>
              </a:extLst>
            </p:cNvPr>
            <p:cNvSpPr txBox="1"/>
            <p:nvPr/>
          </p:nvSpPr>
          <p:spPr>
            <a:xfrm>
              <a:off x="7324226" y="5133244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5CF4D54-74C2-2241-B9FD-7416E4AD2C54}"/>
                </a:ext>
              </a:extLst>
            </p:cNvPr>
            <p:cNvSpPr txBox="1"/>
            <p:nvPr/>
          </p:nvSpPr>
          <p:spPr>
            <a:xfrm rot="16200000">
              <a:off x="5161627" y="2406864"/>
              <a:ext cx="989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Pressure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51316E9-5619-864E-8274-4404FF030FE7}"/>
                </a:ext>
              </a:extLst>
            </p:cNvPr>
            <p:cNvSpPr txBox="1"/>
            <p:nvPr/>
          </p:nvSpPr>
          <p:spPr>
            <a:xfrm rot="16200000">
              <a:off x="5341804" y="4277541"/>
              <a:ext cx="629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Flow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FD22A6C-ACC5-9C41-BE15-DFB8A8AE8A22}"/>
                </a:ext>
              </a:extLst>
            </p:cNvPr>
            <p:cNvSpPr txBox="1"/>
            <p:nvPr/>
          </p:nvSpPr>
          <p:spPr>
            <a:xfrm>
              <a:off x="9960455" y="3395453"/>
              <a:ext cx="742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</a:t>
              </a:r>
              <a:r>
                <a:rPr lang="en-US" baseline="-25000" dirty="0"/>
                <a:t>control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0DE0000-E82F-6C44-B6FE-A75896D465A6}"/>
                </a:ext>
              </a:extLst>
            </p:cNvPr>
            <p:cNvSpPr/>
            <p:nvPr/>
          </p:nvSpPr>
          <p:spPr>
            <a:xfrm>
              <a:off x="9897561" y="3816104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4776A82-78DB-4243-81EA-C8236EC1217D}"/>
                </a:ext>
              </a:extLst>
            </p:cNvPr>
            <p:cNvSpPr/>
            <p:nvPr/>
          </p:nvSpPr>
          <p:spPr>
            <a:xfrm>
              <a:off x="9897561" y="1456394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24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6E6BFE7-CEBC-024D-9463-4B8F6AF26772}"/>
                </a:ext>
              </a:extLst>
            </p:cNvPr>
            <p:cNvSpPr/>
            <p:nvPr/>
          </p:nvSpPr>
          <p:spPr>
            <a:xfrm>
              <a:off x="9897561" y="2636249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20</a:t>
              </a: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6D274997-2B94-4A42-ADC4-0EFB54460A3C}"/>
              </a:ext>
            </a:extLst>
          </p:cNvPr>
          <p:cNvSpPr/>
          <p:nvPr/>
        </p:nvSpPr>
        <p:spPr>
          <a:xfrm>
            <a:off x="6359632" y="1783081"/>
            <a:ext cx="1377309" cy="1551927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3365BD-15FF-3346-9778-05A288130EB9}"/>
              </a:ext>
            </a:extLst>
          </p:cNvPr>
          <p:cNvSpPr/>
          <p:nvPr/>
        </p:nvSpPr>
        <p:spPr>
          <a:xfrm>
            <a:off x="9811353" y="1432644"/>
            <a:ext cx="995192" cy="11122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Case 1 - Q1">
            <a:extLst>
              <a:ext uri="{FF2B5EF4-FFF2-40B4-BE49-F238E27FC236}">
                <a16:creationId xmlns:a16="http://schemas.microsoft.com/office/drawing/2014/main" id="{B42E0239-FE72-8F46-A76D-451B1D64ACAE}"/>
              </a:ext>
            </a:extLst>
          </p:cNvPr>
          <p:cNvSpPr/>
          <p:nvPr/>
        </p:nvSpPr>
        <p:spPr>
          <a:xfrm>
            <a:off x="11100473" y="2784032"/>
            <a:ext cx="927053" cy="77764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Set target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Δ</a:t>
            </a:r>
            <a:r>
              <a:rPr lang="en-US" sz="1400" dirty="0"/>
              <a:t>P above PEEP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642E3D0-5686-CB41-A178-A6CBEF2A1FD3}"/>
              </a:ext>
            </a:extLst>
          </p:cNvPr>
          <p:cNvSpPr/>
          <p:nvPr/>
        </p:nvSpPr>
        <p:spPr>
          <a:xfrm>
            <a:off x="9817181" y="2597247"/>
            <a:ext cx="995192" cy="115121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7D84AF5-FD0B-DF4E-A871-4D41EDDA8496}"/>
              </a:ext>
            </a:extLst>
          </p:cNvPr>
          <p:cNvSpPr/>
          <p:nvPr/>
        </p:nvSpPr>
        <p:spPr>
          <a:xfrm>
            <a:off x="4148770" y="1672521"/>
            <a:ext cx="1053132" cy="3460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5"/>
                </a:solidFill>
              </a:rPr>
              <a:t>P</a:t>
            </a:r>
            <a:r>
              <a:rPr lang="en-US" baseline="-25000" dirty="0">
                <a:solidFill>
                  <a:schemeClr val="accent5"/>
                </a:solidFill>
              </a:rPr>
              <a:t>Peak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25 </a:t>
            </a:r>
            <a:r>
              <a:rPr lang="en-US" sz="1000" dirty="0">
                <a:solidFill>
                  <a:schemeClr val="accent5"/>
                </a:solidFill>
              </a:rPr>
              <a:t>cm H</a:t>
            </a:r>
            <a:r>
              <a:rPr lang="en-US" sz="1000" baseline="-25000" dirty="0">
                <a:solidFill>
                  <a:schemeClr val="accent5"/>
                </a:solidFill>
              </a:rPr>
              <a:t>2</a:t>
            </a:r>
            <a:r>
              <a:rPr lang="en-US" sz="1000" dirty="0">
                <a:solidFill>
                  <a:schemeClr val="accent5"/>
                </a:solidFill>
              </a:rPr>
              <a:t xml:space="preserve">O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355 </a:t>
            </a:r>
            <a:r>
              <a:rPr lang="en-US" sz="1000" dirty="0">
                <a:solidFill>
                  <a:schemeClr val="accent5"/>
                </a:solidFill>
              </a:rPr>
              <a:t>mL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RR</a:t>
            </a:r>
            <a:endParaRPr lang="en-US" baseline="-25000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25 </a:t>
            </a:r>
            <a:r>
              <a:rPr lang="en-US" sz="1000" dirty="0">
                <a:solidFill>
                  <a:schemeClr val="accent5"/>
                </a:solidFill>
              </a:rPr>
              <a:t>min</a:t>
            </a:r>
            <a:r>
              <a:rPr lang="en-US" sz="1000" baseline="30000" dirty="0">
                <a:solidFill>
                  <a:schemeClr val="accent5"/>
                </a:solidFill>
              </a:rPr>
              <a:t>-1</a:t>
            </a:r>
            <a:r>
              <a:rPr lang="en-US" sz="3000" dirty="0">
                <a:solidFill>
                  <a:schemeClr val="accent5"/>
                </a:solidFill>
              </a:rPr>
              <a:t xml:space="preserve">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Min Vent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8.9 </a:t>
            </a:r>
            <a:r>
              <a:rPr lang="en-US" sz="1000" dirty="0">
                <a:solidFill>
                  <a:schemeClr val="accent5"/>
                </a:solidFill>
              </a:rPr>
              <a:t>L/min</a:t>
            </a:r>
          </a:p>
          <a:p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4311D2D-5104-5544-97F3-3AA268BA243F}"/>
              </a:ext>
            </a:extLst>
          </p:cNvPr>
          <p:cNvSpPr/>
          <p:nvPr/>
        </p:nvSpPr>
        <p:spPr>
          <a:xfrm>
            <a:off x="4184395" y="2465555"/>
            <a:ext cx="981750" cy="92989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8448E530-360C-4A67-B2FC-6E45AD78B6FE}"/>
              </a:ext>
            </a:extLst>
          </p:cNvPr>
          <p:cNvSpPr/>
          <p:nvPr/>
        </p:nvSpPr>
        <p:spPr>
          <a:xfrm>
            <a:off x="5823013" y="2042700"/>
            <a:ext cx="3545632" cy="979714"/>
          </a:xfrm>
          <a:custGeom>
            <a:avLst/>
            <a:gdLst>
              <a:gd name="connsiteX0" fmla="*/ 0 w 3657600"/>
              <a:gd name="connsiteY0" fmla="*/ 951722 h 979714"/>
              <a:gd name="connsiteX1" fmla="*/ 905070 w 3657600"/>
              <a:gd name="connsiteY1" fmla="*/ 933061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70384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42391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536302"/>
              <a:gd name="connsiteY0" fmla="*/ 933060 h 979714"/>
              <a:gd name="connsiteX1" fmla="*/ 783772 w 3536302"/>
              <a:gd name="connsiteY1" fmla="*/ 942392 h 979714"/>
              <a:gd name="connsiteX2" fmla="*/ 793102 w 3536302"/>
              <a:gd name="connsiteY2" fmla="*/ 0 h 979714"/>
              <a:gd name="connsiteX3" fmla="*/ 1660849 w 3536302"/>
              <a:gd name="connsiteY3" fmla="*/ 0 h 979714"/>
              <a:gd name="connsiteX4" fmla="*/ 1651519 w 3536302"/>
              <a:gd name="connsiteY4" fmla="*/ 951722 h 979714"/>
              <a:gd name="connsiteX5" fmla="*/ 2500604 w 3536302"/>
              <a:gd name="connsiteY5" fmla="*/ 942391 h 979714"/>
              <a:gd name="connsiteX6" fmla="*/ 2509935 w 3536302"/>
              <a:gd name="connsiteY6" fmla="*/ 46653 h 979714"/>
              <a:gd name="connsiteX7" fmla="*/ 3284376 w 3536302"/>
              <a:gd name="connsiteY7" fmla="*/ 46653 h 979714"/>
              <a:gd name="connsiteX8" fmla="*/ 3293706 w 3536302"/>
              <a:gd name="connsiteY8" fmla="*/ 970384 h 979714"/>
              <a:gd name="connsiteX9" fmla="*/ 3536302 w 353630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509934 w 3545632"/>
              <a:gd name="connsiteY5" fmla="*/ 94239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70382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00604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45632" h="979714">
                <a:moveTo>
                  <a:pt x="0" y="933060"/>
                </a:moveTo>
                <a:lnTo>
                  <a:pt x="793102" y="942392"/>
                </a:lnTo>
                <a:lnTo>
                  <a:pt x="802432" y="0"/>
                </a:lnTo>
                <a:lnTo>
                  <a:pt x="1670179" y="0"/>
                </a:lnTo>
                <a:lnTo>
                  <a:pt x="1660849" y="951722"/>
                </a:lnTo>
                <a:lnTo>
                  <a:pt x="2491272" y="951721"/>
                </a:lnTo>
                <a:cubicBezTo>
                  <a:pt x="2494382" y="650031"/>
                  <a:pt x="2497494" y="348343"/>
                  <a:pt x="2500604" y="46653"/>
                </a:cubicBezTo>
                <a:lnTo>
                  <a:pt x="3312368" y="46653"/>
                </a:lnTo>
                <a:cubicBezTo>
                  <a:pt x="3309257" y="354563"/>
                  <a:pt x="3306147" y="662474"/>
                  <a:pt x="3303036" y="970384"/>
                </a:cubicBezTo>
                <a:lnTo>
                  <a:pt x="3545632" y="979714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D00559E5-96C4-40F7-8AB2-C4CCBDA47B87}"/>
              </a:ext>
            </a:extLst>
          </p:cNvPr>
          <p:cNvSpPr/>
          <p:nvPr/>
        </p:nvSpPr>
        <p:spPr>
          <a:xfrm>
            <a:off x="5822303" y="3741573"/>
            <a:ext cx="3601616" cy="1483568"/>
          </a:xfrm>
          <a:custGeom>
            <a:avLst/>
            <a:gdLst>
              <a:gd name="connsiteX0" fmla="*/ 0 w 3489649"/>
              <a:gd name="connsiteY0" fmla="*/ 961053 h 1576874"/>
              <a:gd name="connsiteX1" fmla="*/ 755780 w 3489649"/>
              <a:gd name="connsiteY1" fmla="*/ 970384 h 1576874"/>
              <a:gd name="connsiteX2" fmla="*/ 765111 w 3489649"/>
              <a:gd name="connsiteY2" fmla="*/ 0 h 1576874"/>
              <a:gd name="connsiteX3" fmla="*/ 1576874 w 3489649"/>
              <a:gd name="connsiteY3" fmla="*/ 251927 h 1576874"/>
              <a:gd name="connsiteX4" fmla="*/ 1660849 w 3489649"/>
              <a:gd name="connsiteY4" fmla="*/ 1576874 h 1576874"/>
              <a:gd name="connsiteX5" fmla="*/ 2565919 w 3489649"/>
              <a:gd name="connsiteY5" fmla="*/ 970384 h 1576874"/>
              <a:gd name="connsiteX6" fmla="*/ 2547258 w 3489649"/>
              <a:gd name="connsiteY6" fmla="*/ 65315 h 1576874"/>
              <a:gd name="connsiteX7" fmla="*/ 3228392 w 3489649"/>
              <a:gd name="connsiteY7" fmla="*/ 401217 h 1576874"/>
              <a:gd name="connsiteX8" fmla="*/ 3275045 w 3489649"/>
              <a:gd name="connsiteY8" fmla="*/ 1474237 h 1576874"/>
              <a:gd name="connsiteX9" fmla="*/ 3489649 w 3489649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875453 w 3526971"/>
              <a:gd name="connsiteY3" fmla="*/ 345234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474237"/>
              <a:gd name="connsiteX1" fmla="*/ 793102 w 3526971"/>
              <a:gd name="connsiteY1" fmla="*/ 970384 h 1474237"/>
              <a:gd name="connsiteX2" fmla="*/ 802433 w 3526971"/>
              <a:gd name="connsiteY2" fmla="*/ 0 h 1474237"/>
              <a:gd name="connsiteX3" fmla="*/ 1875453 w 3526971"/>
              <a:gd name="connsiteY3" fmla="*/ 345234 h 1474237"/>
              <a:gd name="connsiteX4" fmla="*/ 1950098 w 3526971"/>
              <a:gd name="connsiteY4" fmla="*/ 1446246 h 1474237"/>
              <a:gd name="connsiteX5" fmla="*/ 2603241 w 3526971"/>
              <a:gd name="connsiteY5" fmla="*/ 970384 h 1474237"/>
              <a:gd name="connsiteX6" fmla="*/ 2584580 w 3526971"/>
              <a:gd name="connsiteY6" fmla="*/ 65315 h 1474237"/>
              <a:gd name="connsiteX7" fmla="*/ 3265714 w 3526971"/>
              <a:gd name="connsiteY7" fmla="*/ 401217 h 1474237"/>
              <a:gd name="connsiteX8" fmla="*/ 3312367 w 3526971"/>
              <a:gd name="connsiteY8" fmla="*/ 1474237 h 1474237"/>
              <a:gd name="connsiteX9" fmla="*/ 3526971 w 3526971"/>
              <a:gd name="connsiteY9" fmla="*/ 1138335 h 1474237"/>
              <a:gd name="connsiteX0" fmla="*/ 0 w 3526971"/>
              <a:gd name="connsiteY0" fmla="*/ 1315617 h 1483568"/>
              <a:gd name="connsiteX1" fmla="*/ 793102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718457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830424 w 3526971"/>
              <a:gd name="connsiteY1" fmla="*/ 979715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82147 w 3526971"/>
              <a:gd name="connsiteY3" fmla="*/ 373226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359020 w 3526971"/>
              <a:gd name="connsiteY7" fmla="*/ 438540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483568"/>
              <a:gd name="connsiteX1" fmla="*/ 830424 w 3526971"/>
              <a:gd name="connsiteY1" fmla="*/ 998376 h 1483568"/>
              <a:gd name="connsiteX2" fmla="*/ 839756 w 3526971"/>
              <a:gd name="connsiteY2" fmla="*/ 0 h 1483568"/>
              <a:gd name="connsiteX3" fmla="*/ 1679510 w 3526971"/>
              <a:gd name="connsiteY3" fmla="*/ 307911 h 1483568"/>
              <a:gd name="connsiteX4" fmla="*/ 1679510 w 3526971"/>
              <a:gd name="connsiteY4" fmla="*/ 1446247 h 1483568"/>
              <a:gd name="connsiteX5" fmla="*/ 2603241 w 3526971"/>
              <a:gd name="connsiteY5" fmla="*/ 998376 h 1483568"/>
              <a:gd name="connsiteX6" fmla="*/ 2584580 w 3526971"/>
              <a:gd name="connsiteY6" fmla="*/ 93307 h 1483568"/>
              <a:gd name="connsiteX7" fmla="*/ 3359020 w 3526971"/>
              <a:gd name="connsiteY7" fmla="*/ 438540 h 1483568"/>
              <a:gd name="connsiteX8" fmla="*/ 3377681 w 3526971"/>
              <a:gd name="connsiteY8" fmla="*/ 1483568 h 1483568"/>
              <a:gd name="connsiteX9" fmla="*/ 3526971 w 3526971"/>
              <a:gd name="connsiteY9" fmla="*/ 1166327 h 1483568"/>
              <a:gd name="connsiteX0" fmla="*/ 0 w 3573624"/>
              <a:gd name="connsiteY0" fmla="*/ 1334278 h 1483568"/>
              <a:gd name="connsiteX1" fmla="*/ 830424 w 3573624"/>
              <a:gd name="connsiteY1" fmla="*/ 998376 h 1483568"/>
              <a:gd name="connsiteX2" fmla="*/ 839756 w 3573624"/>
              <a:gd name="connsiteY2" fmla="*/ 0 h 1483568"/>
              <a:gd name="connsiteX3" fmla="*/ 1679510 w 3573624"/>
              <a:gd name="connsiteY3" fmla="*/ 307911 h 1483568"/>
              <a:gd name="connsiteX4" fmla="*/ 1679510 w 3573624"/>
              <a:gd name="connsiteY4" fmla="*/ 1446247 h 1483568"/>
              <a:gd name="connsiteX5" fmla="*/ 2603241 w 3573624"/>
              <a:gd name="connsiteY5" fmla="*/ 998376 h 1483568"/>
              <a:gd name="connsiteX6" fmla="*/ 2584580 w 3573624"/>
              <a:gd name="connsiteY6" fmla="*/ 93307 h 1483568"/>
              <a:gd name="connsiteX7" fmla="*/ 3359020 w 3573624"/>
              <a:gd name="connsiteY7" fmla="*/ 438540 h 1483568"/>
              <a:gd name="connsiteX8" fmla="*/ 3377681 w 3573624"/>
              <a:gd name="connsiteY8" fmla="*/ 1483568 h 1483568"/>
              <a:gd name="connsiteX9" fmla="*/ 3573624 w 3573624"/>
              <a:gd name="connsiteY9" fmla="*/ 1184989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84579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38774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01616" h="1483568">
                <a:moveTo>
                  <a:pt x="0" y="1334278"/>
                </a:moveTo>
                <a:cubicBezTo>
                  <a:pt x="233266" y="1150776"/>
                  <a:pt x="559835" y="1060580"/>
                  <a:pt x="830424" y="998376"/>
                </a:cubicBezTo>
                <a:cubicBezTo>
                  <a:pt x="833534" y="674915"/>
                  <a:pt x="836646" y="323461"/>
                  <a:pt x="839756" y="0"/>
                </a:cubicBezTo>
                <a:lnTo>
                  <a:pt x="1642188" y="307911"/>
                </a:lnTo>
                <a:cubicBezTo>
                  <a:pt x="1645298" y="671805"/>
                  <a:pt x="1648408" y="1082353"/>
                  <a:pt x="1651518" y="1446247"/>
                </a:cubicBezTo>
                <a:cubicBezTo>
                  <a:pt x="1912775" y="1212981"/>
                  <a:pt x="2202802" y="1073023"/>
                  <a:pt x="2557365" y="979716"/>
                </a:cubicBezTo>
                <a:cubicBezTo>
                  <a:pt x="2557365" y="681136"/>
                  <a:pt x="2553608" y="366876"/>
                  <a:pt x="2553608" y="68296"/>
                </a:cubicBezTo>
                <a:lnTo>
                  <a:pt x="3333620" y="387740"/>
                </a:lnTo>
                <a:cubicBezTo>
                  <a:pt x="3333490" y="733966"/>
                  <a:pt x="3333361" y="1137342"/>
                  <a:pt x="3333231" y="1483568"/>
                </a:cubicBezTo>
                <a:cubicBezTo>
                  <a:pt x="3454529" y="1306287"/>
                  <a:pt x="3508310" y="1287626"/>
                  <a:pt x="3601616" y="120365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Case 1 - Q1">
            <a:extLst>
              <a:ext uri="{FF2B5EF4-FFF2-40B4-BE49-F238E27FC236}">
                <a16:creationId xmlns:a16="http://schemas.microsoft.com/office/drawing/2014/main" id="{5CC675E4-ECF6-0046-8875-43705B8D92E9}"/>
              </a:ext>
            </a:extLst>
          </p:cNvPr>
          <p:cNvSpPr/>
          <p:nvPr/>
        </p:nvSpPr>
        <p:spPr>
          <a:xfrm>
            <a:off x="7857950" y="2348321"/>
            <a:ext cx="1433095" cy="8842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 xml:space="preserve">Square wave in pressure = </a:t>
            </a:r>
          </a:p>
          <a:p>
            <a:pPr algn="ctr"/>
            <a:r>
              <a:rPr lang="en-US" sz="1400" dirty="0"/>
              <a:t>pressure mode</a:t>
            </a:r>
          </a:p>
        </p:txBody>
      </p:sp>
      <p:sp>
        <p:nvSpPr>
          <p:cNvPr id="100" name="Case 1 - Q1">
            <a:extLst>
              <a:ext uri="{FF2B5EF4-FFF2-40B4-BE49-F238E27FC236}">
                <a16:creationId xmlns:a16="http://schemas.microsoft.com/office/drawing/2014/main" id="{5CF6D2B6-B17B-49C0-A37C-C1F1430A9D7A}"/>
              </a:ext>
            </a:extLst>
          </p:cNvPr>
          <p:cNvSpPr/>
          <p:nvPr/>
        </p:nvSpPr>
        <p:spPr>
          <a:xfrm>
            <a:off x="275838" y="3356332"/>
            <a:ext cx="3292227" cy="543923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 xml:space="preserve">Pressure Control Mode </a:t>
            </a:r>
          </a:p>
        </p:txBody>
      </p:sp>
      <p:pic>
        <p:nvPicPr>
          <p:cNvPr id="103" name="teachIM logo" descr="Icon  Description automatically generated">
            <a:extLst>
              <a:ext uri="{FF2B5EF4-FFF2-40B4-BE49-F238E27FC236}">
                <a16:creationId xmlns:a16="http://schemas.microsoft.com/office/drawing/2014/main" id="{BDA484D3-1FD5-4EE9-A189-82A42D1E11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sp>
        <p:nvSpPr>
          <p:cNvPr id="78" name="Target">
            <a:extLst>
              <a:ext uri="{FF2B5EF4-FFF2-40B4-BE49-F238E27FC236}">
                <a16:creationId xmlns:a16="http://schemas.microsoft.com/office/drawing/2014/main" id="{585249D3-A77D-4446-B3FA-12C46CBC1707}"/>
              </a:ext>
            </a:extLst>
          </p:cNvPr>
          <p:cNvSpPr txBox="1"/>
          <p:nvPr/>
        </p:nvSpPr>
        <p:spPr>
          <a:xfrm>
            <a:off x="756445" y="4906948"/>
            <a:ext cx="2283620" cy="408623"/>
          </a:xfrm>
          <a:prstGeom prst="roundRect">
            <a:avLst/>
          </a:prstGeom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you target</a:t>
            </a:r>
          </a:p>
        </p:txBody>
      </p:sp>
      <p:sp>
        <p:nvSpPr>
          <p:cNvPr id="80" name="MOnitor">
            <a:extLst>
              <a:ext uri="{FF2B5EF4-FFF2-40B4-BE49-F238E27FC236}">
                <a16:creationId xmlns:a16="http://schemas.microsoft.com/office/drawing/2014/main" id="{637185DA-D32F-4B6D-AEF0-0985A056C6CA}"/>
              </a:ext>
            </a:extLst>
          </p:cNvPr>
          <p:cNvSpPr txBox="1"/>
          <p:nvPr/>
        </p:nvSpPr>
        <p:spPr>
          <a:xfrm>
            <a:off x="756445" y="5430303"/>
            <a:ext cx="2283621" cy="408623"/>
          </a:xfrm>
          <a:prstGeom prst="roundRect">
            <a:avLst/>
          </a:prstGeom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you monitor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B9F6815-4838-4EB1-9E8E-F4D196627644}"/>
              </a:ext>
            </a:extLst>
          </p:cNvPr>
          <p:cNvCxnSpPr>
            <a:cxnSpLocks/>
            <a:stCxn id="98" idx="3"/>
            <a:endCxn id="97" idx="1"/>
          </p:cNvCxnSpPr>
          <p:nvPr/>
        </p:nvCxnSpPr>
        <p:spPr>
          <a:xfrm>
            <a:off x="10812373" y="3172852"/>
            <a:ext cx="288100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1B2B1722-70CA-4C28-BA0E-7230A8FB50D9}"/>
              </a:ext>
            </a:extLst>
          </p:cNvPr>
          <p:cNvSpPr/>
          <p:nvPr/>
        </p:nvSpPr>
        <p:spPr>
          <a:xfrm>
            <a:off x="4180386" y="4289253"/>
            <a:ext cx="981750" cy="81238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7D18843-F135-4115-A6B0-9B0B7F08F935}"/>
              </a:ext>
            </a:extLst>
          </p:cNvPr>
          <p:cNvSpPr txBox="1"/>
          <p:nvPr/>
        </p:nvSpPr>
        <p:spPr>
          <a:xfrm>
            <a:off x="-11148" y="6415892"/>
            <a:ext cx="46824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Patient comfort, precise airway pressure adjustment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6" name="USe">
            <a:extLst>
              <a:ext uri="{FF2B5EF4-FFF2-40B4-BE49-F238E27FC236}">
                <a16:creationId xmlns:a16="http://schemas.microsoft.com/office/drawing/2014/main" id="{49F572AF-CC71-4409-92C1-54190346D774}"/>
              </a:ext>
            </a:extLst>
          </p:cNvPr>
          <p:cNvSpPr txBox="1"/>
          <p:nvPr/>
        </p:nvSpPr>
        <p:spPr>
          <a:xfrm>
            <a:off x="756445" y="5953656"/>
            <a:ext cx="2283621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When to use</a:t>
            </a:r>
          </a:p>
        </p:txBody>
      </p:sp>
      <p:sp>
        <p:nvSpPr>
          <p:cNvPr id="102" name="Case 1 - Q1">
            <a:extLst>
              <a:ext uri="{FF2B5EF4-FFF2-40B4-BE49-F238E27FC236}">
                <a16:creationId xmlns:a16="http://schemas.microsoft.com/office/drawing/2014/main" id="{798BBA2B-6CF5-4000-A7B1-8032847A282B}"/>
              </a:ext>
            </a:extLst>
          </p:cNvPr>
          <p:cNvSpPr/>
          <p:nvPr/>
        </p:nvSpPr>
        <p:spPr>
          <a:xfrm>
            <a:off x="2354518" y="1902284"/>
            <a:ext cx="1302477" cy="117304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Key outputs are tidal volume and minute ventilation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6EA101FA-F6EA-4770-AF7A-CE57032D2277}"/>
              </a:ext>
            </a:extLst>
          </p:cNvPr>
          <p:cNvCxnSpPr>
            <a:cxnSpLocks/>
            <a:stCxn id="102" idx="3"/>
            <a:endCxn id="61" idx="1"/>
          </p:cNvCxnSpPr>
          <p:nvPr/>
        </p:nvCxnSpPr>
        <p:spPr>
          <a:xfrm>
            <a:off x="3656995" y="2488807"/>
            <a:ext cx="527400" cy="44169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Case 1 - Q1">
            <a:extLst>
              <a:ext uri="{FF2B5EF4-FFF2-40B4-BE49-F238E27FC236}">
                <a16:creationId xmlns:a16="http://schemas.microsoft.com/office/drawing/2014/main" id="{EB1DE974-FB78-6C43-B17A-4324B6CC82C3}"/>
              </a:ext>
            </a:extLst>
          </p:cNvPr>
          <p:cNvSpPr/>
          <p:nvPr/>
        </p:nvSpPr>
        <p:spPr>
          <a:xfrm>
            <a:off x="11100473" y="1472596"/>
            <a:ext cx="1025266" cy="9927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“Control mode” = mandatory RR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8FD17A6-C154-9A4F-ADAC-4D414555F7C8}"/>
              </a:ext>
            </a:extLst>
          </p:cNvPr>
          <p:cNvCxnSpPr>
            <a:cxnSpLocks/>
            <a:endCxn id="121" idx="1"/>
          </p:cNvCxnSpPr>
          <p:nvPr/>
        </p:nvCxnSpPr>
        <p:spPr>
          <a:xfrm>
            <a:off x="10812373" y="1968983"/>
            <a:ext cx="288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506C8984-89EA-CD4A-AC7F-5D94270857CB}"/>
              </a:ext>
            </a:extLst>
          </p:cNvPr>
          <p:cNvCxnSpPr>
            <a:cxnSpLocks/>
            <a:stCxn id="83" idx="1"/>
          </p:cNvCxnSpPr>
          <p:nvPr/>
        </p:nvCxnSpPr>
        <p:spPr>
          <a:xfrm rot="10800000">
            <a:off x="3987708" y="2759705"/>
            <a:ext cx="192678" cy="1935738"/>
          </a:xfrm>
          <a:prstGeom prst="bentConnector2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Graphic 104" descr="Cursor with solid fill">
            <a:extLst>
              <a:ext uri="{FF2B5EF4-FFF2-40B4-BE49-F238E27FC236}">
                <a16:creationId xmlns:a16="http://schemas.microsoft.com/office/drawing/2014/main" id="{2CD6748D-75F0-4220-BE04-159F6315B0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07949" y="5168576"/>
            <a:ext cx="301752" cy="301752"/>
          </a:xfrm>
          <a:prstGeom prst="rect">
            <a:avLst/>
          </a:prstGeom>
        </p:spPr>
      </p:pic>
      <p:pic>
        <p:nvPicPr>
          <p:cNvPr id="106" name="Graphic 105" descr="Cursor with solid fill">
            <a:extLst>
              <a:ext uri="{FF2B5EF4-FFF2-40B4-BE49-F238E27FC236}">
                <a16:creationId xmlns:a16="http://schemas.microsoft.com/office/drawing/2014/main" id="{379EE889-D73A-4212-B952-F7CE80CB9D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07949" y="5694290"/>
            <a:ext cx="301752" cy="301752"/>
          </a:xfrm>
          <a:prstGeom prst="rect">
            <a:avLst/>
          </a:prstGeom>
        </p:spPr>
      </p:pic>
      <p:pic>
        <p:nvPicPr>
          <p:cNvPr id="107" name="Graphic 106" descr="Cursor with solid fill">
            <a:extLst>
              <a:ext uri="{FF2B5EF4-FFF2-40B4-BE49-F238E27FC236}">
                <a16:creationId xmlns:a16="http://schemas.microsoft.com/office/drawing/2014/main" id="{A1E3A9AF-C04D-48C9-8113-C0A265640B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07949" y="6236071"/>
            <a:ext cx="301752" cy="301752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D853C6BC-7761-4EB9-893C-5DDAB95746DD}"/>
              </a:ext>
            </a:extLst>
          </p:cNvPr>
          <p:cNvSpPr txBox="1"/>
          <p:nvPr/>
        </p:nvSpPr>
        <p:spPr>
          <a:xfrm>
            <a:off x="5612979" y="43699"/>
            <a:ext cx="3317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WHAT IS THE MODE?</a:t>
            </a:r>
          </a:p>
        </p:txBody>
      </p:sp>
      <p:sp>
        <p:nvSpPr>
          <p:cNvPr id="74" name="Square">
            <a:extLst>
              <a:ext uri="{FF2B5EF4-FFF2-40B4-BE49-F238E27FC236}">
                <a16:creationId xmlns:a16="http://schemas.microsoft.com/office/drawing/2014/main" id="{5C58BD99-30F4-5047-AB85-AABB66F50C1E}"/>
              </a:ext>
            </a:extLst>
          </p:cNvPr>
          <p:cNvSpPr txBox="1"/>
          <p:nvPr/>
        </p:nvSpPr>
        <p:spPr>
          <a:xfrm>
            <a:off x="756445" y="3860238"/>
            <a:ext cx="2283621" cy="408623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Classic square wave</a:t>
            </a:r>
          </a:p>
        </p:txBody>
      </p:sp>
      <p:sp>
        <p:nvSpPr>
          <p:cNvPr id="79" name="RR\">
            <a:extLst>
              <a:ext uri="{FF2B5EF4-FFF2-40B4-BE49-F238E27FC236}">
                <a16:creationId xmlns:a16="http://schemas.microsoft.com/office/drawing/2014/main" id="{77595B45-ED46-CB46-8B3C-8D05DF3A537E}"/>
              </a:ext>
            </a:extLst>
          </p:cNvPr>
          <p:cNvSpPr txBox="1"/>
          <p:nvPr/>
        </p:nvSpPr>
        <p:spPr>
          <a:xfrm>
            <a:off x="756445" y="4383593"/>
            <a:ext cx="2283621" cy="408623"/>
          </a:xfrm>
          <a:prstGeom prst="roundRect">
            <a:avLst/>
          </a:prstGeom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Mandatory RR?</a:t>
            </a:r>
          </a:p>
        </p:txBody>
      </p:sp>
      <p:pic>
        <p:nvPicPr>
          <p:cNvPr id="81" name="Graphic 80" descr="Cursor with solid fill">
            <a:extLst>
              <a:ext uri="{FF2B5EF4-FFF2-40B4-BE49-F238E27FC236}">
                <a16:creationId xmlns:a16="http://schemas.microsoft.com/office/drawing/2014/main" id="{4588C1F3-98E9-814C-B395-7E1F5F877E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07949" y="4649710"/>
            <a:ext cx="301752" cy="301752"/>
          </a:xfrm>
          <a:prstGeom prst="rect">
            <a:avLst/>
          </a:prstGeom>
        </p:spPr>
      </p:pic>
      <p:pic>
        <p:nvPicPr>
          <p:cNvPr id="89" name="Graphic 88" descr="Cursor with solid fill">
            <a:extLst>
              <a:ext uri="{FF2B5EF4-FFF2-40B4-BE49-F238E27FC236}">
                <a16:creationId xmlns:a16="http://schemas.microsoft.com/office/drawing/2014/main" id="{73065D17-746E-F649-A839-16A0AFC5A7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07949" y="4120736"/>
            <a:ext cx="301752" cy="301752"/>
          </a:xfrm>
          <a:prstGeom prst="rect">
            <a:avLst/>
          </a:prstGeom>
        </p:spPr>
      </p:pic>
      <p:sp>
        <p:nvSpPr>
          <p:cNvPr id="90" name="question 4">
            <a:hlinkClick r:id="rId7" action="ppaction://hlinksldjump"/>
            <a:extLst>
              <a:ext uri="{FF2B5EF4-FFF2-40B4-BE49-F238E27FC236}">
                <a16:creationId xmlns:a16="http://schemas.microsoft.com/office/drawing/2014/main" id="{CA141BF2-9E4B-844B-A8B6-85C9187B0F97}"/>
              </a:ext>
            </a:extLst>
          </p:cNvPr>
          <p:cNvSpPr txBox="1"/>
          <p:nvPr/>
        </p:nvSpPr>
        <p:spPr>
          <a:xfrm>
            <a:off x="5892510" y="6303751"/>
            <a:ext cx="308315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Summary of ventilator modes</a:t>
            </a:r>
          </a:p>
        </p:txBody>
      </p:sp>
      <p:pic>
        <p:nvPicPr>
          <p:cNvPr id="91" name="Graphic 90" descr="Cursor with solid fill">
            <a:extLst>
              <a:ext uri="{FF2B5EF4-FFF2-40B4-BE49-F238E27FC236}">
                <a16:creationId xmlns:a16="http://schemas.microsoft.com/office/drawing/2014/main" id="{C1E3AC6E-6EF6-0B48-83B5-082F44D292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38502" y="6575214"/>
            <a:ext cx="301752" cy="301752"/>
          </a:xfrm>
          <a:prstGeom prst="rect">
            <a:avLst/>
          </a:prstGeom>
        </p:spPr>
      </p:pic>
      <p:sp>
        <p:nvSpPr>
          <p:cNvPr id="123" name="question 1">
            <a:hlinkClick r:id="rId8" action="ppaction://hlinksldjump"/>
            <a:extLst>
              <a:ext uri="{FF2B5EF4-FFF2-40B4-BE49-F238E27FC236}">
                <a16:creationId xmlns:a16="http://schemas.microsoft.com/office/drawing/2014/main" id="{D4F4F043-C0CF-44D9-B4F6-4334BD65C410}"/>
              </a:ext>
            </a:extLst>
          </p:cNvPr>
          <p:cNvSpPr txBox="1"/>
          <p:nvPr/>
        </p:nvSpPr>
        <p:spPr>
          <a:xfrm>
            <a:off x="5556881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Volume Control</a:t>
            </a:r>
          </a:p>
        </p:txBody>
      </p:sp>
      <p:sp>
        <p:nvSpPr>
          <p:cNvPr id="124" name="question 1">
            <a:hlinkClick r:id="rId9" action="ppaction://hlinksldjump"/>
            <a:extLst>
              <a:ext uri="{FF2B5EF4-FFF2-40B4-BE49-F238E27FC236}">
                <a16:creationId xmlns:a16="http://schemas.microsoft.com/office/drawing/2014/main" id="{20BFBB7E-7022-47DB-B84D-EDF096E343F7}"/>
              </a:ext>
            </a:extLst>
          </p:cNvPr>
          <p:cNvSpPr txBox="1"/>
          <p:nvPr/>
        </p:nvSpPr>
        <p:spPr>
          <a:xfrm>
            <a:off x="7696526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PRVC</a:t>
            </a:r>
          </a:p>
        </p:txBody>
      </p:sp>
      <p:sp>
        <p:nvSpPr>
          <p:cNvPr id="125" name="question 1">
            <a:hlinkClick r:id="rId10" action="ppaction://hlinksldjump"/>
            <a:extLst>
              <a:ext uri="{FF2B5EF4-FFF2-40B4-BE49-F238E27FC236}">
                <a16:creationId xmlns:a16="http://schemas.microsoft.com/office/drawing/2014/main" id="{6C34753E-C9A0-4B59-A30D-EA4C3CE7A35C}"/>
              </a:ext>
            </a:extLst>
          </p:cNvPr>
          <p:cNvSpPr txBox="1"/>
          <p:nvPr/>
        </p:nvSpPr>
        <p:spPr>
          <a:xfrm>
            <a:off x="9848259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Pressure Support</a:t>
            </a:r>
          </a:p>
        </p:txBody>
      </p:sp>
      <p:pic>
        <p:nvPicPr>
          <p:cNvPr id="126" name="Graphic 125" descr="Cursor with solid fill">
            <a:extLst>
              <a:ext uri="{FF2B5EF4-FFF2-40B4-BE49-F238E27FC236}">
                <a16:creationId xmlns:a16="http://schemas.microsoft.com/office/drawing/2014/main" id="{B250C0FA-FDD0-490C-A311-5BCB6571A9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5698" y="985623"/>
            <a:ext cx="301752" cy="301752"/>
          </a:xfrm>
          <a:prstGeom prst="rect">
            <a:avLst/>
          </a:prstGeom>
        </p:spPr>
      </p:pic>
      <p:pic>
        <p:nvPicPr>
          <p:cNvPr id="127" name="Graphic 126" descr="Cursor with solid fill">
            <a:extLst>
              <a:ext uri="{FF2B5EF4-FFF2-40B4-BE49-F238E27FC236}">
                <a16:creationId xmlns:a16="http://schemas.microsoft.com/office/drawing/2014/main" id="{50B735BD-9A15-4DB1-B96F-B6BC704562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49946" y="985623"/>
            <a:ext cx="301752" cy="301752"/>
          </a:xfrm>
          <a:prstGeom prst="rect">
            <a:avLst/>
          </a:prstGeom>
        </p:spPr>
      </p:pic>
      <p:pic>
        <p:nvPicPr>
          <p:cNvPr id="129" name="Graphic 128" descr="Cursor with solid fill">
            <a:extLst>
              <a:ext uri="{FF2B5EF4-FFF2-40B4-BE49-F238E27FC236}">
                <a16:creationId xmlns:a16="http://schemas.microsoft.com/office/drawing/2014/main" id="{1B28B434-9D79-4E96-9A7B-0B75BAD5CB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09165" y="985623"/>
            <a:ext cx="301752" cy="301752"/>
          </a:xfrm>
          <a:prstGeom prst="rect">
            <a:avLst/>
          </a:prstGeom>
        </p:spPr>
      </p:pic>
      <p:sp>
        <p:nvSpPr>
          <p:cNvPr id="130" name="question 1">
            <a:hlinkClick r:id="rId11" action="ppaction://hlinksldjump"/>
            <a:extLst>
              <a:ext uri="{FF2B5EF4-FFF2-40B4-BE49-F238E27FC236}">
                <a16:creationId xmlns:a16="http://schemas.microsoft.com/office/drawing/2014/main" id="{C47D995E-018E-4B94-992B-C961B8DDE11B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Mode</a:t>
            </a:r>
          </a:p>
        </p:txBody>
      </p:sp>
      <p:sp>
        <p:nvSpPr>
          <p:cNvPr id="131" name="Question 2">
            <a:hlinkClick r:id="rId12" action="ppaction://hlinksldjump"/>
            <a:extLst>
              <a:ext uri="{FF2B5EF4-FFF2-40B4-BE49-F238E27FC236}">
                <a16:creationId xmlns:a16="http://schemas.microsoft.com/office/drawing/2014/main" id="{93255D74-78FE-4043-9AB9-AD5D7597A7C2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</a:t>
            </a:r>
            <a:r>
              <a:rPr lang="en-US" baseline="-25000" dirty="0">
                <a:solidFill>
                  <a:sysClr val="windowText" lastClr="000000"/>
                </a:solidFill>
              </a:rPr>
              <a:t>2</a:t>
            </a:r>
            <a:r>
              <a:rPr lang="en-US" dirty="0">
                <a:solidFill>
                  <a:sysClr val="windowText" lastClr="000000"/>
                </a:solidFill>
              </a:rPr>
              <a:t xml:space="preserve"> support</a:t>
            </a:r>
          </a:p>
        </p:txBody>
      </p:sp>
      <p:sp>
        <p:nvSpPr>
          <p:cNvPr id="132" name="question 4">
            <a:hlinkClick r:id="rId13" action="ppaction://hlinksldjump"/>
            <a:extLst>
              <a:ext uri="{FF2B5EF4-FFF2-40B4-BE49-F238E27FC236}">
                <a16:creationId xmlns:a16="http://schemas.microsoft.com/office/drawing/2014/main" id="{E6E2D10B-28EA-4272-A8DA-AF36E06F5AF7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Ventilation</a:t>
            </a:r>
          </a:p>
        </p:txBody>
      </p:sp>
      <p:sp>
        <p:nvSpPr>
          <p:cNvPr id="133" name="question 1">
            <a:hlinkClick r:id="rId14" action="ppaction://hlinksldjump"/>
            <a:extLst>
              <a:ext uri="{FF2B5EF4-FFF2-40B4-BE49-F238E27FC236}">
                <a16:creationId xmlns:a16="http://schemas.microsoft.com/office/drawing/2014/main" id="{2E76975F-299D-4422-B926-AA051C1671A2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Orientation</a:t>
            </a:r>
          </a:p>
        </p:txBody>
      </p:sp>
      <p:sp>
        <p:nvSpPr>
          <p:cNvPr id="134" name="question 4">
            <a:hlinkClick r:id="rId15" action="ppaction://hlinksldjump"/>
            <a:extLst>
              <a:ext uri="{FF2B5EF4-FFF2-40B4-BE49-F238E27FC236}">
                <a16:creationId xmlns:a16="http://schemas.microsoft.com/office/drawing/2014/main" id="{11F0BC55-EB1F-4154-AF3F-869DCF4FA7C2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135" name="question 3">
            <a:hlinkClick r:id="rId16" action="ppaction://hlinksldjump"/>
            <a:extLst>
              <a:ext uri="{FF2B5EF4-FFF2-40B4-BE49-F238E27FC236}">
                <a16:creationId xmlns:a16="http://schemas.microsoft.com/office/drawing/2014/main" id="{CF21E526-D526-4F4C-972B-F196944920BF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Mechanics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36" name="Graphic 135" descr="Cursor with solid fill">
            <a:extLst>
              <a:ext uri="{FF2B5EF4-FFF2-40B4-BE49-F238E27FC236}">
                <a16:creationId xmlns:a16="http://schemas.microsoft.com/office/drawing/2014/main" id="{6956D11B-ACC3-4ADE-BFEC-6B24FF2CA1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0596" y="1540247"/>
            <a:ext cx="301752" cy="301752"/>
          </a:xfrm>
          <a:prstGeom prst="rect">
            <a:avLst/>
          </a:prstGeom>
        </p:spPr>
      </p:pic>
      <p:pic>
        <p:nvPicPr>
          <p:cNvPr id="137" name="Graphic 136" descr="Cursor with solid fill">
            <a:extLst>
              <a:ext uri="{FF2B5EF4-FFF2-40B4-BE49-F238E27FC236}">
                <a16:creationId xmlns:a16="http://schemas.microsoft.com/office/drawing/2014/main" id="{FB2101CE-7A71-47FF-9EC1-00D5DE6C9D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0596" y="2088760"/>
            <a:ext cx="301752" cy="301752"/>
          </a:xfrm>
          <a:prstGeom prst="rect">
            <a:avLst/>
          </a:prstGeom>
        </p:spPr>
      </p:pic>
      <p:pic>
        <p:nvPicPr>
          <p:cNvPr id="138" name="Graphic 137" descr="Cursor with solid fill">
            <a:extLst>
              <a:ext uri="{FF2B5EF4-FFF2-40B4-BE49-F238E27FC236}">
                <a16:creationId xmlns:a16="http://schemas.microsoft.com/office/drawing/2014/main" id="{7863B4E8-198E-45EB-861C-7BE71926A4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pic>
        <p:nvPicPr>
          <p:cNvPr id="139" name="Graphic 138" descr="Cursor with solid fill">
            <a:extLst>
              <a:ext uri="{FF2B5EF4-FFF2-40B4-BE49-F238E27FC236}">
                <a16:creationId xmlns:a16="http://schemas.microsoft.com/office/drawing/2014/main" id="{787526C8-0317-4E52-9FA5-8CC0BF4D0B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0596" y="2652352"/>
            <a:ext cx="301752" cy="301752"/>
          </a:xfrm>
          <a:prstGeom prst="rect">
            <a:avLst/>
          </a:prstGeom>
        </p:spPr>
      </p:pic>
      <p:pic>
        <p:nvPicPr>
          <p:cNvPr id="140" name="Graphic 139" descr="Cursor with solid fill">
            <a:extLst>
              <a:ext uri="{FF2B5EF4-FFF2-40B4-BE49-F238E27FC236}">
                <a16:creationId xmlns:a16="http://schemas.microsoft.com/office/drawing/2014/main" id="{38F2328A-5F34-45B9-9596-F69DC9D412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0596" y="411054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643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</p:childTnLst>
        </p:cTn>
      </p:par>
    </p:tnLst>
    <p:bldLst>
      <p:bldP spid="7" grpId="0" animBg="1"/>
      <p:bldP spid="21" grpId="0" animBg="1"/>
      <p:bldP spid="97" grpId="0" animBg="1"/>
      <p:bldP spid="98" grpId="0" animBg="1"/>
      <p:bldP spid="61" grpId="0" animBg="1"/>
      <p:bldP spid="92" grpId="0" animBg="1"/>
      <p:bldP spid="78" grpId="0" animBg="1"/>
      <p:bldP spid="80" grpId="0" animBg="1"/>
      <p:bldP spid="83" grpId="0" animBg="1"/>
      <p:bldP spid="95" grpId="0"/>
      <p:bldP spid="96" grpId="0" animBg="1"/>
      <p:bldP spid="102" grpId="0" animBg="1"/>
      <p:bldP spid="121" grpId="0" animBg="1"/>
      <p:bldP spid="74" grpId="0" animBg="1"/>
      <p:bldP spid="7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arget">
            <a:extLst>
              <a:ext uri="{FF2B5EF4-FFF2-40B4-BE49-F238E27FC236}">
                <a16:creationId xmlns:a16="http://schemas.microsoft.com/office/drawing/2014/main" id="{DC1917C5-728A-4DF0-9B40-929951816D9D}"/>
              </a:ext>
            </a:extLst>
          </p:cNvPr>
          <p:cNvSpPr txBox="1"/>
          <p:nvPr/>
        </p:nvSpPr>
        <p:spPr>
          <a:xfrm>
            <a:off x="763370" y="4916727"/>
            <a:ext cx="2286000" cy="408623"/>
          </a:xfrm>
          <a:prstGeom prst="roundRect">
            <a:avLst/>
          </a:prstGeom>
          <a:ln w="38100">
            <a:solidFill>
              <a:schemeClr val="accent6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you target</a:t>
            </a:r>
          </a:p>
        </p:txBody>
      </p:sp>
      <p:sp>
        <p:nvSpPr>
          <p:cNvPr id="133" name="monitor">
            <a:extLst>
              <a:ext uri="{FF2B5EF4-FFF2-40B4-BE49-F238E27FC236}">
                <a16:creationId xmlns:a16="http://schemas.microsoft.com/office/drawing/2014/main" id="{A9FA65D0-9DA8-4F9C-A148-F4346DFF8EB9}"/>
              </a:ext>
            </a:extLst>
          </p:cNvPr>
          <p:cNvSpPr txBox="1"/>
          <p:nvPr/>
        </p:nvSpPr>
        <p:spPr>
          <a:xfrm>
            <a:off x="763369" y="5442230"/>
            <a:ext cx="2286000" cy="408623"/>
          </a:xfrm>
          <a:prstGeom prst="roundRect">
            <a:avLst/>
          </a:prstGeom>
          <a:ln w="38100">
            <a:solidFill>
              <a:schemeClr val="accent4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you monitor</a:t>
            </a:r>
          </a:p>
        </p:txBody>
      </p:sp>
      <p:sp>
        <p:nvSpPr>
          <p:cNvPr id="134" name="Use">
            <a:extLst>
              <a:ext uri="{FF2B5EF4-FFF2-40B4-BE49-F238E27FC236}">
                <a16:creationId xmlns:a16="http://schemas.microsoft.com/office/drawing/2014/main" id="{6AC62016-650B-48C8-8195-42E8F07D0FC0}"/>
              </a:ext>
            </a:extLst>
          </p:cNvPr>
          <p:cNvSpPr txBox="1"/>
          <p:nvPr/>
        </p:nvSpPr>
        <p:spPr>
          <a:xfrm>
            <a:off x="763369" y="5967732"/>
            <a:ext cx="2286000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When to use</a:t>
            </a:r>
          </a:p>
        </p:txBody>
      </p:sp>
      <p:sp>
        <p:nvSpPr>
          <p:cNvPr id="135" name="Square">
            <a:extLst>
              <a:ext uri="{FF2B5EF4-FFF2-40B4-BE49-F238E27FC236}">
                <a16:creationId xmlns:a16="http://schemas.microsoft.com/office/drawing/2014/main" id="{C0FCCCE3-3F99-4180-B846-1B3B6CAA270D}"/>
              </a:ext>
            </a:extLst>
          </p:cNvPr>
          <p:cNvSpPr txBox="1"/>
          <p:nvPr/>
        </p:nvSpPr>
        <p:spPr>
          <a:xfrm>
            <a:off x="763369" y="3865721"/>
            <a:ext cx="2286000" cy="408623"/>
          </a:xfrm>
          <a:prstGeom prst="roundRect">
            <a:avLst/>
          </a:prstGeom>
          <a:ln w="381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Classic square wave</a:t>
            </a:r>
          </a:p>
        </p:txBody>
      </p:sp>
      <p:sp>
        <p:nvSpPr>
          <p:cNvPr id="136" name="RR">
            <a:extLst>
              <a:ext uri="{FF2B5EF4-FFF2-40B4-BE49-F238E27FC236}">
                <a16:creationId xmlns:a16="http://schemas.microsoft.com/office/drawing/2014/main" id="{14F3BC67-608C-4D8C-A72F-9AA8030C74AF}"/>
              </a:ext>
            </a:extLst>
          </p:cNvPr>
          <p:cNvSpPr txBox="1"/>
          <p:nvPr/>
        </p:nvSpPr>
        <p:spPr>
          <a:xfrm>
            <a:off x="763369" y="4391224"/>
            <a:ext cx="2286000" cy="408623"/>
          </a:xfrm>
          <a:prstGeom prst="roundRect">
            <a:avLst/>
          </a:prstGeom>
          <a:ln w="38100">
            <a:solidFill>
              <a:srgbClr val="FF0000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Mandatory RR?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3C19B9-3804-6D41-90BD-048BAF7C09B6}"/>
              </a:ext>
            </a:extLst>
          </p:cNvPr>
          <p:cNvGrpSpPr/>
          <p:nvPr/>
        </p:nvGrpSpPr>
        <p:grpSpPr>
          <a:xfrm>
            <a:off x="3867664" y="1382357"/>
            <a:ext cx="7132845" cy="4811668"/>
            <a:chOff x="3867664" y="1382357"/>
            <a:chExt cx="7132845" cy="481166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E01CFC4-B3D3-7B47-BB87-1AA585EA4449}"/>
                </a:ext>
              </a:extLst>
            </p:cNvPr>
            <p:cNvSpPr/>
            <p:nvPr/>
          </p:nvSpPr>
          <p:spPr>
            <a:xfrm>
              <a:off x="3867664" y="1382357"/>
              <a:ext cx="7132845" cy="4811668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8344300-2EB9-8843-824B-A5FA572A27F8}"/>
                </a:ext>
              </a:extLst>
            </p:cNvPr>
            <p:cNvSpPr/>
            <p:nvPr/>
          </p:nvSpPr>
          <p:spPr>
            <a:xfrm>
              <a:off x="5404449" y="1673355"/>
              <a:ext cx="4219183" cy="39543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429063E-CF6C-7843-941F-F419E1F0114A}"/>
                </a:ext>
              </a:extLst>
            </p:cNvPr>
            <p:cNvSpPr/>
            <p:nvPr/>
          </p:nvSpPr>
          <p:spPr>
            <a:xfrm>
              <a:off x="9897561" y="4995958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40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AEA3EA8-DFF3-1542-83F6-5FB76B780EF5}"/>
                </a:ext>
              </a:extLst>
            </p:cNvPr>
            <p:cNvSpPr txBox="1"/>
            <p:nvPr/>
          </p:nvSpPr>
          <p:spPr>
            <a:xfrm>
              <a:off x="10058242" y="5757075"/>
              <a:ext cx="574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FiO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ABE9B01-2FE3-DA41-9316-4466F2AF89A4}"/>
                </a:ext>
              </a:extLst>
            </p:cNvPr>
            <p:cNvSpPr txBox="1"/>
            <p:nvPr/>
          </p:nvSpPr>
          <p:spPr>
            <a:xfrm>
              <a:off x="9980610" y="457003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PEEP</a:t>
              </a:r>
              <a:endParaRPr lang="en-US" baseline="-250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5BF90E2-EFAD-8848-A8C0-6CB3DAEFC0FF}"/>
                </a:ext>
              </a:extLst>
            </p:cNvPr>
            <p:cNvSpPr txBox="1"/>
            <p:nvPr/>
          </p:nvSpPr>
          <p:spPr>
            <a:xfrm>
              <a:off x="10086408" y="2241468"/>
              <a:ext cx="434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RR</a:t>
              </a:r>
              <a:endParaRPr lang="en-US" baseline="-25000" dirty="0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88CCE97-A2DA-6148-9C3C-F4F4547259B4}"/>
                </a:ext>
              </a:extLst>
            </p:cNvPr>
            <p:cNvGrpSpPr/>
            <p:nvPr/>
          </p:nvGrpSpPr>
          <p:grpSpPr>
            <a:xfrm>
              <a:off x="5832092" y="1883420"/>
              <a:ext cx="3633805" cy="1416221"/>
              <a:chOff x="5288692" y="1890584"/>
              <a:chExt cx="3633805" cy="1416221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B8571777-595E-7640-B695-0F951802EA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88692" y="1890584"/>
                <a:ext cx="0" cy="1416219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83FF85CD-F269-364B-9544-E90F02913E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91671" y="3306804"/>
                <a:ext cx="3630826" cy="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2F33D93-5A20-BC43-923C-18243E24791F}"/>
                </a:ext>
              </a:extLst>
            </p:cNvPr>
            <p:cNvSpPr txBox="1"/>
            <p:nvPr/>
          </p:nvSpPr>
          <p:spPr>
            <a:xfrm>
              <a:off x="7324226" y="3255787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5CF4D54-74C2-2241-B9FD-7416E4AD2C54}"/>
                </a:ext>
              </a:extLst>
            </p:cNvPr>
            <p:cNvSpPr txBox="1"/>
            <p:nvPr/>
          </p:nvSpPr>
          <p:spPr>
            <a:xfrm rot="16200000">
              <a:off x="5161627" y="2406864"/>
              <a:ext cx="989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Pressure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FD22A6C-ACC5-9C41-BE15-DFB8A8AE8A22}"/>
                </a:ext>
              </a:extLst>
            </p:cNvPr>
            <p:cNvSpPr txBox="1"/>
            <p:nvPr/>
          </p:nvSpPr>
          <p:spPr>
            <a:xfrm>
              <a:off x="10135758" y="3395453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V</a:t>
              </a:r>
              <a:r>
                <a:rPr lang="en-US" baseline="-25000" dirty="0"/>
                <a:t>T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0DE0000-E82F-6C44-B6FE-A75896D465A6}"/>
                </a:ext>
              </a:extLst>
            </p:cNvPr>
            <p:cNvSpPr/>
            <p:nvPr/>
          </p:nvSpPr>
          <p:spPr>
            <a:xfrm>
              <a:off x="9897561" y="3816104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4776A82-78DB-4243-81EA-C8236EC1217D}"/>
                </a:ext>
              </a:extLst>
            </p:cNvPr>
            <p:cNvSpPr/>
            <p:nvPr/>
          </p:nvSpPr>
          <p:spPr>
            <a:xfrm>
              <a:off x="9897561" y="1456394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24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6E6BFE7-CEBC-024D-9463-4B8F6AF26772}"/>
                </a:ext>
              </a:extLst>
            </p:cNvPr>
            <p:cNvSpPr/>
            <p:nvPr/>
          </p:nvSpPr>
          <p:spPr>
            <a:xfrm>
              <a:off x="9897561" y="2636249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360</a:t>
              </a:r>
            </a:p>
          </p:txBody>
        </p:sp>
      </p:grpSp>
      <p:sp>
        <p:nvSpPr>
          <p:cNvPr id="75" name="question 1">
            <a:hlinkClick r:id="rId3" action="ppaction://hlinksldjump"/>
            <a:extLst>
              <a:ext uri="{FF2B5EF4-FFF2-40B4-BE49-F238E27FC236}">
                <a16:creationId xmlns:a16="http://schemas.microsoft.com/office/drawing/2014/main" id="{A94E11F6-4BDC-0B40-A00E-6394C9045F7E}"/>
              </a:ext>
            </a:extLst>
          </p:cNvPr>
          <p:cNvSpPr txBox="1"/>
          <p:nvPr/>
        </p:nvSpPr>
        <p:spPr>
          <a:xfrm>
            <a:off x="5546248" y="714676"/>
            <a:ext cx="1905102" cy="408623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Volume Control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242F5F4-55C6-F249-AB6A-E480702E1288}"/>
              </a:ext>
            </a:extLst>
          </p:cNvPr>
          <p:cNvCxnSpPr>
            <a:cxnSpLocks/>
          </p:cNvCxnSpPr>
          <p:nvPr/>
        </p:nvCxnSpPr>
        <p:spPr>
          <a:xfrm flipV="1">
            <a:off x="5832092" y="3754096"/>
            <a:ext cx="0" cy="14162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AA68A56-20BC-D249-8182-B926FB93CC20}"/>
              </a:ext>
            </a:extLst>
          </p:cNvPr>
          <p:cNvCxnSpPr>
            <a:cxnSpLocks/>
          </p:cNvCxnSpPr>
          <p:nvPr/>
        </p:nvCxnSpPr>
        <p:spPr>
          <a:xfrm flipV="1">
            <a:off x="5835071" y="4737827"/>
            <a:ext cx="3630826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8E5C5AB-AB5D-2949-8D0C-766EF276D0BF}"/>
              </a:ext>
            </a:extLst>
          </p:cNvPr>
          <p:cNvSpPr txBox="1"/>
          <p:nvPr/>
        </p:nvSpPr>
        <p:spPr>
          <a:xfrm>
            <a:off x="7324226" y="5133244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Time</a:t>
            </a:r>
            <a:endParaRPr lang="en-US" baseline="-250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47CAFF3-DEE4-6E41-918E-BE91256C499F}"/>
              </a:ext>
            </a:extLst>
          </p:cNvPr>
          <p:cNvSpPr txBox="1"/>
          <p:nvPr/>
        </p:nvSpPr>
        <p:spPr>
          <a:xfrm rot="16200000">
            <a:off x="5341804" y="4277541"/>
            <a:ext cx="62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Flow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4A0E2C38-C292-F643-9A8F-26D1FFB52DFA}"/>
              </a:ext>
            </a:extLst>
          </p:cNvPr>
          <p:cNvSpPr/>
          <p:nvPr/>
        </p:nvSpPr>
        <p:spPr>
          <a:xfrm>
            <a:off x="5918915" y="3686241"/>
            <a:ext cx="1048334" cy="1551927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E968CB7-2535-7048-84D5-31902670FDBA}"/>
              </a:ext>
            </a:extLst>
          </p:cNvPr>
          <p:cNvSpPr/>
          <p:nvPr/>
        </p:nvSpPr>
        <p:spPr>
          <a:xfrm>
            <a:off x="9811353" y="1432644"/>
            <a:ext cx="995192" cy="11122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6E65021-D267-3F42-B191-CA3328068D4B}"/>
              </a:ext>
            </a:extLst>
          </p:cNvPr>
          <p:cNvSpPr/>
          <p:nvPr/>
        </p:nvSpPr>
        <p:spPr>
          <a:xfrm>
            <a:off x="9820945" y="2595390"/>
            <a:ext cx="995192" cy="115121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8C193DA-9850-2243-B447-7F69B80AA4CE}"/>
              </a:ext>
            </a:extLst>
          </p:cNvPr>
          <p:cNvSpPr/>
          <p:nvPr/>
        </p:nvSpPr>
        <p:spPr>
          <a:xfrm>
            <a:off x="4148770" y="1672521"/>
            <a:ext cx="1053132" cy="3460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5"/>
                </a:solidFill>
              </a:rPr>
              <a:t>P</a:t>
            </a:r>
            <a:r>
              <a:rPr lang="en-US" baseline="-25000" dirty="0">
                <a:solidFill>
                  <a:schemeClr val="accent5"/>
                </a:solidFill>
              </a:rPr>
              <a:t>Peak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22 </a:t>
            </a:r>
            <a:r>
              <a:rPr lang="en-US" sz="1000" dirty="0">
                <a:solidFill>
                  <a:schemeClr val="accent5"/>
                </a:solidFill>
              </a:rPr>
              <a:t>cm H</a:t>
            </a:r>
            <a:r>
              <a:rPr lang="en-US" sz="1000" baseline="-25000" dirty="0">
                <a:solidFill>
                  <a:schemeClr val="accent5"/>
                </a:solidFill>
              </a:rPr>
              <a:t>2</a:t>
            </a:r>
            <a:r>
              <a:rPr lang="en-US" sz="1000" dirty="0">
                <a:solidFill>
                  <a:schemeClr val="accent5"/>
                </a:solidFill>
              </a:rPr>
              <a:t xml:space="preserve">O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360 </a:t>
            </a:r>
            <a:r>
              <a:rPr lang="en-US" sz="1000" dirty="0">
                <a:solidFill>
                  <a:schemeClr val="accent5"/>
                </a:solidFill>
              </a:rPr>
              <a:t>mL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RR</a:t>
            </a:r>
            <a:endParaRPr lang="en-US" baseline="-25000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25 </a:t>
            </a:r>
            <a:r>
              <a:rPr lang="en-US" sz="1000" dirty="0">
                <a:solidFill>
                  <a:schemeClr val="accent5"/>
                </a:solidFill>
              </a:rPr>
              <a:t>min</a:t>
            </a:r>
            <a:r>
              <a:rPr lang="en-US" sz="1000" baseline="30000" dirty="0">
                <a:solidFill>
                  <a:schemeClr val="accent5"/>
                </a:solidFill>
              </a:rPr>
              <a:t>-1</a:t>
            </a:r>
            <a:r>
              <a:rPr lang="en-US" sz="3000" dirty="0">
                <a:solidFill>
                  <a:schemeClr val="accent5"/>
                </a:solidFill>
              </a:rPr>
              <a:t xml:space="preserve">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Min Vent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9.0 </a:t>
            </a:r>
            <a:r>
              <a:rPr lang="en-US" sz="1000" dirty="0">
                <a:solidFill>
                  <a:schemeClr val="accent5"/>
                </a:solidFill>
              </a:rPr>
              <a:t>L/min</a:t>
            </a:r>
          </a:p>
          <a:p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57" name="Case 1 - Q1">
            <a:extLst>
              <a:ext uri="{FF2B5EF4-FFF2-40B4-BE49-F238E27FC236}">
                <a16:creationId xmlns:a16="http://schemas.microsoft.com/office/drawing/2014/main" id="{7190476D-31C5-0848-96B3-A518514D2067}"/>
              </a:ext>
            </a:extLst>
          </p:cNvPr>
          <p:cNvSpPr/>
          <p:nvPr/>
        </p:nvSpPr>
        <p:spPr>
          <a:xfrm>
            <a:off x="2482383" y="1819808"/>
            <a:ext cx="1276701" cy="627372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Key output is peak pressure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AAAB352-6635-CF4A-AB17-E8B64519B38C}"/>
              </a:ext>
            </a:extLst>
          </p:cNvPr>
          <p:cNvSpPr/>
          <p:nvPr/>
        </p:nvSpPr>
        <p:spPr>
          <a:xfrm>
            <a:off x="4184395" y="1717416"/>
            <a:ext cx="981750" cy="827466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FCE8032-95D3-464C-98B5-10BA539DA3C8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3759084" y="2131149"/>
            <a:ext cx="425311" cy="234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81641-4996-4CA9-95DC-93F51DB6B0AB}"/>
              </a:ext>
            </a:extLst>
          </p:cNvPr>
          <p:cNvSpPr/>
          <p:nvPr/>
        </p:nvSpPr>
        <p:spPr>
          <a:xfrm>
            <a:off x="5850294" y="2015412"/>
            <a:ext cx="3405674" cy="1045028"/>
          </a:xfrm>
          <a:custGeom>
            <a:avLst/>
            <a:gdLst>
              <a:gd name="connsiteX0" fmla="*/ 0 w 3526972"/>
              <a:gd name="connsiteY0" fmla="*/ 989045 h 1007707"/>
              <a:gd name="connsiteX1" fmla="*/ 373225 w 3526972"/>
              <a:gd name="connsiteY1" fmla="*/ 989045 h 1007707"/>
              <a:gd name="connsiteX2" fmla="*/ 363894 w 3526972"/>
              <a:gd name="connsiteY2" fmla="*/ 354564 h 1007707"/>
              <a:gd name="connsiteX3" fmla="*/ 979715 w 3526972"/>
              <a:gd name="connsiteY3" fmla="*/ 18662 h 1007707"/>
              <a:gd name="connsiteX4" fmla="*/ 989045 w 3526972"/>
              <a:gd name="connsiteY4" fmla="*/ 1007707 h 1007707"/>
              <a:gd name="connsiteX5" fmla="*/ 2015413 w 3526972"/>
              <a:gd name="connsiteY5" fmla="*/ 998376 h 1007707"/>
              <a:gd name="connsiteX6" fmla="*/ 2034074 w 3526972"/>
              <a:gd name="connsiteY6" fmla="*/ 391886 h 1007707"/>
              <a:gd name="connsiteX7" fmla="*/ 2612572 w 3526972"/>
              <a:gd name="connsiteY7" fmla="*/ 27992 h 1007707"/>
              <a:gd name="connsiteX8" fmla="*/ 2677886 w 3526972"/>
              <a:gd name="connsiteY8" fmla="*/ 0 h 1007707"/>
              <a:gd name="connsiteX9" fmla="*/ 2687217 w 3526972"/>
              <a:gd name="connsiteY9" fmla="*/ 998376 h 1007707"/>
              <a:gd name="connsiteX10" fmla="*/ 3526972 w 3526972"/>
              <a:gd name="connsiteY10" fmla="*/ 979715 h 1007707"/>
              <a:gd name="connsiteX0" fmla="*/ 0 w 3526972"/>
              <a:gd name="connsiteY0" fmla="*/ 970383 h 989045"/>
              <a:gd name="connsiteX1" fmla="*/ 373225 w 3526972"/>
              <a:gd name="connsiteY1" fmla="*/ 970383 h 989045"/>
              <a:gd name="connsiteX2" fmla="*/ 363894 w 3526972"/>
              <a:gd name="connsiteY2" fmla="*/ 335902 h 989045"/>
              <a:gd name="connsiteX3" fmla="*/ 979715 w 3526972"/>
              <a:gd name="connsiteY3" fmla="*/ 0 h 989045"/>
              <a:gd name="connsiteX4" fmla="*/ 989045 w 3526972"/>
              <a:gd name="connsiteY4" fmla="*/ 989045 h 989045"/>
              <a:gd name="connsiteX5" fmla="*/ 2015413 w 3526972"/>
              <a:gd name="connsiteY5" fmla="*/ 979714 h 989045"/>
              <a:gd name="connsiteX6" fmla="*/ 2034074 w 3526972"/>
              <a:gd name="connsiteY6" fmla="*/ 373224 h 989045"/>
              <a:gd name="connsiteX7" fmla="*/ 2612572 w 3526972"/>
              <a:gd name="connsiteY7" fmla="*/ 9330 h 989045"/>
              <a:gd name="connsiteX8" fmla="*/ 2687217 w 3526972"/>
              <a:gd name="connsiteY8" fmla="*/ 979714 h 989045"/>
              <a:gd name="connsiteX9" fmla="*/ 3526972 w 3526972"/>
              <a:gd name="connsiteY9" fmla="*/ 961053 h 989045"/>
              <a:gd name="connsiteX0" fmla="*/ 0 w 3526972"/>
              <a:gd name="connsiteY0" fmla="*/ 1007706 h 1026368"/>
              <a:gd name="connsiteX1" fmla="*/ 373225 w 3526972"/>
              <a:gd name="connsiteY1" fmla="*/ 1007706 h 1026368"/>
              <a:gd name="connsiteX2" fmla="*/ 363894 w 3526972"/>
              <a:gd name="connsiteY2" fmla="*/ 373225 h 1026368"/>
              <a:gd name="connsiteX3" fmla="*/ 979715 w 3526972"/>
              <a:gd name="connsiteY3" fmla="*/ 37323 h 1026368"/>
              <a:gd name="connsiteX4" fmla="*/ 989045 w 3526972"/>
              <a:gd name="connsiteY4" fmla="*/ 1026368 h 1026368"/>
              <a:gd name="connsiteX5" fmla="*/ 2015413 w 3526972"/>
              <a:gd name="connsiteY5" fmla="*/ 1017037 h 1026368"/>
              <a:gd name="connsiteX6" fmla="*/ 2034074 w 3526972"/>
              <a:gd name="connsiteY6" fmla="*/ 410547 h 1026368"/>
              <a:gd name="connsiteX7" fmla="*/ 2687217 w 3526972"/>
              <a:gd name="connsiteY7" fmla="*/ 0 h 1026368"/>
              <a:gd name="connsiteX8" fmla="*/ 2687217 w 3526972"/>
              <a:gd name="connsiteY8" fmla="*/ 1017037 h 1026368"/>
              <a:gd name="connsiteX9" fmla="*/ 3526972 w 3526972"/>
              <a:gd name="connsiteY9" fmla="*/ 998376 h 1026368"/>
              <a:gd name="connsiteX0" fmla="*/ 0 w 3415005"/>
              <a:gd name="connsiteY0" fmla="*/ 1007706 h 1026368"/>
              <a:gd name="connsiteX1" fmla="*/ 373225 w 3415005"/>
              <a:gd name="connsiteY1" fmla="*/ 1007706 h 1026368"/>
              <a:gd name="connsiteX2" fmla="*/ 363894 w 3415005"/>
              <a:gd name="connsiteY2" fmla="*/ 373225 h 1026368"/>
              <a:gd name="connsiteX3" fmla="*/ 979715 w 3415005"/>
              <a:gd name="connsiteY3" fmla="*/ 37323 h 1026368"/>
              <a:gd name="connsiteX4" fmla="*/ 989045 w 3415005"/>
              <a:gd name="connsiteY4" fmla="*/ 1026368 h 1026368"/>
              <a:gd name="connsiteX5" fmla="*/ 2015413 w 3415005"/>
              <a:gd name="connsiteY5" fmla="*/ 1017037 h 1026368"/>
              <a:gd name="connsiteX6" fmla="*/ 2034074 w 3415005"/>
              <a:gd name="connsiteY6" fmla="*/ 410547 h 1026368"/>
              <a:gd name="connsiteX7" fmla="*/ 2687217 w 3415005"/>
              <a:gd name="connsiteY7" fmla="*/ 0 h 1026368"/>
              <a:gd name="connsiteX8" fmla="*/ 2687217 w 3415005"/>
              <a:gd name="connsiteY8" fmla="*/ 1017037 h 1026368"/>
              <a:gd name="connsiteX9" fmla="*/ 3415005 w 3415005"/>
              <a:gd name="connsiteY9" fmla="*/ 998376 h 1026368"/>
              <a:gd name="connsiteX0" fmla="*/ 0 w 3415005"/>
              <a:gd name="connsiteY0" fmla="*/ 1007706 h 1026368"/>
              <a:gd name="connsiteX1" fmla="*/ 373225 w 3415005"/>
              <a:gd name="connsiteY1" fmla="*/ 1007706 h 1026368"/>
              <a:gd name="connsiteX2" fmla="*/ 363894 w 3415005"/>
              <a:gd name="connsiteY2" fmla="*/ 373225 h 1026368"/>
              <a:gd name="connsiteX3" fmla="*/ 979715 w 3415005"/>
              <a:gd name="connsiteY3" fmla="*/ 37323 h 1026368"/>
              <a:gd name="connsiteX4" fmla="*/ 989045 w 3415005"/>
              <a:gd name="connsiteY4" fmla="*/ 1026368 h 1026368"/>
              <a:gd name="connsiteX5" fmla="*/ 2015413 w 3415005"/>
              <a:gd name="connsiteY5" fmla="*/ 1017037 h 1026368"/>
              <a:gd name="connsiteX6" fmla="*/ 2034074 w 3415005"/>
              <a:gd name="connsiteY6" fmla="*/ 410547 h 1026368"/>
              <a:gd name="connsiteX7" fmla="*/ 2687217 w 3415005"/>
              <a:gd name="connsiteY7" fmla="*/ 0 h 1026368"/>
              <a:gd name="connsiteX8" fmla="*/ 2687217 w 3415005"/>
              <a:gd name="connsiteY8" fmla="*/ 1017037 h 1026368"/>
              <a:gd name="connsiteX9" fmla="*/ 3415005 w 3415005"/>
              <a:gd name="connsiteY9" fmla="*/ 1017037 h 1026368"/>
              <a:gd name="connsiteX0" fmla="*/ 0 w 3405674"/>
              <a:gd name="connsiteY0" fmla="*/ 1035698 h 1035698"/>
              <a:gd name="connsiteX1" fmla="*/ 363894 w 3405674"/>
              <a:gd name="connsiteY1" fmla="*/ 1007706 h 1035698"/>
              <a:gd name="connsiteX2" fmla="*/ 354563 w 3405674"/>
              <a:gd name="connsiteY2" fmla="*/ 373225 h 1035698"/>
              <a:gd name="connsiteX3" fmla="*/ 970384 w 3405674"/>
              <a:gd name="connsiteY3" fmla="*/ 37323 h 1035698"/>
              <a:gd name="connsiteX4" fmla="*/ 979714 w 3405674"/>
              <a:gd name="connsiteY4" fmla="*/ 1026368 h 1035698"/>
              <a:gd name="connsiteX5" fmla="*/ 2006082 w 3405674"/>
              <a:gd name="connsiteY5" fmla="*/ 1017037 h 1035698"/>
              <a:gd name="connsiteX6" fmla="*/ 2024743 w 3405674"/>
              <a:gd name="connsiteY6" fmla="*/ 410547 h 1035698"/>
              <a:gd name="connsiteX7" fmla="*/ 2677886 w 3405674"/>
              <a:gd name="connsiteY7" fmla="*/ 0 h 1035698"/>
              <a:gd name="connsiteX8" fmla="*/ 2677886 w 3405674"/>
              <a:gd name="connsiteY8" fmla="*/ 1017037 h 1035698"/>
              <a:gd name="connsiteX9" fmla="*/ 3405674 w 3405674"/>
              <a:gd name="connsiteY9" fmla="*/ 1017037 h 1035698"/>
              <a:gd name="connsiteX0" fmla="*/ 0 w 3405674"/>
              <a:gd name="connsiteY0" fmla="*/ 1035698 h 1035698"/>
              <a:gd name="connsiteX1" fmla="*/ 335903 w 3405674"/>
              <a:gd name="connsiteY1" fmla="*/ 1017036 h 1035698"/>
              <a:gd name="connsiteX2" fmla="*/ 354563 w 3405674"/>
              <a:gd name="connsiteY2" fmla="*/ 373225 h 1035698"/>
              <a:gd name="connsiteX3" fmla="*/ 970384 w 3405674"/>
              <a:gd name="connsiteY3" fmla="*/ 37323 h 1035698"/>
              <a:gd name="connsiteX4" fmla="*/ 979714 w 3405674"/>
              <a:gd name="connsiteY4" fmla="*/ 1026368 h 1035698"/>
              <a:gd name="connsiteX5" fmla="*/ 2006082 w 3405674"/>
              <a:gd name="connsiteY5" fmla="*/ 1017037 h 1035698"/>
              <a:gd name="connsiteX6" fmla="*/ 2024743 w 3405674"/>
              <a:gd name="connsiteY6" fmla="*/ 410547 h 1035698"/>
              <a:gd name="connsiteX7" fmla="*/ 2677886 w 3405674"/>
              <a:gd name="connsiteY7" fmla="*/ 0 h 1035698"/>
              <a:gd name="connsiteX8" fmla="*/ 2677886 w 3405674"/>
              <a:gd name="connsiteY8" fmla="*/ 1017037 h 1035698"/>
              <a:gd name="connsiteX9" fmla="*/ 3405674 w 3405674"/>
              <a:gd name="connsiteY9" fmla="*/ 1017037 h 1035698"/>
              <a:gd name="connsiteX0" fmla="*/ 0 w 3405674"/>
              <a:gd name="connsiteY0" fmla="*/ 1035698 h 1035698"/>
              <a:gd name="connsiteX1" fmla="*/ 335903 w 3405674"/>
              <a:gd name="connsiteY1" fmla="*/ 1017036 h 1035698"/>
              <a:gd name="connsiteX2" fmla="*/ 317240 w 3405674"/>
              <a:gd name="connsiteY2" fmla="*/ 457200 h 1035698"/>
              <a:gd name="connsiteX3" fmla="*/ 970384 w 3405674"/>
              <a:gd name="connsiteY3" fmla="*/ 37323 h 1035698"/>
              <a:gd name="connsiteX4" fmla="*/ 979714 w 3405674"/>
              <a:gd name="connsiteY4" fmla="*/ 1026368 h 1035698"/>
              <a:gd name="connsiteX5" fmla="*/ 2006082 w 3405674"/>
              <a:gd name="connsiteY5" fmla="*/ 1017037 h 1035698"/>
              <a:gd name="connsiteX6" fmla="*/ 2024743 w 3405674"/>
              <a:gd name="connsiteY6" fmla="*/ 410547 h 1035698"/>
              <a:gd name="connsiteX7" fmla="*/ 2677886 w 3405674"/>
              <a:gd name="connsiteY7" fmla="*/ 0 h 1035698"/>
              <a:gd name="connsiteX8" fmla="*/ 2677886 w 3405674"/>
              <a:gd name="connsiteY8" fmla="*/ 1017037 h 1035698"/>
              <a:gd name="connsiteX9" fmla="*/ 3405674 w 3405674"/>
              <a:gd name="connsiteY9" fmla="*/ 1017037 h 103569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2006082 w 3405674"/>
              <a:gd name="connsiteY5" fmla="*/ 1017037 h 1045028"/>
              <a:gd name="connsiteX6" fmla="*/ 2024743 w 3405674"/>
              <a:gd name="connsiteY6" fmla="*/ 410547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2006082 w 3405674"/>
              <a:gd name="connsiteY5" fmla="*/ 1017037 h 1045028"/>
              <a:gd name="connsiteX6" fmla="*/ 1987420 w 3405674"/>
              <a:gd name="connsiteY6" fmla="*/ 391885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59429 w 3405674"/>
              <a:gd name="connsiteY5" fmla="*/ 1017037 h 1045028"/>
              <a:gd name="connsiteX6" fmla="*/ 1987420 w 3405674"/>
              <a:gd name="connsiteY6" fmla="*/ 391885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1987420 w 3405674"/>
              <a:gd name="connsiteY6" fmla="*/ 391885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1996751 w 3405674"/>
              <a:gd name="connsiteY6" fmla="*/ 466530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998377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17038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05674" h="1045028">
                <a:moveTo>
                  <a:pt x="0" y="1035698"/>
                </a:moveTo>
                <a:lnTo>
                  <a:pt x="298580" y="1045028"/>
                </a:lnTo>
                <a:lnTo>
                  <a:pt x="317240" y="457200"/>
                </a:lnTo>
                <a:lnTo>
                  <a:pt x="970384" y="37323"/>
                </a:lnTo>
                <a:lnTo>
                  <a:pt x="979714" y="1017038"/>
                </a:lnTo>
                <a:lnTo>
                  <a:pt x="1987421" y="1007706"/>
                </a:lnTo>
                <a:cubicBezTo>
                  <a:pt x="1987421" y="802432"/>
                  <a:pt x="2006082" y="643813"/>
                  <a:pt x="2006082" y="438539"/>
                </a:cubicBezTo>
                <a:lnTo>
                  <a:pt x="2677886" y="0"/>
                </a:lnTo>
                <a:lnTo>
                  <a:pt x="2677886" y="1017037"/>
                </a:lnTo>
                <a:lnTo>
                  <a:pt x="3405674" y="1017037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C437EF-67D2-491D-BE27-518906DE5F54}"/>
              </a:ext>
            </a:extLst>
          </p:cNvPr>
          <p:cNvSpPr/>
          <p:nvPr/>
        </p:nvSpPr>
        <p:spPr>
          <a:xfrm>
            <a:off x="5840962" y="3900195"/>
            <a:ext cx="3536302" cy="1390262"/>
          </a:xfrm>
          <a:custGeom>
            <a:avLst/>
            <a:gdLst>
              <a:gd name="connsiteX0" fmla="*/ 0 w 3442996"/>
              <a:gd name="connsiteY0" fmla="*/ 839755 h 1399592"/>
              <a:gd name="connsiteX1" fmla="*/ 270588 w 3442996"/>
              <a:gd name="connsiteY1" fmla="*/ 839755 h 1399592"/>
              <a:gd name="connsiteX2" fmla="*/ 270588 w 3442996"/>
              <a:gd name="connsiteY2" fmla="*/ 27992 h 1399592"/>
              <a:gd name="connsiteX3" fmla="*/ 961053 w 3442996"/>
              <a:gd name="connsiteY3" fmla="*/ 37323 h 1399592"/>
              <a:gd name="connsiteX4" fmla="*/ 942392 w 3442996"/>
              <a:gd name="connsiteY4" fmla="*/ 1399592 h 1399592"/>
              <a:gd name="connsiteX5" fmla="*/ 1987421 w 3442996"/>
              <a:gd name="connsiteY5" fmla="*/ 821094 h 1399592"/>
              <a:gd name="connsiteX6" fmla="*/ 1968759 w 3442996"/>
              <a:gd name="connsiteY6" fmla="*/ 0 h 1399592"/>
              <a:gd name="connsiteX7" fmla="*/ 2743200 w 3442996"/>
              <a:gd name="connsiteY7" fmla="*/ 18662 h 1399592"/>
              <a:gd name="connsiteX8" fmla="*/ 2752531 w 3442996"/>
              <a:gd name="connsiteY8" fmla="*/ 1343608 h 1399592"/>
              <a:gd name="connsiteX9" fmla="*/ 3442996 w 3442996"/>
              <a:gd name="connsiteY9" fmla="*/ 849086 h 1399592"/>
              <a:gd name="connsiteX0" fmla="*/ 0 w 3442996"/>
              <a:gd name="connsiteY0" fmla="*/ 839755 h 1399592"/>
              <a:gd name="connsiteX1" fmla="*/ 270588 w 3442996"/>
              <a:gd name="connsiteY1" fmla="*/ 839755 h 1399592"/>
              <a:gd name="connsiteX2" fmla="*/ 270588 w 3442996"/>
              <a:gd name="connsiteY2" fmla="*/ 27992 h 1399592"/>
              <a:gd name="connsiteX3" fmla="*/ 961053 w 3442996"/>
              <a:gd name="connsiteY3" fmla="*/ 37323 h 1399592"/>
              <a:gd name="connsiteX4" fmla="*/ 942392 w 3442996"/>
              <a:gd name="connsiteY4" fmla="*/ 1399592 h 1399592"/>
              <a:gd name="connsiteX5" fmla="*/ 1987421 w 3442996"/>
              <a:gd name="connsiteY5" fmla="*/ 821094 h 1399592"/>
              <a:gd name="connsiteX6" fmla="*/ 1968759 w 3442996"/>
              <a:gd name="connsiteY6" fmla="*/ 0 h 1399592"/>
              <a:gd name="connsiteX7" fmla="*/ 2743200 w 3442996"/>
              <a:gd name="connsiteY7" fmla="*/ 18662 h 1399592"/>
              <a:gd name="connsiteX8" fmla="*/ 2752531 w 3442996"/>
              <a:gd name="connsiteY8" fmla="*/ 1343608 h 1399592"/>
              <a:gd name="connsiteX9" fmla="*/ 3442996 w 3442996"/>
              <a:gd name="connsiteY9" fmla="*/ 849086 h 1399592"/>
              <a:gd name="connsiteX0" fmla="*/ 0 w 3442996"/>
              <a:gd name="connsiteY0" fmla="*/ 839755 h 1399592"/>
              <a:gd name="connsiteX1" fmla="*/ 270588 w 3442996"/>
              <a:gd name="connsiteY1" fmla="*/ 839755 h 1399592"/>
              <a:gd name="connsiteX2" fmla="*/ 270588 w 3442996"/>
              <a:gd name="connsiteY2" fmla="*/ 27992 h 1399592"/>
              <a:gd name="connsiteX3" fmla="*/ 961053 w 3442996"/>
              <a:gd name="connsiteY3" fmla="*/ 37323 h 1399592"/>
              <a:gd name="connsiteX4" fmla="*/ 942392 w 3442996"/>
              <a:gd name="connsiteY4" fmla="*/ 1399592 h 1399592"/>
              <a:gd name="connsiteX5" fmla="*/ 1987421 w 3442996"/>
              <a:gd name="connsiteY5" fmla="*/ 821094 h 1399592"/>
              <a:gd name="connsiteX6" fmla="*/ 1968759 w 3442996"/>
              <a:gd name="connsiteY6" fmla="*/ 0 h 1399592"/>
              <a:gd name="connsiteX7" fmla="*/ 2743200 w 3442996"/>
              <a:gd name="connsiteY7" fmla="*/ 18662 h 1399592"/>
              <a:gd name="connsiteX8" fmla="*/ 2752531 w 3442996"/>
              <a:gd name="connsiteY8" fmla="*/ 1343608 h 1399592"/>
              <a:gd name="connsiteX9" fmla="*/ 3442996 w 3442996"/>
              <a:gd name="connsiteY9" fmla="*/ 849086 h 1399592"/>
              <a:gd name="connsiteX0" fmla="*/ 0 w 3442996"/>
              <a:gd name="connsiteY0" fmla="*/ 839755 h 1399592"/>
              <a:gd name="connsiteX1" fmla="*/ 270588 w 3442996"/>
              <a:gd name="connsiteY1" fmla="*/ 839755 h 1399592"/>
              <a:gd name="connsiteX2" fmla="*/ 270588 w 3442996"/>
              <a:gd name="connsiteY2" fmla="*/ 27992 h 1399592"/>
              <a:gd name="connsiteX3" fmla="*/ 961053 w 3442996"/>
              <a:gd name="connsiteY3" fmla="*/ 37323 h 1399592"/>
              <a:gd name="connsiteX4" fmla="*/ 942392 w 3442996"/>
              <a:gd name="connsiteY4" fmla="*/ 1399592 h 1399592"/>
              <a:gd name="connsiteX5" fmla="*/ 1987421 w 3442996"/>
              <a:gd name="connsiteY5" fmla="*/ 821094 h 1399592"/>
              <a:gd name="connsiteX6" fmla="*/ 1968759 w 3442996"/>
              <a:gd name="connsiteY6" fmla="*/ 0 h 1399592"/>
              <a:gd name="connsiteX7" fmla="*/ 2743200 w 3442996"/>
              <a:gd name="connsiteY7" fmla="*/ 18662 h 1399592"/>
              <a:gd name="connsiteX8" fmla="*/ 2752531 w 3442996"/>
              <a:gd name="connsiteY8" fmla="*/ 1343608 h 1399592"/>
              <a:gd name="connsiteX9" fmla="*/ 3442996 w 3442996"/>
              <a:gd name="connsiteY9" fmla="*/ 849086 h 1399592"/>
              <a:gd name="connsiteX0" fmla="*/ 0 w 3564294"/>
              <a:gd name="connsiteY0" fmla="*/ 839755 h 1399592"/>
              <a:gd name="connsiteX1" fmla="*/ 270588 w 3564294"/>
              <a:gd name="connsiteY1" fmla="*/ 839755 h 1399592"/>
              <a:gd name="connsiteX2" fmla="*/ 270588 w 3564294"/>
              <a:gd name="connsiteY2" fmla="*/ 27992 h 1399592"/>
              <a:gd name="connsiteX3" fmla="*/ 961053 w 3564294"/>
              <a:gd name="connsiteY3" fmla="*/ 37323 h 1399592"/>
              <a:gd name="connsiteX4" fmla="*/ 942392 w 3564294"/>
              <a:gd name="connsiteY4" fmla="*/ 1399592 h 1399592"/>
              <a:gd name="connsiteX5" fmla="*/ 1987421 w 3564294"/>
              <a:gd name="connsiteY5" fmla="*/ 821094 h 1399592"/>
              <a:gd name="connsiteX6" fmla="*/ 1968759 w 3564294"/>
              <a:gd name="connsiteY6" fmla="*/ 0 h 1399592"/>
              <a:gd name="connsiteX7" fmla="*/ 2743200 w 3564294"/>
              <a:gd name="connsiteY7" fmla="*/ 18662 h 1399592"/>
              <a:gd name="connsiteX8" fmla="*/ 2752531 w 3564294"/>
              <a:gd name="connsiteY8" fmla="*/ 1343608 h 1399592"/>
              <a:gd name="connsiteX9" fmla="*/ 3564294 w 3564294"/>
              <a:gd name="connsiteY9" fmla="*/ 849086 h 1399592"/>
              <a:gd name="connsiteX0" fmla="*/ 0 w 3564294"/>
              <a:gd name="connsiteY0" fmla="*/ 839755 h 1399592"/>
              <a:gd name="connsiteX1" fmla="*/ 270588 w 3564294"/>
              <a:gd name="connsiteY1" fmla="*/ 839755 h 1399592"/>
              <a:gd name="connsiteX2" fmla="*/ 270588 w 3564294"/>
              <a:gd name="connsiteY2" fmla="*/ 27992 h 1399592"/>
              <a:gd name="connsiteX3" fmla="*/ 961053 w 3564294"/>
              <a:gd name="connsiteY3" fmla="*/ 37323 h 1399592"/>
              <a:gd name="connsiteX4" fmla="*/ 942392 w 3564294"/>
              <a:gd name="connsiteY4" fmla="*/ 1399592 h 1399592"/>
              <a:gd name="connsiteX5" fmla="*/ 1987421 w 3564294"/>
              <a:gd name="connsiteY5" fmla="*/ 821094 h 1399592"/>
              <a:gd name="connsiteX6" fmla="*/ 1968759 w 3564294"/>
              <a:gd name="connsiteY6" fmla="*/ 0 h 1399592"/>
              <a:gd name="connsiteX7" fmla="*/ 2743200 w 3564294"/>
              <a:gd name="connsiteY7" fmla="*/ 18662 h 1399592"/>
              <a:gd name="connsiteX8" fmla="*/ 2752531 w 3564294"/>
              <a:gd name="connsiteY8" fmla="*/ 1343608 h 1399592"/>
              <a:gd name="connsiteX9" fmla="*/ 3564294 w 3564294"/>
              <a:gd name="connsiteY9" fmla="*/ 849086 h 1399592"/>
              <a:gd name="connsiteX0" fmla="*/ 0 w 3554963"/>
              <a:gd name="connsiteY0" fmla="*/ 839755 h 1399592"/>
              <a:gd name="connsiteX1" fmla="*/ 270588 w 3554963"/>
              <a:gd name="connsiteY1" fmla="*/ 839755 h 1399592"/>
              <a:gd name="connsiteX2" fmla="*/ 270588 w 3554963"/>
              <a:gd name="connsiteY2" fmla="*/ 27992 h 1399592"/>
              <a:gd name="connsiteX3" fmla="*/ 961053 w 3554963"/>
              <a:gd name="connsiteY3" fmla="*/ 37323 h 1399592"/>
              <a:gd name="connsiteX4" fmla="*/ 942392 w 3554963"/>
              <a:gd name="connsiteY4" fmla="*/ 1399592 h 1399592"/>
              <a:gd name="connsiteX5" fmla="*/ 1987421 w 3554963"/>
              <a:gd name="connsiteY5" fmla="*/ 821094 h 1399592"/>
              <a:gd name="connsiteX6" fmla="*/ 1968759 w 3554963"/>
              <a:gd name="connsiteY6" fmla="*/ 0 h 1399592"/>
              <a:gd name="connsiteX7" fmla="*/ 2743200 w 3554963"/>
              <a:gd name="connsiteY7" fmla="*/ 18662 h 1399592"/>
              <a:gd name="connsiteX8" fmla="*/ 2752531 w 3554963"/>
              <a:gd name="connsiteY8" fmla="*/ 1343608 h 1399592"/>
              <a:gd name="connsiteX9" fmla="*/ 3554963 w 3554963"/>
              <a:gd name="connsiteY9" fmla="*/ 886408 h 1399592"/>
              <a:gd name="connsiteX0" fmla="*/ 0 w 3536302"/>
              <a:gd name="connsiteY0" fmla="*/ 839755 h 1399592"/>
              <a:gd name="connsiteX1" fmla="*/ 270588 w 3536302"/>
              <a:gd name="connsiteY1" fmla="*/ 839755 h 1399592"/>
              <a:gd name="connsiteX2" fmla="*/ 270588 w 3536302"/>
              <a:gd name="connsiteY2" fmla="*/ 27992 h 1399592"/>
              <a:gd name="connsiteX3" fmla="*/ 961053 w 3536302"/>
              <a:gd name="connsiteY3" fmla="*/ 37323 h 1399592"/>
              <a:gd name="connsiteX4" fmla="*/ 942392 w 3536302"/>
              <a:gd name="connsiteY4" fmla="*/ 1399592 h 1399592"/>
              <a:gd name="connsiteX5" fmla="*/ 1987421 w 3536302"/>
              <a:gd name="connsiteY5" fmla="*/ 821094 h 1399592"/>
              <a:gd name="connsiteX6" fmla="*/ 1968759 w 3536302"/>
              <a:gd name="connsiteY6" fmla="*/ 0 h 1399592"/>
              <a:gd name="connsiteX7" fmla="*/ 2743200 w 3536302"/>
              <a:gd name="connsiteY7" fmla="*/ 18662 h 1399592"/>
              <a:gd name="connsiteX8" fmla="*/ 2752531 w 3536302"/>
              <a:gd name="connsiteY8" fmla="*/ 1343608 h 1399592"/>
              <a:gd name="connsiteX9" fmla="*/ 3536302 w 3536302"/>
              <a:gd name="connsiteY9" fmla="*/ 933061 h 1399592"/>
              <a:gd name="connsiteX0" fmla="*/ 0 w 3536302"/>
              <a:gd name="connsiteY0" fmla="*/ 839755 h 1399592"/>
              <a:gd name="connsiteX1" fmla="*/ 270588 w 3536302"/>
              <a:gd name="connsiteY1" fmla="*/ 839755 h 1399592"/>
              <a:gd name="connsiteX2" fmla="*/ 270588 w 3536302"/>
              <a:gd name="connsiteY2" fmla="*/ 27992 h 1399592"/>
              <a:gd name="connsiteX3" fmla="*/ 961053 w 3536302"/>
              <a:gd name="connsiteY3" fmla="*/ 37323 h 1399592"/>
              <a:gd name="connsiteX4" fmla="*/ 942392 w 3536302"/>
              <a:gd name="connsiteY4" fmla="*/ 1399592 h 1399592"/>
              <a:gd name="connsiteX5" fmla="*/ 1987421 w 3536302"/>
              <a:gd name="connsiteY5" fmla="*/ 821094 h 1399592"/>
              <a:gd name="connsiteX6" fmla="*/ 1968759 w 3536302"/>
              <a:gd name="connsiteY6" fmla="*/ 0 h 1399592"/>
              <a:gd name="connsiteX7" fmla="*/ 2743200 w 3536302"/>
              <a:gd name="connsiteY7" fmla="*/ 18662 h 1399592"/>
              <a:gd name="connsiteX8" fmla="*/ 2752531 w 3536302"/>
              <a:gd name="connsiteY8" fmla="*/ 1343608 h 1399592"/>
              <a:gd name="connsiteX9" fmla="*/ 3536302 w 3536302"/>
              <a:gd name="connsiteY9" fmla="*/ 933061 h 1399592"/>
              <a:gd name="connsiteX0" fmla="*/ 0 w 3536302"/>
              <a:gd name="connsiteY0" fmla="*/ 839755 h 1399592"/>
              <a:gd name="connsiteX1" fmla="*/ 270588 w 3536302"/>
              <a:gd name="connsiteY1" fmla="*/ 839755 h 1399592"/>
              <a:gd name="connsiteX2" fmla="*/ 270588 w 3536302"/>
              <a:gd name="connsiteY2" fmla="*/ 27992 h 1399592"/>
              <a:gd name="connsiteX3" fmla="*/ 961053 w 3536302"/>
              <a:gd name="connsiteY3" fmla="*/ 37323 h 1399592"/>
              <a:gd name="connsiteX4" fmla="*/ 942392 w 3536302"/>
              <a:gd name="connsiteY4" fmla="*/ 1399592 h 1399592"/>
              <a:gd name="connsiteX5" fmla="*/ 1987421 w 3536302"/>
              <a:gd name="connsiteY5" fmla="*/ 821094 h 1399592"/>
              <a:gd name="connsiteX6" fmla="*/ 1987421 w 3536302"/>
              <a:gd name="connsiteY6" fmla="*/ 0 h 1399592"/>
              <a:gd name="connsiteX7" fmla="*/ 2743200 w 3536302"/>
              <a:gd name="connsiteY7" fmla="*/ 18662 h 1399592"/>
              <a:gd name="connsiteX8" fmla="*/ 2752531 w 3536302"/>
              <a:gd name="connsiteY8" fmla="*/ 1343608 h 1399592"/>
              <a:gd name="connsiteX9" fmla="*/ 3536302 w 3536302"/>
              <a:gd name="connsiteY9" fmla="*/ 933061 h 1399592"/>
              <a:gd name="connsiteX0" fmla="*/ 0 w 3536302"/>
              <a:gd name="connsiteY0" fmla="*/ 830425 h 1390262"/>
              <a:gd name="connsiteX1" fmla="*/ 270588 w 3536302"/>
              <a:gd name="connsiteY1" fmla="*/ 830425 h 1390262"/>
              <a:gd name="connsiteX2" fmla="*/ 270588 w 3536302"/>
              <a:gd name="connsiteY2" fmla="*/ 18662 h 1390262"/>
              <a:gd name="connsiteX3" fmla="*/ 961053 w 3536302"/>
              <a:gd name="connsiteY3" fmla="*/ 27993 h 1390262"/>
              <a:gd name="connsiteX4" fmla="*/ 942392 w 3536302"/>
              <a:gd name="connsiteY4" fmla="*/ 1390262 h 1390262"/>
              <a:gd name="connsiteX5" fmla="*/ 1987421 w 3536302"/>
              <a:gd name="connsiteY5" fmla="*/ 811764 h 1390262"/>
              <a:gd name="connsiteX6" fmla="*/ 2006083 w 3536302"/>
              <a:gd name="connsiteY6" fmla="*/ 0 h 1390262"/>
              <a:gd name="connsiteX7" fmla="*/ 2743200 w 3536302"/>
              <a:gd name="connsiteY7" fmla="*/ 9332 h 1390262"/>
              <a:gd name="connsiteX8" fmla="*/ 2752531 w 3536302"/>
              <a:gd name="connsiteY8" fmla="*/ 1334278 h 1390262"/>
              <a:gd name="connsiteX9" fmla="*/ 3536302 w 3536302"/>
              <a:gd name="connsiteY9" fmla="*/ 923731 h 1390262"/>
              <a:gd name="connsiteX0" fmla="*/ 0 w 3536302"/>
              <a:gd name="connsiteY0" fmla="*/ 830425 h 1390262"/>
              <a:gd name="connsiteX1" fmla="*/ 270588 w 3536302"/>
              <a:gd name="connsiteY1" fmla="*/ 830425 h 1390262"/>
              <a:gd name="connsiteX2" fmla="*/ 270588 w 3536302"/>
              <a:gd name="connsiteY2" fmla="*/ 18662 h 1390262"/>
              <a:gd name="connsiteX3" fmla="*/ 961053 w 3536302"/>
              <a:gd name="connsiteY3" fmla="*/ 27993 h 1390262"/>
              <a:gd name="connsiteX4" fmla="*/ 942392 w 3536302"/>
              <a:gd name="connsiteY4" fmla="*/ 1390262 h 1390262"/>
              <a:gd name="connsiteX5" fmla="*/ 1987421 w 3536302"/>
              <a:gd name="connsiteY5" fmla="*/ 811764 h 1390262"/>
              <a:gd name="connsiteX6" fmla="*/ 1987422 w 3536302"/>
              <a:gd name="connsiteY6" fmla="*/ 0 h 1390262"/>
              <a:gd name="connsiteX7" fmla="*/ 2743200 w 3536302"/>
              <a:gd name="connsiteY7" fmla="*/ 9332 h 1390262"/>
              <a:gd name="connsiteX8" fmla="*/ 2752531 w 3536302"/>
              <a:gd name="connsiteY8" fmla="*/ 1334278 h 1390262"/>
              <a:gd name="connsiteX9" fmla="*/ 3536302 w 3536302"/>
              <a:gd name="connsiteY9" fmla="*/ 923731 h 1390262"/>
              <a:gd name="connsiteX0" fmla="*/ 0 w 3536302"/>
              <a:gd name="connsiteY0" fmla="*/ 830425 h 1390262"/>
              <a:gd name="connsiteX1" fmla="*/ 270588 w 3536302"/>
              <a:gd name="connsiteY1" fmla="*/ 830425 h 1390262"/>
              <a:gd name="connsiteX2" fmla="*/ 270588 w 3536302"/>
              <a:gd name="connsiteY2" fmla="*/ 18662 h 1390262"/>
              <a:gd name="connsiteX3" fmla="*/ 961053 w 3536302"/>
              <a:gd name="connsiteY3" fmla="*/ 27993 h 1390262"/>
              <a:gd name="connsiteX4" fmla="*/ 942392 w 3536302"/>
              <a:gd name="connsiteY4" fmla="*/ 1390262 h 1390262"/>
              <a:gd name="connsiteX5" fmla="*/ 1987421 w 3536302"/>
              <a:gd name="connsiteY5" fmla="*/ 811764 h 1390262"/>
              <a:gd name="connsiteX6" fmla="*/ 1987422 w 3536302"/>
              <a:gd name="connsiteY6" fmla="*/ 0 h 1390262"/>
              <a:gd name="connsiteX7" fmla="*/ 2743200 w 3536302"/>
              <a:gd name="connsiteY7" fmla="*/ 9332 h 1390262"/>
              <a:gd name="connsiteX8" fmla="*/ 2724540 w 3536302"/>
              <a:gd name="connsiteY8" fmla="*/ 1334278 h 1390262"/>
              <a:gd name="connsiteX9" fmla="*/ 3536302 w 3536302"/>
              <a:gd name="connsiteY9" fmla="*/ 923731 h 1390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36302" h="1390262">
                <a:moveTo>
                  <a:pt x="0" y="830425"/>
                </a:moveTo>
                <a:lnTo>
                  <a:pt x="270588" y="830425"/>
                </a:lnTo>
                <a:lnTo>
                  <a:pt x="270588" y="18662"/>
                </a:lnTo>
                <a:lnTo>
                  <a:pt x="961053" y="27993"/>
                </a:lnTo>
                <a:lnTo>
                  <a:pt x="942392" y="1390262"/>
                </a:lnTo>
                <a:cubicBezTo>
                  <a:pt x="1272074" y="1094792"/>
                  <a:pt x="1583094" y="920622"/>
                  <a:pt x="1987421" y="811764"/>
                </a:cubicBezTo>
                <a:cubicBezTo>
                  <a:pt x="1987421" y="541176"/>
                  <a:pt x="1987422" y="270588"/>
                  <a:pt x="1987422" y="0"/>
                </a:cubicBezTo>
                <a:lnTo>
                  <a:pt x="2743200" y="9332"/>
                </a:lnTo>
                <a:cubicBezTo>
                  <a:pt x="2746310" y="450981"/>
                  <a:pt x="2721430" y="892629"/>
                  <a:pt x="2724540" y="1334278"/>
                </a:cubicBezTo>
                <a:cubicBezTo>
                  <a:pt x="2936034" y="1113453"/>
                  <a:pt x="3231502" y="1013927"/>
                  <a:pt x="3536302" y="92373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1" name="teachIM logo" descr="Icon  Description automatically generated">
            <a:extLst>
              <a:ext uri="{FF2B5EF4-FFF2-40B4-BE49-F238E27FC236}">
                <a16:creationId xmlns:a16="http://schemas.microsoft.com/office/drawing/2014/main" id="{A58006B2-671A-42BC-B59D-539F9DFA6C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sp>
        <p:nvSpPr>
          <p:cNvPr id="87" name="Case 1 - Q1">
            <a:extLst>
              <a:ext uri="{FF2B5EF4-FFF2-40B4-BE49-F238E27FC236}">
                <a16:creationId xmlns:a16="http://schemas.microsoft.com/office/drawing/2014/main" id="{09F8C2FF-DC9E-D646-BC2D-2CB6F05CA1FA}"/>
              </a:ext>
            </a:extLst>
          </p:cNvPr>
          <p:cNvSpPr/>
          <p:nvPr/>
        </p:nvSpPr>
        <p:spPr>
          <a:xfrm>
            <a:off x="5461629" y="5292807"/>
            <a:ext cx="1674873" cy="6259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Square wave in flow = volume mode</a:t>
            </a:r>
          </a:p>
        </p:txBody>
      </p:sp>
      <p:sp>
        <p:nvSpPr>
          <p:cNvPr id="97" name="Case 1 - Q1">
            <a:extLst>
              <a:ext uri="{FF2B5EF4-FFF2-40B4-BE49-F238E27FC236}">
                <a16:creationId xmlns:a16="http://schemas.microsoft.com/office/drawing/2014/main" id="{1D40074E-B719-4DDC-8804-BF54ABDA1281}"/>
              </a:ext>
            </a:extLst>
          </p:cNvPr>
          <p:cNvSpPr/>
          <p:nvPr/>
        </p:nvSpPr>
        <p:spPr>
          <a:xfrm>
            <a:off x="276650" y="3348269"/>
            <a:ext cx="3292227" cy="543923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 xml:space="preserve">Volume Control Mode </a:t>
            </a:r>
          </a:p>
        </p:txBody>
      </p:sp>
      <p:sp>
        <p:nvSpPr>
          <p:cNvPr id="98" name="target">
            <a:extLst>
              <a:ext uri="{FF2B5EF4-FFF2-40B4-BE49-F238E27FC236}">
                <a16:creationId xmlns:a16="http://schemas.microsoft.com/office/drawing/2014/main" id="{7FFC622E-F366-495C-8AC9-9287BB7742A1}"/>
              </a:ext>
            </a:extLst>
          </p:cNvPr>
          <p:cNvSpPr txBox="1"/>
          <p:nvPr/>
        </p:nvSpPr>
        <p:spPr>
          <a:xfrm>
            <a:off x="763371" y="4916727"/>
            <a:ext cx="2286000" cy="408623"/>
          </a:xfrm>
          <a:prstGeom prst="roundRect">
            <a:avLst/>
          </a:prstGeom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you target</a:t>
            </a:r>
          </a:p>
        </p:txBody>
      </p:sp>
      <p:sp>
        <p:nvSpPr>
          <p:cNvPr id="100" name="monitor">
            <a:extLst>
              <a:ext uri="{FF2B5EF4-FFF2-40B4-BE49-F238E27FC236}">
                <a16:creationId xmlns:a16="http://schemas.microsoft.com/office/drawing/2014/main" id="{DA736F70-76D3-4B2E-9C71-A6B126321D56}"/>
              </a:ext>
            </a:extLst>
          </p:cNvPr>
          <p:cNvSpPr txBox="1"/>
          <p:nvPr/>
        </p:nvSpPr>
        <p:spPr>
          <a:xfrm>
            <a:off x="763370" y="5442230"/>
            <a:ext cx="2286000" cy="408623"/>
          </a:xfrm>
          <a:prstGeom prst="roundRect">
            <a:avLst/>
          </a:prstGeom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you monitor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2B99066-8BC3-4E96-8BC8-3676998649EA}"/>
              </a:ext>
            </a:extLst>
          </p:cNvPr>
          <p:cNvSpPr txBox="1"/>
          <p:nvPr/>
        </p:nvSpPr>
        <p:spPr>
          <a:xfrm>
            <a:off x="276650" y="6455460"/>
            <a:ext cx="32922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ARDS (lung-protective tidal volumes)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3" name="Use">
            <a:extLst>
              <a:ext uri="{FF2B5EF4-FFF2-40B4-BE49-F238E27FC236}">
                <a16:creationId xmlns:a16="http://schemas.microsoft.com/office/drawing/2014/main" id="{7702ED1C-FD22-4E0C-8BC5-4E114605327A}"/>
              </a:ext>
            </a:extLst>
          </p:cNvPr>
          <p:cNvSpPr txBox="1"/>
          <p:nvPr/>
        </p:nvSpPr>
        <p:spPr>
          <a:xfrm>
            <a:off x="763370" y="5967732"/>
            <a:ext cx="2286000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When to use</a:t>
            </a:r>
          </a:p>
        </p:txBody>
      </p:sp>
      <p:sp>
        <p:nvSpPr>
          <p:cNvPr id="116" name="Case 1 - Q1">
            <a:extLst>
              <a:ext uri="{FF2B5EF4-FFF2-40B4-BE49-F238E27FC236}">
                <a16:creationId xmlns:a16="http://schemas.microsoft.com/office/drawing/2014/main" id="{EEEC1F1F-31FA-7047-9EC4-557A2102AE86}"/>
              </a:ext>
            </a:extLst>
          </p:cNvPr>
          <p:cNvSpPr/>
          <p:nvPr/>
        </p:nvSpPr>
        <p:spPr>
          <a:xfrm>
            <a:off x="11054334" y="2789512"/>
            <a:ext cx="1086401" cy="76294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Set target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tidal volume (V</a:t>
            </a:r>
            <a:r>
              <a:rPr lang="en-US" sz="1400" baseline="-25000" dirty="0">
                <a:solidFill>
                  <a:schemeClr val="bg1"/>
                </a:solidFill>
              </a:rPr>
              <a:t>T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  <a:endParaRPr lang="en-US" sz="1400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86C92C52-5376-7C45-9EEA-AC455ADC2F65}"/>
              </a:ext>
            </a:extLst>
          </p:cNvPr>
          <p:cNvCxnSpPr>
            <a:cxnSpLocks/>
            <a:stCxn id="94" idx="3"/>
            <a:endCxn id="116" idx="1"/>
          </p:cNvCxnSpPr>
          <p:nvPr/>
        </p:nvCxnSpPr>
        <p:spPr>
          <a:xfrm flipV="1">
            <a:off x="10816137" y="3170985"/>
            <a:ext cx="238197" cy="1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Case 1 - Q1">
            <a:extLst>
              <a:ext uri="{FF2B5EF4-FFF2-40B4-BE49-F238E27FC236}">
                <a16:creationId xmlns:a16="http://schemas.microsoft.com/office/drawing/2014/main" id="{F6F23980-5CAB-8245-91AD-A65FEA06E6D4}"/>
              </a:ext>
            </a:extLst>
          </p:cNvPr>
          <p:cNvSpPr/>
          <p:nvPr/>
        </p:nvSpPr>
        <p:spPr>
          <a:xfrm>
            <a:off x="11100473" y="1472596"/>
            <a:ext cx="1025266" cy="9927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“Control mode” = mandatory RR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A8239DF-CC63-DF40-811A-DED8CFB22308}"/>
              </a:ext>
            </a:extLst>
          </p:cNvPr>
          <p:cNvCxnSpPr>
            <a:cxnSpLocks/>
            <a:endCxn id="118" idx="1"/>
          </p:cNvCxnSpPr>
          <p:nvPr/>
        </p:nvCxnSpPr>
        <p:spPr>
          <a:xfrm>
            <a:off x="10812373" y="1968983"/>
            <a:ext cx="288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Graphic 104" descr="Cursor with solid fill">
            <a:extLst>
              <a:ext uri="{FF2B5EF4-FFF2-40B4-BE49-F238E27FC236}">
                <a16:creationId xmlns:a16="http://schemas.microsoft.com/office/drawing/2014/main" id="{D0C26644-E9E1-4B60-BCB6-DF2CF0A938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01389" y="5196101"/>
            <a:ext cx="301752" cy="301752"/>
          </a:xfrm>
          <a:prstGeom prst="rect">
            <a:avLst/>
          </a:prstGeom>
        </p:spPr>
      </p:pic>
      <p:pic>
        <p:nvPicPr>
          <p:cNvPr id="106" name="Graphic 105" descr="Cursor with solid fill">
            <a:extLst>
              <a:ext uri="{FF2B5EF4-FFF2-40B4-BE49-F238E27FC236}">
                <a16:creationId xmlns:a16="http://schemas.microsoft.com/office/drawing/2014/main" id="{22DFC28C-0A46-4774-A2F7-0A25C2203F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01389" y="5723892"/>
            <a:ext cx="301752" cy="301752"/>
          </a:xfrm>
          <a:prstGeom prst="rect">
            <a:avLst/>
          </a:prstGeom>
        </p:spPr>
      </p:pic>
      <p:pic>
        <p:nvPicPr>
          <p:cNvPr id="107" name="Graphic 106" descr="Cursor with solid fill">
            <a:extLst>
              <a:ext uri="{FF2B5EF4-FFF2-40B4-BE49-F238E27FC236}">
                <a16:creationId xmlns:a16="http://schemas.microsoft.com/office/drawing/2014/main" id="{640177BD-8A90-494D-827D-2CC2DDB59F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01389" y="6240393"/>
            <a:ext cx="301752" cy="301752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3EE6ECE8-AF29-475B-94FC-29CD49259EEB}"/>
              </a:ext>
            </a:extLst>
          </p:cNvPr>
          <p:cNvSpPr txBox="1"/>
          <p:nvPr/>
        </p:nvSpPr>
        <p:spPr>
          <a:xfrm>
            <a:off x="5612979" y="43699"/>
            <a:ext cx="3317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WHAT IS THE MODE?</a:t>
            </a:r>
          </a:p>
        </p:txBody>
      </p:sp>
      <p:sp>
        <p:nvSpPr>
          <p:cNvPr id="65" name="Square">
            <a:extLst>
              <a:ext uri="{FF2B5EF4-FFF2-40B4-BE49-F238E27FC236}">
                <a16:creationId xmlns:a16="http://schemas.microsoft.com/office/drawing/2014/main" id="{F2CDC6B7-0D6D-894D-B8B3-AF199AC7D0C1}"/>
              </a:ext>
            </a:extLst>
          </p:cNvPr>
          <p:cNvSpPr txBox="1"/>
          <p:nvPr/>
        </p:nvSpPr>
        <p:spPr>
          <a:xfrm>
            <a:off x="763370" y="3865721"/>
            <a:ext cx="2286000" cy="408623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Classic square wave</a:t>
            </a:r>
          </a:p>
        </p:txBody>
      </p:sp>
      <p:sp>
        <p:nvSpPr>
          <p:cNvPr id="72" name="RR">
            <a:extLst>
              <a:ext uri="{FF2B5EF4-FFF2-40B4-BE49-F238E27FC236}">
                <a16:creationId xmlns:a16="http://schemas.microsoft.com/office/drawing/2014/main" id="{011068BE-8558-FD41-83A4-C1E1BBA82E0C}"/>
              </a:ext>
            </a:extLst>
          </p:cNvPr>
          <p:cNvSpPr txBox="1"/>
          <p:nvPr/>
        </p:nvSpPr>
        <p:spPr>
          <a:xfrm>
            <a:off x="763370" y="4391224"/>
            <a:ext cx="2286000" cy="408623"/>
          </a:xfrm>
          <a:prstGeom prst="roundRect">
            <a:avLst/>
          </a:prstGeom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Mandatory RR?</a:t>
            </a:r>
          </a:p>
        </p:txBody>
      </p:sp>
      <p:pic>
        <p:nvPicPr>
          <p:cNvPr id="73" name="Graphic 72" descr="Cursor with solid fill">
            <a:extLst>
              <a:ext uri="{FF2B5EF4-FFF2-40B4-BE49-F238E27FC236}">
                <a16:creationId xmlns:a16="http://schemas.microsoft.com/office/drawing/2014/main" id="{116EE889-EC13-624E-B1BD-F6CC9AADBC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01389" y="4657021"/>
            <a:ext cx="301752" cy="301752"/>
          </a:xfrm>
          <a:prstGeom prst="rect">
            <a:avLst/>
          </a:prstGeom>
        </p:spPr>
      </p:pic>
      <p:pic>
        <p:nvPicPr>
          <p:cNvPr id="79" name="Graphic 78" descr="Cursor with solid fill">
            <a:extLst>
              <a:ext uri="{FF2B5EF4-FFF2-40B4-BE49-F238E27FC236}">
                <a16:creationId xmlns:a16="http://schemas.microsoft.com/office/drawing/2014/main" id="{7717FDCD-87C9-0642-9A86-2D1C59FAC7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01389" y="4117941"/>
            <a:ext cx="301752" cy="301752"/>
          </a:xfrm>
          <a:prstGeom prst="rect">
            <a:avLst/>
          </a:prstGeom>
        </p:spPr>
      </p:pic>
      <p:sp>
        <p:nvSpPr>
          <p:cNvPr id="109" name="question 4">
            <a:hlinkClick r:id="rId7" action="ppaction://hlinksldjump"/>
            <a:extLst>
              <a:ext uri="{FF2B5EF4-FFF2-40B4-BE49-F238E27FC236}">
                <a16:creationId xmlns:a16="http://schemas.microsoft.com/office/drawing/2014/main" id="{DD7BB0A3-EC31-455A-AB19-8F9FBD8D52DA}"/>
              </a:ext>
            </a:extLst>
          </p:cNvPr>
          <p:cNvSpPr txBox="1"/>
          <p:nvPr/>
        </p:nvSpPr>
        <p:spPr>
          <a:xfrm>
            <a:off x="5892510" y="6303751"/>
            <a:ext cx="308315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Summary of ventilator modes</a:t>
            </a:r>
          </a:p>
        </p:txBody>
      </p:sp>
      <p:pic>
        <p:nvPicPr>
          <p:cNvPr id="111" name="Graphic 110" descr="Cursor with solid fill">
            <a:extLst>
              <a:ext uri="{FF2B5EF4-FFF2-40B4-BE49-F238E27FC236}">
                <a16:creationId xmlns:a16="http://schemas.microsoft.com/office/drawing/2014/main" id="{608099E2-9EB9-4D82-A563-5191330177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38502" y="6575214"/>
            <a:ext cx="301752" cy="301752"/>
          </a:xfrm>
          <a:prstGeom prst="rect">
            <a:avLst/>
          </a:prstGeom>
        </p:spPr>
      </p:pic>
      <p:sp>
        <p:nvSpPr>
          <p:cNvPr id="81" name="question 1">
            <a:hlinkClick r:id="rId8" action="ppaction://hlinksldjump"/>
            <a:extLst>
              <a:ext uri="{FF2B5EF4-FFF2-40B4-BE49-F238E27FC236}">
                <a16:creationId xmlns:a16="http://schemas.microsoft.com/office/drawing/2014/main" id="{D4B0081E-8C2A-43CD-92EE-E8BDE6F027C2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Mode</a:t>
            </a:r>
          </a:p>
        </p:txBody>
      </p:sp>
      <p:sp>
        <p:nvSpPr>
          <p:cNvPr id="82" name="Question 2">
            <a:hlinkClick r:id="rId9" action="ppaction://hlinksldjump"/>
            <a:extLst>
              <a:ext uri="{FF2B5EF4-FFF2-40B4-BE49-F238E27FC236}">
                <a16:creationId xmlns:a16="http://schemas.microsoft.com/office/drawing/2014/main" id="{5D727BEE-38B1-4FA6-80F5-42FDD5793D64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</a:t>
            </a:r>
            <a:r>
              <a:rPr lang="en-US" baseline="-25000" dirty="0">
                <a:solidFill>
                  <a:sysClr val="windowText" lastClr="000000"/>
                </a:solidFill>
              </a:rPr>
              <a:t>2</a:t>
            </a:r>
            <a:r>
              <a:rPr lang="en-US" dirty="0">
                <a:solidFill>
                  <a:sysClr val="windowText" lastClr="000000"/>
                </a:solidFill>
              </a:rPr>
              <a:t xml:space="preserve"> support</a:t>
            </a:r>
          </a:p>
        </p:txBody>
      </p:sp>
      <p:sp>
        <p:nvSpPr>
          <p:cNvPr id="93" name="question 4">
            <a:hlinkClick r:id="rId10" action="ppaction://hlinksldjump"/>
            <a:extLst>
              <a:ext uri="{FF2B5EF4-FFF2-40B4-BE49-F238E27FC236}">
                <a16:creationId xmlns:a16="http://schemas.microsoft.com/office/drawing/2014/main" id="{4406E70F-6510-4FB1-A63C-C3487DC0C0F4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Ventilation</a:t>
            </a:r>
          </a:p>
        </p:txBody>
      </p:sp>
      <p:sp>
        <p:nvSpPr>
          <p:cNvPr id="96" name="question 1">
            <a:hlinkClick r:id="rId11" action="ppaction://hlinksldjump"/>
            <a:extLst>
              <a:ext uri="{FF2B5EF4-FFF2-40B4-BE49-F238E27FC236}">
                <a16:creationId xmlns:a16="http://schemas.microsoft.com/office/drawing/2014/main" id="{E96AEE8F-D707-48ED-B863-44A108F0907C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Orientation</a:t>
            </a:r>
          </a:p>
        </p:txBody>
      </p:sp>
      <p:sp>
        <p:nvSpPr>
          <p:cNvPr id="99" name="question 4">
            <a:hlinkClick r:id="rId12" action="ppaction://hlinksldjump"/>
            <a:extLst>
              <a:ext uri="{FF2B5EF4-FFF2-40B4-BE49-F238E27FC236}">
                <a16:creationId xmlns:a16="http://schemas.microsoft.com/office/drawing/2014/main" id="{7E84A8AE-6566-4143-A47D-FF5BA92F2644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101" name="question 3">
            <a:hlinkClick r:id="rId13" action="ppaction://hlinksldjump"/>
            <a:extLst>
              <a:ext uri="{FF2B5EF4-FFF2-40B4-BE49-F238E27FC236}">
                <a16:creationId xmlns:a16="http://schemas.microsoft.com/office/drawing/2014/main" id="{708BDBC6-D842-48E0-9A0B-172F726F3CBA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Mechanics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04" name="Graphic 103" descr="Cursor with solid fill">
            <a:extLst>
              <a:ext uri="{FF2B5EF4-FFF2-40B4-BE49-F238E27FC236}">
                <a16:creationId xmlns:a16="http://schemas.microsoft.com/office/drawing/2014/main" id="{9BF7257A-1849-43AB-8DCC-27456E8FAF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0596" y="1540247"/>
            <a:ext cx="301752" cy="301752"/>
          </a:xfrm>
          <a:prstGeom prst="rect">
            <a:avLst/>
          </a:prstGeom>
        </p:spPr>
      </p:pic>
      <p:pic>
        <p:nvPicPr>
          <p:cNvPr id="108" name="Graphic 107" descr="Cursor with solid fill">
            <a:extLst>
              <a:ext uri="{FF2B5EF4-FFF2-40B4-BE49-F238E27FC236}">
                <a16:creationId xmlns:a16="http://schemas.microsoft.com/office/drawing/2014/main" id="{73209587-D4A4-43CA-B4CA-AAC0B2EBC1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0596" y="2088760"/>
            <a:ext cx="301752" cy="301752"/>
          </a:xfrm>
          <a:prstGeom prst="rect">
            <a:avLst/>
          </a:prstGeom>
        </p:spPr>
      </p:pic>
      <p:pic>
        <p:nvPicPr>
          <p:cNvPr id="113" name="Graphic 112" descr="Cursor with solid fill">
            <a:extLst>
              <a:ext uri="{FF2B5EF4-FFF2-40B4-BE49-F238E27FC236}">
                <a16:creationId xmlns:a16="http://schemas.microsoft.com/office/drawing/2014/main" id="{1DF4EB26-7CF9-42D8-9A65-FBDBA5FE52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pic>
        <p:nvPicPr>
          <p:cNvPr id="115" name="Graphic 114" descr="Cursor with solid fill">
            <a:extLst>
              <a:ext uri="{FF2B5EF4-FFF2-40B4-BE49-F238E27FC236}">
                <a16:creationId xmlns:a16="http://schemas.microsoft.com/office/drawing/2014/main" id="{4D574A0D-5FB6-49BC-920A-8C984E85E6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0596" y="2652352"/>
            <a:ext cx="301752" cy="301752"/>
          </a:xfrm>
          <a:prstGeom prst="rect">
            <a:avLst/>
          </a:prstGeom>
        </p:spPr>
      </p:pic>
      <p:pic>
        <p:nvPicPr>
          <p:cNvPr id="122" name="Graphic 121" descr="Cursor with solid fill">
            <a:extLst>
              <a:ext uri="{FF2B5EF4-FFF2-40B4-BE49-F238E27FC236}">
                <a16:creationId xmlns:a16="http://schemas.microsoft.com/office/drawing/2014/main" id="{E0BB4431-00C6-44C6-BF10-22B7321CBE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0596" y="411054"/>
            <a:ext cx="301752" cy="301752"/>
          </a:xfrm>
          <a:prstGeom prst="rect">
            <a:avLst/>
          </a:prstGeom>
        </p:spPr>
      </p:pic>
      <p:sp>
        <p:nvSpPr>
          <p:cNvPr id="124" name="question 1">
            <a:hlinkClick r:id="rId14" action="ppaction://hlinksldjump"/>
            <a:extLst>
              <a:ext uri="{FF2B5EF4-FFF2-40B4-BE49-F238E27FC236}">
                <a16:creationId xmlns:a16="http://schemas.microsoft.com/office/drawing/2014/main" id="{A1F3C537-394C-4DAE-988E-E088E7908BED}"/>
              </a:ext>
            </a:extLst>
          </p:cNvPr>
          <p:cNvSpPr txBox="1"/>
          <p:nvPr/>
        </p:nvSpPr>
        <p:spPr>
          <a:xfrm>
            <a:off x="3402114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Pressure Control</a:t>
            </a:r>
          </a:p>
        </p:txBody>
      </p:sp>
      <p:sp>
        <p:nvSpPr>
          <p:cNvPr id="126" name="question 1">
            <a:hlinkClick r:id="rId15" action="ppaction://hlinksldjump"/>
            <a:extLst>
              <a:ext uri="{FF2B5EF4-FFF2-40B4-BE49-F238E27FC236}">
                <a16:creationId xmlns:a16="http://schemas.microsoft.com/office/drawing/2014/main" id="{BE3DC97C-0D36-4604-A564-A17ABD5670CD}"/>
              </a:ext>
            </a:extLst>
          </p:cNvPr>
          <p:cNvSpPr txBox="1"/>
          <p:nvPr/>
        </p:nvSpPr>
        <p:spPr>
          <a:xfrm>
            <a:off x="7696526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PRVC</a:t>
            </a:r>
          </a:p>
        </p:txBody>
      </p:sp>
      <p:sp>
        <p:nvSpPr>
          <p:cNvPr id="127" name="question 1">
            <a:hlinkClick r:id="rId16" action="ppaction://hlinksldjump"/>
            <a:extLst>
              <a:ext uri="{FF2B5EF4-FFF2-40B4-BE49-F238E27FC236}">
                <a16:creationId xmlns:a16="http://schemas.microsoft.com/office/drawing/2014/main" id="{CA7D39A5-DD7D-4EB7-A97C-5377CD48AD22}"/>
              </a:ext>
            </a:extLst>
          </p:cNvPr>
          <p:cNvSpPr txBox="1"/>
          <p:nvPr/>
        </p:nvSpPr>
        <p:spPr>
          <a:xfrm>
            <a:off x="9848259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Pressure Support</a:t>
            </a:r>
          </a:p>
        </p:txBody>
      </p:sp>
      <p:pic>
        <p:nvPicPr>
          <p:cNvPr id="128" name="Graphic 127" descr="Cursor with solid fill">
            <a:extLst>
              <a:ext uri="{FF2B5EF4-FFF2-40B4-BE49-F238E27FC236}">
                <a16:creationId xmlns:a16="http://schemas.microsoft.com/office/drawing/2014/main" id="{E4844FEE-B19F-4290-A9EB-B36FE6A55F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34390" y="985623"/>
            <a:ext cx="301752" cy="301752"/>
          </a:xfrm>
          <a:prstGeom prst="rect">
            <a:avLst/>
          </a:prstGeom>
        </p:spPr>
      </p:pic>
      <p:pic>
        <p:nvPicPr>
          <p:cNvPr id="130" name="Graphic 129" descr="Cursor with solid fill">
            <a:extLst>
              <a:ext uri="{FF2B5EF4-FFF2-40B4-BE49-F238E27FC236}">
                <a16:creationId xmlns:a16="http://schemas.microsoft.com/office/drawing/2014/main" id="{4FDBDF80-0959-4E97-A44C-2D3BA0F41D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49946" y="985623"/>
            <a:ext cx="301752" cy="301752"/>
          </a:xfrm>
          <a:prstGeom prst="rect">
            <a:avLst/>
          </a:prstGeom>
        </p:spPr>
      </p:pic>
      <p:pic>
        <p:nvPicPr>
          <p:cNvPr id="131" name="Graphic 130" descr="Cursor with solid fill">
            <a:extLst>
              <a:ext uri="{FF2B5EF4-FFF2-40B4-BE49-F238E27FC236}">
                <a16:creationId xmlns:a16="http://schemas.microsoft.com/office/drawing/2014/main" id="{79D319CE-8411-4030-814C-0D6AD44709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09165" y="985623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78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  <p:bldLst>
      <p:bldP spid="88" grpId="0" animBg="1"/>
      <p:bldP spid="91" grpId="0" animBg="1"/>
      <p:bldP spid="94" grpId="0" animBg="1"/>
      <p:bldP spid="57" grpId="0" animBg="1"/>
      <p:bldP spid="58" grpId="0" animBg="1"/>
      <p:bldP spid="87" grpId="0" animBg="1"/>
      <p:bldP spid="98" grpId="0" animBg="1"/>
      <p:bldP spid="100" grpId="0" animBg="1"/>
      <p:bldP spid="102" grpId="0"/>
      <p:bldP spid="103" grpId="0" animBg="1"/>
      <p:bldP spid="116" grpId="0" animBg="1"/>
      <p:bldP spid="118" grpId="0" animBg="1"/>
      <p:bldP spid="65" grpId="0" animBg="1"/>
      <p:bldP spid="7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What you measure">
            <a:extLst>
              <a:ext uri="{FF2B5EF4-FFF2-40B4-BE49-F238E27FC236}">
                <a16:creationId xmlns:a16="http://schemas.microsoft.com/office/drawing/2014/main" id="{346527C6-6FEA-4F03-8E59-4011649CD3B7}"/>
              </a:ext>
            </a:extLst>
          </p:cNvPr>
          <p:cNvSpPr txBox="1"/>
          <p:nvPr/>
        </p:nvSpPr>
        <p:spPr>
          <a:xfrm>
            <a:off x="764778" y="5818600"/>
            <a:ext cx="2283621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When to use</a:t>
            </a:r>
          </a:p>
        </p:txBody>
      </p:sp>
      <p:sp>
        <p:nvSpPr>
          <p:cNvPr id="145" name="What you measure">
            <a:extLst>
              <a:ext uri="{FF2B5EF4-FFF2-40B4-BE49-F238E27FC236}">
                <a16:creationId xmlns:a16="http://schemas.microsoft.com/office/drawing/2014/main" id="{77207E54-B144-4D50-942A-75C8E8FB7127}"/>
              </a:ext>
            </a:extLst>
          </p:cNvPr>
          <p:cNvSpPr txBox="1"/>
          <p:nvPr/>
        </p:nvSpPr>
        <p:spPr>
          <a:xfrm>
            <a:off x="764778" y="5262704"/>
            <a:ext cx="2283621" cy="408623"/>
          </a:xfrm>
          <a:prstGeom prst="roundRect">
            <a:avLst/>
          </a:prstGeom>
          <a:ln w="38100">
            <a:solidFill>
              <a:schemeClr val="accent4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you monitor</a:t>
            </a:r>
          </a:p>
        </p:txBody>
      </p:sp>
      <p:sp>
        <p:nvSpPr>
          <p:cNvPr id="75" name="question 1">
            <a:hlinkClick r:id="rId2" action="ppaction://hlinksldjump"/>
            <a:extLst>
              <a:ext uri="{FF2B5EF4-FFF2-40B4-BE49-F238E27FC236}">
                <a16:creationId xmlns:a16="http://schemas.microsoft.com/office/drawing/2014/main" id="{A42585EE-63E4-7D4E-BA58-B7810D88246B}"/>
              </a:ext>
            </a:extLst>
          </p:cNvPr>
          <p:cNvSpPr txBox="1"/>
          <p:nvPr/>
        </p:nvSpPr>
        <p:spPr>
          <a:xfrm>
            <a:off x="7696526" y="712801"/>
            <a:ext cx="1905102" cy="408623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PRVC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08F926-7F36-AD4E-9157-2F736CD05260}"/>
              </a:ext>
            </a:extLst>
          </p:cNvPr>
          <p:cNvGrpSpPr/>
          <p:nvPr/>
        </p:nvGrpSpPr>
        <p:grpSpPr>
          <a:xfrm>
            <a:off x="3867664" y="1382357"/>
            <a:ext cx="7132845" cy="4811668"/>
            <a:chOff x="3867664" y="1382357"/>
            <a:chExt cx="7132845" cy="481166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1B30AB9-3C2F-7645-897E-74BC3662232B}"/>
                </a:ext>
              </a:extLst>
            </p:cNvPr>
            <p:cNvGrpSpPr/>
            <p:nvPr/>
          </p:nvGrpSpPr>
          <p:grpSpPr>
            <a:xfrm>
              <a:off x="3867664" y="1382357"/>
              <a:ext cx="7132845" cy="4811668"/>
              <a:chOff x="3867664" y="1382357"/>
              <a:chExt cx="7132845" cy="4811668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E01CFC4-B3D3-7B47-BB87-1AA585EA4449}"/>
                  </a:ext>
                </a:extLst>
              </p:cNvPr>
              <p:cNvSpPr/>
              <p:nvPr/>
            </p:nvSpPr>
            <p:spPr>
              <a:xfrm>
                <a:off x="3867664" y="1382357"/>
                <a:ext cx="7132845" cy="4811668"/>
              </a:xfrm>
              <a:prstGeom prst="rect">
                <a:avLst/>
              </a:prstGeom>
              <a:solidFill>
                <a:schemeClr val="bg2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8344300-2EB9-8843-824B-A5FA572A27F8}"/>
                  </a:ext>
                </a:extLst>
              </p:cNvPr>
              <p:cNvSpPr/>
              <p:nvPr/>
            </p:nvSpPr>
            <p:spPr>
              <a:xfrm>
                <a:off x="5404449" y="1673355"/>
                <a:ext cx="4219183" cy="39543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429063E-CF6C-7843-941F-F419E1F0114A}"/>
                  </a:ext>
                </a:extLst>
              </p:cNvPr>
              <p:cNvSpPr/>
              <p:nvPr/>
            </p:nvSpPr>
            <p:spPr>
              <a:xfrm>
                <a:off x="9897561" y="4995958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40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EA3EA8-DFF3-1542-83F6-5FB76B780EF5}"/>
                  </a:ext>
                </a:extLst>
              </p:cNvPr>
              <p:cNvSpPr txBox="1"/>
              <p:nvPr/>
            </p:nvSpPr>
            <p:spPr>
              <a:xfrm>
                <a:off x="10058242" y="5757075"/>
                <a:ext cx="5741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FiO</a:t>
                </a:r>
                <a:r>
                  <a:rPr lang="en-US" baseline="-25000" dirty="0"/>
                  <a:t>2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ABE9B01-2FE3-DA41-9316-4466F2AF89A4}"/>
                  </a:ext>
                </a:extLst>
              </p:cNvPr>
              <p:cNvSpPr txBox="1"/>
              <p:nvPr/>
            </p:nvSpPr>
            <p:spPr>
              <a:xfrm>
                <a:off x="9980610" y="4570030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PEEP</a:t>
                </a:r>
                <a:endParaRPr lang="en-US" baseline="-25000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5BF90E2-EFAD-8848-A8C0-6CB3DAEFC0FF}"/>
                  </a:ext>
                </a:extLst>
              </p:cNvPr>
              <p:cNvSpPr txBox="1"/>
              <p:nvPr/>
            </p:nvSpPr>
            <p:spPr>
              <a:xfrm>
                <a:off x="10086408" y="2241468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RR</a:t>
                </a:r>
                <a:endParaRPr lang="en-US" baseline="-25000" dirty="0"/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488CCE97-A2DA-6148-9C3C-F4F4547259B4}"/>
                  </a:ext>
                </a:extLst>
              </p:cNvPr>
              <p:cNvGrpSpPr/>
              <p:nvPr/>
            </p:nvGrpSpPr>
            <p:grpSpPr>
              <a:xfrm>
                <a:off x="5832092" y="1883420"/>
                <a:ext cx="3633805" cy="1416221"/>
                <a:chOff x="5288692" y="1890584"/>
                <a:chExt cx="3633805" cy="1416221"/>
              </a:xfrm>
            </p:grpSpPr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B8571777-595E-7640-B695-0F951802EA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88692" y="1890584"/>
                  <a:ext cx="0" cy="1416219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83FF85CD-F269-364B-9544-E90F02913E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91671" y="3306804"/>
                  <a:ext cx="3630826" cy="1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2F33D93-5A20-BC43-923C-18243E24791F}"/>
                  </a:ext>
                </a:extLst>
              </p:cNvPr>
              <p:cNvSpPr txBox="1"/>
              <p:nvPr/>
            </p:nvSpPr>
            <p:spPr>
              <a:xfrm>
                <a:off x="7324226" y="3255787"/>
                <a:ext cx="6495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Time</a:t>
                </a:r>
                <a:endParaRPr lang="en-US" baseline="-25000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5CF4D54-74C2-2241-B9FD-7416E4AD2C54}"/>
                  </a:ext>
                </a:extLst>
              </p:cNvPr>
              <p:cNvSpPr txBox="1"/>
              <p:nvPr/>
            </p:nvSpPr>
            <p:spPr>
              <a:xfrm rot="16200000">
                <a:off x="5161627" y="2406864"/>
                <a:ext cx="9897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Pressure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FD22A6C-ACC5-9C41-BE15-DFB8A8AE8A22}"/>
                  </a:ext>
                </a:extLst>
              </p:cNvPr>
              <p:cNvSpPr txBox="1"/>
              <p:nvPr/>
            </p:nvSpPr>
            <p:spPr>
              <a:xfrm>
                <a:off x="10135758" y="3395453"/>
                <a:ext cx="3914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V</a:t>
                </a:r>
                <a:r>
                  <a:rPr lang="en-US" baseline="-25000" dirty="0"/>
                  <a:t>T</a:t>
                </a: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0DE0000-E82F-6C44-B6FE-A75896D465A6}"/>
                  </a:ext>
                </a:extLst>
              </p:cNvPr>
              <p:cNvSpPr/>
              <p:nvPr/>
            </p:nvSpPr>
            <p:spPr>
              <a:xfrm>
                <a:off x="9897561" y="3816104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5</a:t>
                </a: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4776A82-78DB-4243-81EA-C8236EC1217D}"/>
                  </a:ext>
                </a:extLst>
              </p:cNvPr>
              <p:cNvSpPr/>
              <p:nvPr/>
            </p:nvSpPr>
            <p:spPr>
              <a:xfrm>
                <a:off x="9897561" y="1456394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24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B6E6BFE7-CEBC-024D-9463-4B8F6AF26772}"/>
                  </a:ext>
                </a:extLst>
              </p:cNvPr>
              <p:cNvSpPr/>
              <p:nvPr/>
            </p:nvSpPr>
            <p:spPr>
              <a:xfrm>
                <a:off x="9897561" y="2636249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360</a:t>
                </a:r>
              </a:p>
            </p:txBody>
          </p:sp>
        </p:grp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5D19F189-BC10-AB47-81B4-38D04F1AD4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2092" y="3754096"/>
              <a:ext cx="0" cy="141621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76C7D1B3-D53D-4F4A-A4CC-F1411AEDA6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5071" y="4737827"/>
              <a:ext cx="3630826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6B87728-FC5B-4742-B866-8EF8F949BDEA}"/>
                </a:ext>
              </a:extLst>
            </p:cNvPr>
            <p:cNvSpPr txBox="1"/>
            <p:nvPr/>
          </p:nvSpPr>
          <p:spPr>
            <a:xfrm>
              <a:off x="7324226" y="5133244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D048D2C-E2C8-3D4A-9F58-A4257455665D}"/>
                </a:ext>
              </a:extLst>
            </p:cNvPr>
            <p:cNvSpPr txBox="1"/>
            <p:nvPr/>
          </p:nvSpPr>
          <p:spPr>
            <a:xfrm rot="16200000">
              <a:off x="5341804" y="4277541"/>
              <a:ext cx="629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Flow</a:t>
              </a:r>
            </a:p>
          </p:txBody>
        </p:sp>
      </p:grpSp>
      <p:sp>
        <p:nvSpPr>
          <p:cNvPr id="89" name="Oval 88">
            <a:extLst>
              <a:ext uri="{FF2B5EF4-FFF2-40B4-BE49-F238E27FC236}">
                <a16:creationId xmlns:a16="http://schemas.microsoft.com/office/drawing/2014/main" id="{CC867355-18A1-1E47-AA6D-53DE3C0993AF}"/>
              </a:ext>
            </a:extLst>
          </p:cNvPr>
          <p:cNvSpPr/>
          <p:nvPr/>
        </p:nvSpPr>
        <p:spPr>
          <a:xfrm>
            <a:off x="6374387" y="1825046"/>
            <a:ext cx="1377309" cy="1551927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FF136E6-EFF7-6748-97E5-1CBA6B46638B}"/>
              </a:ext>
            </a:extLst>
          </p:cNvPr>
          <p:cNvSpPr/>
          <p:nvPr/>
        </p:nvSpPr>
        <p:spPr>
          <a:xfrm>
            <a:off x="4148770" y="1672521"/>
            <a:ext cx="1053132" cy="3460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5"/>
                </a:solidFill>
              </a:rPr>
              <a:t>P</a:t>
            </a:r>
            <a:r>
              <a:rPr lang="en-US" baseline="-25000" dirty="0">
                <a:solidFill>
                  <a:schemeClr val="accent5"/>
                </a:solidFill>
              </a:rPr>
              <a:t>Peak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22 </a:t>
            </a:r>
            <a:r>
              <a:rPr lang="en-US" sz="1000" dirty="0">
                <a:solidFill>
                  <a:schemeClr val="accent5"/>
                </a:solidFill>
              </a:rPr>
              <a:t>cm H</a:t>
            </a:r>
            <a:r>
              <a:rPr lang="en-US" sz="1000" baseline="-25000" dirty="0">
                <a:solidFill>
                  <a:schemeClr val="accent5"/>
                </a:solidFill>
              </a:rPr>
              <a:t>2</a:t>
            </a:r>
            <a:r>
              <a:rPr lang="en-US" sz="1000" dirty="0">
                <a:solidFill>
                  <a:schemeClr val="accent5"/>
                </a:solidFill>
              </a:rPr>
              <a:t xml:space="preserve">O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358 </a:t>
            </a:r>
            <a:r>
              <a:rPr lang="en-US" sz="1000" dirty="0">
                <a:solidFill>
                  <a:schemeClr val="accent5"/>
                </a:solidFill>
              </a:rPr>
              <a:t>mL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RR</a:t>
            </a:r>
            <a:endParaRPr lang="en-US" baseline="-25000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25 </a:t>
            </a:r>
            <a:r>
              <a:rPr lang="en-US" sz="1000" dirty="0">
                <a:solidFill>
                  <a:schemeClr val="accent5"/>
                </a:solidFill>
              </a:rPr>
              <a:t>min</a:t>
            </a:r>
            <a:r>
              <a:rPr lang="en-US" sz="1000" baseline="30000" dirty="0">
                <a:solidFill>
                  <a:schemeClr val="accent5"/>
                </a:solidFill>
              </a:rPr>
              <a:t>-1</a:t>
            </a:r>
            <a:r>
              <a:rPr lang="en-US" sz="3000" dirty="0">
                <a:solidFill>
                  <a:schemeClr val="accent5"/>
                </a:solidFill>
              </a:rPr>
              <a:t xml:space="preserve">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Min Vent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9.0 </a:t>
            </a:r>
            <a:r>
              <a:rPr lang="en-US" sz="1000" dirty="0">
                <a:solidFill>
                  <a:schemeClr val="accent5"/>
                </a:solidFill>
              </a:rPr>
              <a:t>L/min</a:t>
            </a:r>
          </a:p>
          <a:p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59" name="Case 1 - Q1">
            <a:extLst>
              <a:ext uri="{FF2B5EF4-FFF2-40B4-BE49-F238E27FC236}">
                <a16:creationId xmlns:a16="http://schemas.microsoft.com/office/drawing/2014/main" id="{C4875F5D-DE7A-754E-A8CD-B6AD112976AF}"/>
              </a:ext>
            </a:extLst>
          </p:cNvPr>
          <p:cNvSpPr/>
          <p:nvPr/>
        </p:nvSpPr>
        <p:spPr>
          <a:xfrm>
            <a:off x="2699205" y="1940796"/>
            <a:ext cx="1227498" cy="119736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Key outputs are peak pressure and achieved tidal volume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6A9A222-AD17-1942-B8D5-116130F38D32}"/>
              </a:ext>
            </a:extLst>
          </p:cNvPr>
          <p:cNvSpPr/>
          <p:nvPr/>
        </p:nvSpPr>
        <p:spPr>
          <a:xfrm>
            <a:off x="4184395" y="1717416"/>
            <a:ext cx="981750" cy="165225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F92A48A-1479-0C4C-90FE-FAEEEB7B973A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>
          <a:xfrm>
            <a:off x="3926703" y="2539480"/>
            <a:ext cx="257692" cy="406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EF12A506-CA91-419C-861E-5298FFD6F0C0}"/>
              </a:ext>
            </a:extLst>
          </p:cNvPr>
          <p:cNvSpPr/>
          <p:nvPr/>
        </p:nvSpPr>
        <p:spPr>
          <a:xfrm>
            <a:off x="5823013" y="2042700"/>
            <a:ext cx="3545632" cy="979714"/>
          </a:xfrm>
          <a:custGeom>
            <a:avLst/>
            <a:gdLst>
              <a:gd name="connsiteX0" fmla="*/ 0 w 3657600"/>
              <a:gd name="connsiteY0" fmla="*/ 951722 h 979714"/>
              <a:gd name="connsiteX1" fmla="*/ 905070 w 3657600"/>
              <a:gd name="connsiteY1" fmla="*/ 933061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70384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42391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536302"/>
              <a:gd name="connsiteY0" fmla="*/ 933060 h 979714"/>
              <a:gd name="connsiteX1" fmla="*/ 783772 w 3536302"/>
              <a:gd name="connsiteY1" fmla="*/ 942392 h 979714"/>
              <a:gd name="connsiteX2" fmla="*/ 793102 w 3536302"/>
              <a:gd name="connsiteY2" fmla="*/ 0 h 979714"/>
              <a:gd name="connsiteX3" fmla="*/ 1660849 w 3536302"/>
              <a:gd name="connsiteY3" fmla="*/ 0 h 979714"/>
              <a:gd name="connsiteX4" fmla="*/ 1651519 w 3536302"/>
              <a:gd name="connsiteY4" fmla="*/ 951722 h 979714"/>
              <a:gd name="connsiteX5" fmla="*/ 2500604 w 3536302"/>
              <a:gd name="connsiteY5" fmla="*/ 942391 h 979714"/>
              <a:gd name="connsiteX6" fmla="*/ 2509935 w 3536302"/>
              <a:gd name="connsiteY6" fmla="*/ 46653 h 979714"/>
              <a:gd name="connsiteX7" fmla="*/ 3284376 w 3536302"/>
              <a:gd name="connsiteY7" fmla="*/ 46653 h 979714"/>
              <a:gd name="connsiteX8" fmla="*/ 3293706 w 3536302"/>
              <a:gd name="connsiteY8" fmla="*/ 970384 h 979714"/>
              <a:gd name="connsiteX9" fmla="*/ 3536302 w 353630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509934 w 3545632"/>
              <a:gd name="connsiteY5" fmla="*/ 94239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70382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00604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45632" h="979714">
                <a:moveTo>
                  <a:pt x="0" y="933060"/>
                </a:moveTo>
                <a:lnTo>
                  <a:pt x="793102" y="942392"/>
                </a:lnTo>
                <a:lnTo>
                  <a:pt x="802432" y="0"/>
                </a:lnTo>
                <a:lnTo>
                  <a:pt x="1670179" y="0"/>
                </a:lnTo>
                <a:lnTo>
                  <a:pt x="1660849" y="951722"/>
                </a:lnTo>
                <a:lnTo>
                  <a:pt x="2491272" y="951721"/>
                </a:lnTo>
                <a:cubicBezTo>
                  <a:pt x="2494382" y="650031"/>
                  <a:pt x="2497494" y="348343"/>
                  <a:pt x="2500604" y="46653"/>
                </a:cubicBezTo>
                <a:lnTo>
                  <a:pt x="3312368" y="46653"/>
                </a:lnTo>
                <a:cubicBezTo>
                  <a:pt x="3309257" y="354563"/>
                  <a:pt x="3306147" y="662474"/>
                  <a:pt x="3303036" y="970384"/>
                </a:cubicBezTo>
                <a:lnTo>
                  <a:pt x="3545632" y="979714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9E59F03C-4CFB-4919-8171-757A15C30E1F}"/>
              </a:ext>
            </a:extLst>
          </p:cNvPr>
          <p:cNvSpPr/>
          <p:nvPr/>
        </p:nvSpPr>
        <p:spPr>
          <a:xfrm>
            <a:off x="5822303" y="3741573"/>
            <a:ext cx="3601616" cy="1483568"/>
          </a:xfrm>
          <a:custGeom>
            <a:avLst/>
            <a:gdLst>
              <a:gd name="connsiteX0" fmla="*/ 0 w 3489649"/>
              <a:gd name="connsiteY0" fmla="*/ 961053 h 1576874"/>
              <a:gd name="connsiteX1" fmla="*/ 755780 w 3489649"/>
              <a:gd name="connsiteY1" fmla="*/ 970384 h 1576874"/>
              <a:gd name="connsiteX2" fmla="*/ 765111 w 3489649"/>
              <a:gd name="connsiteY2" fmla="*/ 0 h 1576874"/>
              <a:gd name="connsiteX3" fmla="*/ 1576874 w 3489649"/>
              <a:gd name="connsiteY3" fmla="*/ 251927 h 1576874"/>
              <a:gd name="connsiteX4" fmla="*/ 1660849 w 3489649"/>
              <a:gd name="connsiteY4" fmla="*/ 1576874 h 1576874"/>
              <a:gd name="connsiteX5" fmla="*/ 2565919 w 3489649"/>
              <a:gd name="connsiteY5" fmla="*/ 970384 h 1576874"/>
              <a:gd name="connsiteX6" fmla="*/ 2547258 w 3489649"/>
              <a:gd name="connsiteY6" fmla="*/ 65315 h 1576874"/>
              <a:gd name="connsiteX7" fmla="*/ 3228392 w 3489649"/>
              <a:gd name="connsiteY7" fmla="*/ 401217 h 1576874"/>
              <a:gd name="connsiteX8" fmla="*/ 3275045 w 3489649"/>
              <a:gd name="connsiteY8" fmla="*/ 1474237 h 1576874"/>
              <a:gd name="connsiteX9" fmla="*/ 3489649 w 3489649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875453 w 3526971"/>
              <a:gd name="connsiteY3" fmla="*/ 345234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474237"/>
              <a:gd name="connsiteX1" fmla="*/ 793102 w 3526971"/>
              <a:gd name="connsiteY1" fmla="*/ 970384 h 1474237"/>
              <a:gd name="connsiteX2" fmla="*/ 802433 w 3526971"/>
              <a:gd name="connsiteY2" fmla="*/ 0 h 1474237"/>
              <a:gd name="connsiteX3" fmla="*/ 1875453 w 3526971"/>
              <a:gd name="connsiteY3" fmla="*/ 345234 h 1474237"/>
              <a:gd name="connsiteX4" fmla="*/ 1950098 w 3526971"/>
              <a:gd name="connsiteY4" fmla="*/ 1446246 h 1474237"/>
              <a:gd name="connsiteX5" fmla="*/ 2603241 w 3526971"/>
              <a:gd name="connsiteY5" fmla="*/ 970384 h 1474237"/>
              <a:gd name="connsiteX6" fmla="*/ 2584580 w 3526971"/>
              <a:gd name="connsiteY6" fmla="*/ 65315 h 1474237"/>
              <a:gd name="connsiteX7" fmla="*/ 3265714 w 3526971"/>
              <a:gd name="connsiteY7" fmla="*/ 401217 h 1474237"/>
              <a:gd name="connsiteX8" fmla="*/ 3312367 w 3526971"/>
              <a:gd name="connsiteY8" fmla="*/ 1474237 h 1474237"/>
              <a:gd name="connsiteX9" fmla="*/ 3526971 w 3526971"/>
              <a:gd name="connsiteY9" fmla="*/ 1138335 h 1474237"/>
              <a:gd name="connsiteX0" fmla="*/ 0 w 3526971"/>
              <a:gd name="connsiteY0" fmla="*/ 1315617 h 1483568"/>
              <a:gd name="connsiteX1" fmla="*/ 793102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718457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830424 w 3526971"/>
              <a:gd name="connsiteY1" fmla="*/ 979715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82147 w 3526971"/>
              <a:gd name="connsiteY3" fmla="*/ 373226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359020 w 3526971"/>
              <a:gd name="connsiteY7" fmla="*/ 438540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483568"/>
              <a:gd name="connsiteX1" fmla="*/ 830424 w 3526971"/>
              <a:gd name="connsiteY1" fmla="*/ 998376 h 1483568"/>
              <a:gd name="connsiteX2" fmla="*/ 839756 w 3526971"/>
              <a:gd name="connsiteY2" fmla="*/ 0 h 1483568"/>
              <a:gd name="connsiteX3" fmla="*/ 1679510 w 3526971"/>
              <a:gd name="connsiteY3" fmla="*/ 307911 h 1483568"/>
              <a:gd name="connsiteX4" fmla="*/ 1679510 w 3526971"/>
              <a:gd name="connsiteY4" fmla="*/ 1446247 h 1483568"/>
              <a:gd name="connsiteX5" fmla="*/ 2603241 w 3526971"/>
              <a:gd name="connsiteY5" fmla="*/ 998376 h 1483568"/>
              <a:gd name="connsiteX6" fmla="*/ 2584580 w 3526971"/>
              <a:gd name="connsiteY6" fmla="*/ 93307 h 1483568"/>
              <a:gd name="connsiteX7" fmla="*/ 3359020 w 3526971"/>
              <a:gd name="connsiteY7" fmla="*/ 438540 h 1483568"/>
              <a:gd name="connsiteX8" fmla="*/ 3377681 w 3526971"/>
              <a:gd name="connsiteY8" fmla="*/ 1483568 h 1483568"/>
              <a:gd name="connsiteX9" fmla="*/ 3526971 w 3526971"/>
              <a:gd name="connsiteY9" fmla="*/ 1166327 h 1483568"/>
              <a:gd name="connsiteX0" fmla="*/ 0 w 3573624"/>
              <a:gd name="connsiteY0" fmla="*/ 1334278 h 1483568"/>
              <a:gd name="connsiteX1" fmla="*/ 830424 w 3573624"/>
              <a:gd name="connsiteY1" fmla="*/ 998376 h 1483568"/>
              <a:gd name="connsiteX2" fmla="*/ 839756 w 3573624"/>
              <a:gd name="connsiteY2" fmla="*/ 0 h 1483568"/>
              <a:gd name="connsiteX3" fmla="*/ 1679510 w 3573624"/>
              <a:gd name="connsiteY3" fmla="*/ 307911 h 1483568"/>
              <a:gd name="connsiteX4" fmla="*/ 1679510 w 3573624"/>
              <a:gd name="connsiteY4" fmla="*/ 1446247 h 1483568"/>
              <a:gd name="connsiteX5" fmla="*/ 2603241 w 3573624"/>
              <a:gd name="connsiteY5" fmla="*/ 998376 h 1483568"/>
              <a:gd name="connsiteX6" fmla="*/ 2584580 w 3573624"/>
              <a:gd name="connsiteY6" fmla="*/ 93307 h 1483568"/>
              <a:gd name="connsiteX7" fmla="*/ 3359020 w 3573624"/>
              <a:gd name="connsiteY7" fmla="*/ 438540 h 1483568"/>
              <a:gd name="connsiteX8" fmla="*/ 3377681 w 3573624"/>
              <a:gd name="connsiteY8" fmla="*/ 1483568 h 1483568"/>
              <a:gd name="connsiteX9" fmla="*/ 3573624 w 3573624"/>
              <a:gd name="connsiteY9" fmla="*/ 1184989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84579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38774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01616" h="1483568">
                <a:moveTo>
                  <a:pt x="0" y="1334278"/>
                </a:moveTo>
                <a:cubicBezTo>
                  <a:pt x="233266" y="1150776"/>
                  <a:pt x="559835" y="1060580"/>
                  <a:pt x="830424" y="998376"/>
                </a:cubicBezTo>
                <a:cubicBezTo>
                  <a:pt x="833534" y="674915"/>
                  <a:pt x="836646" y="323461"/>
                  <a:pt x="839756" y="0"/>
                </a:cubicBezTo>
                <a:lnTo>
                  <a:pt x="1642188" y="307911"/>
                </a:lnTo>
                <a:cubicBezTo>
                  <a:pt x="1645298" y="671805"/>
                  <a:pt x="1648408" y="1082353"/>
                  <a:pt x="1651518" y="1446247"/>
                </a:cubicBezTo>
                <a:cubicBezTo>
                  <a:pt x="1912775" y="1212981"/>
                  <a:pt x="2202802" y="1073023"/>
                  <a:pt x="2557365" y="979716"/>
                </a:cubicBezTo>
                <a:cubicBezTo>
                  <a:pt x="2557365" y="681136"/>
                  <a:pt x="2553608" y="366876"/>
                  <a:pt x="2553608" y="68296"/>
                </a:cubicBezTo>
                <a:lnTo>
                  <a:pt x="3333620" y="387740"/>
                </a:lnTo>
                <a:cubicBezTo>
                  <a:pt x="3333490" y="733966"/>
                  <a:pt x="3333361" y="1137342"/>
                  <a:pt x="3333231" y="1483568"/>
                </a:cubicBezTo>
                <a:cubicBezTo>
                  <a:pt x="3454529" y="1306287"/>
                  <a:pt x="3508310" y="1287626"/>
                  <a:pt x="3601616" y="120365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Case 1 - Q1">
            <a:extLst>
              <a:ext uri="{FF2B5EF4-FFF2-40B4-BE49-F238E27FC236}">
                <a16:creationId xmlns:a16="http://schemas.microsoft.com/office/drawing/2014/main" id="{7E4E28F8-F9F5-45C8-AF8F-3F812C7F139F}"/>
              </a:ext>
            </a:extLst>
          </p:cNvPr>
          <p:cNvSpPr/>
          <p:nvPr/>
        </p:nvSpPr>
        <p:spPr>
          <a:xfrm>
            <a:off x="11078192" y="1523241"/>
            <a:ext cx="1009236" cy="93104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“Control mode” = mandatory RR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2722A4F-2A44-463A-B775-FE66957410E6}"/>
              </a:ext>
            </a:extLst>
          </p:cNvPr>
          <p:cNvSpPr/>
          <p:nvPr/>
        </p:nvSpPr>
        <p:spPr>
          <a:xfrm>
            <a:off x="9811353" y="1432644"/>
            <a:ext cx="995192" cy="11122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4E21B8E3-189E-475B-A933-D3A8997F3443}"/>
              </a:ext>
            </a:extLst>
          </p:cNvPr>
          <p:cNvCxnSpPr>
            <a:cxnSpLocks/>
            <a:stCxn id="115" idx="1"/>
            <a:endCxn id="116" idx="3"/>
          </p:cNvCxnSpPr>
          <p:nvPr/>
        </p:nvCxnSpPr>
        <p:spPr>
          <a:xfrm flipH="1">
            <a:off x="10806545" y="1988763"/>
            <a:ext cx="27164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C056763-2576-4EB1-974A-921FDE3FCD98}"/>
              </a:ext>
            </a:extLst>
          </p:cNvPr>
          <p:cNvSpPr/>
          <p:nvPr/>
        </p:nvSpPr>
        <p:spPr>
          <a:xfrm>
            <a:off x="9820945" y="2595390"/>
            <a:ext cx="995192" cy="115121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C2E0062A-AC96-44D4-B7CA-C7922254C5CD}"/>
              </a:ext>
            </a:extLst>
          </p:cNvPr>
          <p:cNvCxnSpPr>
            <a:cxnSpLocks/>
            <a:stCxn id="120" idx="1"/>
            <a:endCxn id="118" idx="3"/>
          </p:cNvCxnSpPr>
          <p:nvPr/>
        </p:nvCxnSpPr>
        <p:spPr>
          <a:xfrm flipH="1" flipV="1">
            <a:off x="10816137" y="3170995"/>
            <a:ext cx="254382" cy="4229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Case 1 - Q1">
            <a:extLst>
              <a:ext uri="{FF2B5EF4-FFF2-40B4-BE49-F238E27FC236}">
                <a16:creationId xmlns:a16="http://schemas.microsoft.com/office/drawing/2014/main" id="{FBEC58E0-1740-4401-A2DB-4F549207F9EF}"/>
              </a:ext>
            </a:extLst>
          </p:cNvPr>
          <p:cNvSpPr/>
          <p:nvPr/>
        </p:nvSpPr>
        <p:spPr>
          <a:xfrm>
            <a:off x="11070519" y="2794358"/>
            <a:ext cx="1086755" cy="7617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Set target tidal volume (V</a:t>
            </a:r>
            <a:r>
              <a:rPr lang="en-US" sz="1400" baseline="-25000" dirty="0"/>
              <a:t>T</a:t>
            </a:r>
            <a:r>
              <a:rPr lang="en-US" sz="1400" dirty="0"/>
              <a:t>)</a:t>
            </a:r>
          </a:p>
        </p:txBody>
      </p:sp>
      <p:pic>
        <p:nvPicPr>
          <p:cNvPr id="121" name="teachIM logo" descr="Icon  Description automatically generated">
            <a:extLst>
              <a:ext uri="{FF2B5EF4-FFF2-40B4-BE49-F238E27FC236}">
                <a16:creationId xmlns:a16="http://schemas.microsoft.com/office/drawing/2014/main" id="{25BEB7C9-55FD-493F-83DB-2859C5DEC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sp>
        <p:nvSpPr>
          <p:cNvPr id="63" name="Case 1 - Q1">
            <a:extLst>
              <a:ext uri="{FF2B5EF4-FFF2-40B4-BE49-F238E27FC236}">
                <a16:creationId xmlns:a16="http://schemas.microsoft.com/office/drawing/2014/main" id="{165FD224-93A6-3443-9E11-02EAE27EEADF}"/>
              </a:ext>
            </a:extLst>
          </p:cNvPr>
          <p:cNvSpPr/>
          <p:nvPr/>
        </p:nvSpPr>
        <p:spPr>
          <a:xfrm>
            <a:off x="197047" y="3481363"/>
            <a:ext cx="3512881" cy="165188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Pressure Regulated Volume Control (PRVC)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Combined mode. Clinician sets a target V</a:t>
            </a:r>
            <a:r>
              <a:rPr lang="en-US" sz="1600" baseline="-25000" dirty="0">
                <a:solidFill>
                  <a:schemeClr val="tx1"/>
                </a:solidFill>
              </a:rPr>
              <a:t>T</a:t>
            </a:r>
            <a:r>
              <a:rPr lang="en-US" sz="1600" dirty="0">
                <a:solidFill>
                  <a:schemeClr val="tx1"/>
                </a:solidFill>
              </a:rPr>
              <a:t>. Ventilator uses an algorithm to determine the pressure required to achieve target.</a:t>
            </a:r>
          </a:p>
        </p:txBody>
      </p:sp>
      <p:sp>
        <p:nvSpPr>
          <p:cNvPr id="73" name="Case 1 - Q1">
            <a:extLst>
              <a:ext uri="{FF2B5EF4-FFF2-40B4-BE49-F238E27FC236}">
                <a16:creationId xmlns:a16="http://schemas.microsoft.com/office/drawing/2014/main" id="{00F5298B-EEF7-844C-95C2-FE7F18908487}"/>
              </a:ext>
            </a:extLst>
          </p:cNvPr>
          <p:cNvSpPr/>
          <p:nvPr/>
        </p:nvSpPr>
        <p:spPr>
          <a:xfrm>
            <a:off x="7877091" y="2365869"/>
            <a:ext cx="1377309" cy="8842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 xml:space="preserve">Square wave in pressure = </a:t>
            </a:r>
          </a:p>
          <a:p>
            <a:pPr algn="ctr"/>
            <a:r>
              <a:rPr lang="en-US" sz="1400" dirty="0"/>
              <a:t>pressure mode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50A5368-E24A-E14F-9826-B4EA9283F9AA}"/>
              </a:ext>
            </a:extLst>
          </p:cNvPr>
          <p:cNvSpPr txBox="1"/>
          <p:nvPr/>
        </p:nvSpPr>
        <p:spPr>
          <a:xfrm>
            <a:off x="311452" y="6267487"/>
            <a:ext cx="3213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Lung protective tidal volumes with comfort of pressure support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5" name="What you measure">
            <a:extLst>
              <a:ext uri="{FF2B5EF4-FFF2-40B4-BE49-F238E27FC236}">
                <a16:creationId xmlns:a16="http://schemas.microsoft.com/office/drawing/2014/main" id="{8E38D94F-2A7C-C44E-AFC1-1C165BA4291C}"/>
              </a:ext>
            </a:extLst>
          </p:cNvPr>
          <p:cNvSpPr txBox="1"/>
          <p:nvPr/>
        </p:nvSpPr>
        <p:spPr>
          <a:xfrm>
            <a:off x="764778" y="5818600"/>
            <a:ext cx="2283621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When to use</a:t>
            </a:r>
          </a:p>
        </p:txBody>
      </p:sp>
      <p:pic>
        <p:nvPicPr>
          <p:cNvPr id="74" name="Graphic 73" descr="Cursor with solid fill">
            <a:extLst>
              <a:ext uri="{FF2B5EF4-FFF2-40B4-BE49-F238E27FC236}">
                <a16:creationId xmlns:a16="http://schemas.microsoft.com/office/drawing/2014/main" id="{1C5B4791-D06B-47BB-9FFE-1474E91F16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9339" y="6096456"/>
            <a:ext cx="301752" cy="301752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BB3E989B-74D0-46BC-A28A-457733CE9BB5}"/>
              </a:ext>
            </a:extLst>
          </p:cNvPr>
          <p:cNvSpPr txBox="1"/>
          <p:nvPr/>
        </p:nvSpPr>
        <p:spPr>
          <a:xfrm>
            <a:off x="5612979" y="43699"/>
            <a:ext cx="3317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WHAT IS THE MODE?</a:t>
            </a:r>
          </a:p>
        </p:txBody>
      </p:sp>
      <p:sp>
        <p:nvSpPr>
          <p:cNvPr id="81" name="question 4">
            <a:hlinkClick r:id="rId6" action="ppaction://hlinksldjump"/>
            <a:extLst>
              <a:ext uri="{FF2B5EF4-FFF2-40B4-BE49-F238E27FC236}">
                <a16:creationId xmlns:a16="http://schemas.microsoft.com/office/drawing/2014/main" id="{6AF5F700-9F3E-4DE0-97CB-2F6CFC43DF53}"/>
              </a:ext>
            </a:extLst>
          </p:cNvPr>
          <p:cNvSpPr txBox="1"/>
          <p:nvPr/>
        </p:nvSpPr>
        <p:spPr>
          <a:xfrm>
            <a:off x="5892510" y="6303751"/>
            <a:ext cx="308315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Summary of ventilator modes</a:t>
            </a:r>
          </a:p>
        </p:txBody>
      </p:sp>
      <p:pic>
        <p:nvPicPr>
          <p:cNvPr id="86" name="Graphic 85" descr="Cursor with solid fill">
            <a:extLst>
              <a:ext uri="{FF2B5EF4-FFF2-40B4-BE49-F238E27FC236}">
                <a16:creationId xmlns:a16="http://schemas.microsoft.com/office/drawing/2014/main" id="{AE4A2EA0-7884-49BB-BDDC-118B4AC17B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38502" y="6575214"/>
            <a:ext cx="301752" cy="301752"/>
          </a:xfrm>
          <a:prstGeom prst="rect">
            <a:avLst/>
          </a:prstGeom>
        </p:spPr>
      </p:pic>
      <p:sp>
        <p:nvSpPr>
          <p:cNvPr id="92" name="What you measure">
            <a:extLst>
              <a:ext uri="{FF2B5EF4-FFF2-40B4-BE49-F238E27FC236}">
                <a16:creationId xmlns:a16="http://schemas.microsoft.com/office/drawing/2014/main" id="{46412C1B-CB8F-4F53-B426-62B115D8646E}"/>
              </a:ext>
            </a:extLst>
          </p:cNvPr>
          <p:cNvSpPr txBox="1"/>
          <p:nvPr/>
        </p:nvSpPr>
        <p:spPr>
          <a:xfrm>
            <a:off x="764778" y="5262704"/>
            <a:ext cx="2283621" cy="408623"/>
          </a:xfrm>
          <a:prstGeom prst="roundRect">
            <a:avLst/>
          </a:prstGeom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you monitor</a:t>
            </a:r>
          </a:p>
        </p:txBody>
      </p:sp>
      <p:pic>
        <p:nvPicPr>
          <p:cNvPr id="93" name="Graphic 92" descr="Cursor with solid fill">
            <a:extLst>
              <a:ext uri="{FF2B5EF4-FFF2-40B4-BE49-F238E27FC236}">
                <a16:creationId xmlns:a16="http://schemas.microsoft.com/office/drawing/2014/main" id="{88C9A189-83C9-433E-84B4-1758FB80D4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9339" y="5529984"/>
            <a:ext cx="301752" cy="301752"/>
          </a:xfrm>
          <a:prstGeom prst="rect">
            <a:avLst/>
          </a:prstGeom>
        </p:spPr>
      </p:pic>
      <p:sp>
        <p:nvSpPr>
          <p:cNvPr id="123" name="question 1">
            <a:hlinkClick r:id="rId7" action="ppaction://hlinksldjump"/>
            <a:extLst>
              <a:ext uri="{FF2B5EF4-FFF2-40B4-BE49-F238E27FC236}">
                <a16:creationId xmlns:a16="http://schemas.microsoft.com/office/drawing/2014/main" id="{69A722BB-9968-47DF-9FFC-7C568CE44352}"/>
              </a:ext>
            </a:extLst>
          </p:cNvPr>
          <p:cNvSpPr txBox="1"/>
          <p:nvPr/>
        </p:nvSpPr>
        <p:spPr>
          <a:xfrm>
            <a:off x="3402114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Pressure Control</a:t>
            </a:r>
          </a:p>
        </p:txBody>
      </p:sp>
      <p:sp>
        <p:nvSpPr>
          <p:cNvPr id="126" name="question 1">
            <a:hlinkClick r:id="rId8" action="ppaction://hlinksldjump"/>
            <a:extLst>
              <a:ext uri="{FF2B5EF4-FFF2-40B4-BE49-F238E27FC236}">
                <a16:creationId xmlns:a16="http://schemas.microsoft.com/office/drawing/2014/main" id="{F760F66E-5A26-4483-8558-9696DCA40F8C}"/>
              </a:ext>
            </a:extLst>
          </p:cNvPr>
          <p:cNvSpPr txBox="1"/>
          <p:nvPr/>
        </p:nvSpPr>
        <p:spPr>
          <a:xfrm>
            <a:off x="5556881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Volume Control</a:t>
            </a:r>
          </a:p>
        </p:txBody>
      </p:sp>
      <p:sp>
        <p:nvSpPr>
          <p:cNvPr id="128" name="question 1">
            <a:hlinkClick r:id="rId9" action="ppaction://hlinksldjump"/>
            <a:extLst>
              <a:ext uri="{FF2B5EF4-FFF2-40B4-BE49-F238E27FC236}">
                <a16:creationId xmlns:a16="http://schemas.microsoft.com/office/drawing/2014/main" id="{4D415042-0F9A-46A6-BF73-FC3338240B85}"/>
              </a:ext>
            </a:extLst>
          </p:cNvPr>
          <p:cNvSpPr txBox="1"/>
          <p:nvPr/>
        </p:nvSpPr>
        <p:spPr>
          <a:xfrm>
            <a:off x="9848259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Pressure Support</a:t>
            </a:r>
          </a:p>
        </p:txBody>
      </p:sp>
      <p:pic>
        <p:nvPicPr>
          <p:cNvPr id="129" name="Graphic 128" descr="Cursor with solid fill">
            <a:extLst>
              <a:ext uri="{FF2B5EF4-FFF2-40B4-BE49-F238E27FC236}">
                <a16:creationId xmlns:a16="http://schemas.microsoft.com/office/drawing/2014/main" id="{5429E070-7E22-443A-BEAC-6561D4ED39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34390" y="985623"/>
            <a:ext cx="301752" cy="301752"/>
          </a:xfrm>
          <a:prstGeom prst="rect">
            <a:avLst/>
          </a:prstGeom>
        </p:spPr>
      </p:pic>
      <p:pic>
        <p:nvPicPr>
          <p:cNvPr id="130" name="Graphic 129" descr="Cursor with solid fill">
            <a:extLst>
              <a:ext uri="{FF2B5EF4-FFF2-40B4-BE49-F238E27FC236}">
                <a16:creationId xmlns:a16="http://schemas.microsoft.com/office/drawing/2014/main" id="{AF330CA8-549B-4D8D-88DA-83A42C45F5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5698" y="985623"/>
            <a:ext cx="301752" cy="301752"/>
          </a:xfrm>
          <a:prstGeom prst="rect">
            <a:avLst/>
          </a:prstGeom>
        </p:spPr>
      </p:pic>
      <p:pic>
        <p:nvPicPr>
          <p:cNvPr id="132" name="Graphic 131" descr="Cursor with solid fill">
            <a:extLst>
              <a:ext uri="{FF2B5EF4-FFF2-40B4-BE49-F238E27FC236}">
                <a16:creationId xmlns:a16="http://schemas.microsoft.com/office/drawing/2014/main" id="{2B497EDD-00E8-457A-B119-D819043DC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09165" y="985623"/>
            <a:ext cx="301752" cy="301752"/>
          </a:xfrm>
          <a:prstGeom prst="rect">
            <a:avLst/>
          </a:prstGeom>
        </p:spPr>
      </p:pic>
      <p:sp>
        <p:nvSpPr>
          <p:cNvPr id="133" name="question 1">
            <a:hlinkClick r:id="rId10" action="ppaction://hlinksldjump"/>
            <a:extLst>
              <a:ext uri="{FF2B5EF4-FFF2-40B4-BE49-F238E27FC236}">
                <a16:creationId xmlns:a16="http://schemas.microsoft.com/office/drawing/2014/main" id="{9F91104B-7B4F-4AC4-A7D3-976AD381960B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Mode</a:t>
            </a:r>
          </a:p>
        </p:txBody>
      </p:sp>
      <p:sp>
        <p:nvSpPr>
          <p:cNvPr id="134" name="Question 2">
            <a:hlinkClick r:id="rId11" action="ppaction://hlinksldjump"/>
            <a:extLst>
              <a:ext uri="{FF2B5EF4-FFF2-40B4-BE49-F238E27FC236}">
                <a16:creationId xmlns:a16="http://schemas.microsoft.com/office/drawing/2014/main" id="{2A441A91-CBF2-4E35-B5A3-42043DE54C6F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</a:t>
            </a:r>
            <a:r>
              <a:rPr lang="en-US" baseline="-25000" dirty="0">
                <a:solidFill>
                  <a:sysClr val="windowText" lastClr="000000"/>
                </a:solidFill>
              </a:rPr>
              <a:t>2</a:t>
            </a:r>
            <a:r>
              <a:rPr lang="en-US" dirty="0">
                <a:solidFill>
                  <a:sysClr val="windowText" lastClr="000000"/>
                </a:solidFill>
              </a:rPr>
              <a:t xml:space="preserve"> support</a:t>
            </a:r>
          </a:p>
        </p:txBody>
      </p:sp>
      <p:sp>
        <p:nvSpPr>
          <p:cNvPr id="135" name="question 4">
            <a:hlinkClick r:id="rId12" action="ppaction://hlinksldjump"/>
            <a:extLst>
              <a:ext uri="{FF2B5EF4-FFF2-40B4-BE49-F238E27FC236}">
                <a16:creationId xmlns:a16="http://schemas.microsoft.com/office/drawing/2014/main" id="{0D36B064-F287-44D5-AD01-74F97F8E94AA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Ventilation</a:t>
            </a:r>
          </a:p>
        </p:txBody>
      </p:sp>
      <p:sp>
        <p:nvSpPr>
          <p:cNvPr id="136" name="question 1">
            <a:hlinkClick r:id="rId13" action="ppaction://hlinksldjump"/>
            <a:extLst>
              <a:ext uri="{FF2B5EF4-FFF2-40B4-BE49-F238E27FC236}">
                <a16:creationId xmlns:a16="http://schemas.microsoft.com/office/drawing/2014/main" id="{69949993-59DD-4637-8EC8-33AD78DCC462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Orientation</a:t>
            </a:r>
          </a:p>
        </p:txBody>
      </p:sp>
      <p:sp>
        <p:nvSpPr>
          <p:cNvPr id="137" name="question 4">
            <a:hlinkClick r:id="rId14" action="ppaction://hlinksldjump"/>
            <a:extLst>
              <a:ext uri="{FF2B5EF4-FFF2-40B4-BE49-F238E27FC236}">
                <a16:creationId xmlns:a16="http://schemas.microsoft.com/office/drawing/2014/main" id="{9A403228-ED7D-4AB6-BD51-C829C1162077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138" name="question 3">
            <a:hlinkClick r:id="rId15" action="ppaction://hlinksldjump"/>
            <a:extLst>
              <a:ext uri="{FF2B5EF4-FFF2-40B4-BE49-F238E27FC236}">
                <a16:creationId xmlns:a16="http://schemas.microsoft.com/office/drawing/2014/main" id="{C8BFE169-BAC9-4638-B3AE-DA5B27257E43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Mechanics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39" name="Graphic 138" descr="Cursor with solid fill">
            <a:extLst>
              <a:ext uri="{FF2B5EF4-FFF2-40B4-BE49-F238E27FC236}">
                <a16:creationId xmlns:a16="http://schemas.microsoft.com/office/drawing/2014/main" id="{8D14A7FC-5225-4D63-AB88-23C601AE19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1540247"/>
            <a:ext cx="301752" cy="301752"/>
          </a:xfrm>
          <a:prstGeom prst="rect">
            <a:avLst/>
          </a:prstGeom>
        </p:spPr>
      </p:pic>
      <p:pic>
        <p:nvPicPr>
          <p:cNvPr id="140" name="Graphic 139" descr="Cursor with solid fill">
            <a:extLst>
              <a:ext uri="{FF2B5EF4-FFF2-40B4-BE49-F238E27FC236}">
                <a16:creationId xmlns:a16="http://schemas.microsoft.com/office/drawing/2014/main" id="{F29F938F-013D-4119-991E-9D4A93D7E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2088760"/>
            <a:ext cx="301752" cy="301752"/>
          </a:xfrm>
          <a:prstGeom prst="rect">
            <a:avLst/>
          </a:prstGeom>
        </p:spPr>
      </p:pic>
      <p:pic>
        <p:nvPicPr>
          <p:cNvPr id="141" name="Graphic 140" descr="Cursor with solid fill">
            <a:extLst>
              <a:ext uri="{FF2B5EF4-FFF2-40B4-BE49-F238E27FC236}">
                <a16:creationId xmlns:a16="http://schemas.microsoft.com/office/drawing/2014/main" id="{9A0DD902-EC1B-48B3-910A-EED9A18B8C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pic>
        <p:nvPicPr>
          <p:cNvPr id="142" name="Graphic 141" descr="Cursor with solid fill">
            <a:extLst>
              <a:ext uri="{FF2B5EF4-FFF2-40B4-BE49-F238E27FC236}">
                <a16:creationId xmlns:a16="http://schemas.microsoft.com/office/drawing/2014/main" id="{31DF9CD4-9F70-4B1C-AEF3-A89070F157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2652352"/>
            <a:ext cx="301752" cy="301752"/>
          </a:xfrm>
          <a:prstGeom prst="rect">
            <a:avLst/>
          </a:prstGeom>
        </p:spPr>
      </p:pic>
      <p:pic>
        <p:nvPicPr>
          <p:cNvPr id="143" name="Graphic 142" descr="Cursor with solid fill">
            <a:extLst>
              <a:ext uri="{FF2B5EF4-FFF2-40B4-BE49-F238E27FC236}">
                <a16:creationId xmlns:a16="http://schemas.microsoft.com/office/drawing/2014/main" id="{7539FD4C-8A88-477C-A12C-71434E38B7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411054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160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124" grpId="0"/>
      <p:bldP spid="125" grpId="0" animBg="1"/>
      <p:bldP spid="9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Use">
            <a:extLst>
              <a:ext uri="{FF2B5EF4-FFF2-40B4-BE49-F238E27FC236}">
                <a16:creationId xmlns:a16="http://schemas.microsoft.com/office/drawing/2014/main" id="{5C98855A-407F-4277-B94C-12F857383EEE}"/>
              </a:ext>
            </a:extLst>
          </p:cNvPr>
          <p:cNvSpPr txBox="1"/>
          <p:nvPr/>
        </p:nvSpPr>
        <p:spPr>
          <a:xfrm>
            <a:off x="763370" y="5974108"/>
            <a:ext cx="2286000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When to use</a:t>
            </a:r>
          </a:p>
        </p:txBody>
      </p:sp>
      <p:sp>
        <p:nvSpPr>
          <p:cNvPr id="169" name="Monitor">
            <a:extLst>
              <a:ext uri="{FF2B5EF4-FFF2-40B4-BE49-F238E27FC236}">
                <a16:creationId xmlns:a16="http://schemas.microsoft.com/office/drawing/2014/main" id="{CB8A25A0-1083-4AAE-A0BD-8734E2C0169A}"/>
              </a:ext>
            </a:extLst>
          </p:cNvPr>
          <p:cNvSpPr txBox="1"/>
          <p:nvPr/>
        </p:nvSpPr>
        <p:spPr>
          <a:xfrm>
            <a:off x="763370" y="5446697"/>
            <a:ext cx="2286000" cy="408623"/>
          </a:xfrm>
          <a:prstGeom prst="roundRect">
            <a:avLst/>
          </a:prstGeom>
          <a:ln w="38100">
            <a:solidFill>
              <a:schemeClr val="accent4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you monitor</a:t>
            </a:r>
          </a:p>
        </p:txBody>
      </p:sp>
      <p:sp>
        <p:nvSpPr>
          <p:cNvPr id="170" name="Target">
            <a:extLst>
              <a:ext uri="{FF2B5EF4-FFF2-40B4-BE49-F238E27FC236}">
                <a16:creationId xmlns:a16="http://schemas.microsoft.com/office/drawing/2014/main" id="{887E50C8-5EEF-4242-B690-4A940FA228B5}"/>
              </a:ext>
            </a:extLst>
          </p:cNvPr>
          <p:cNvSpPr txBox="1"/>
          <p:nvPr/>
        </p:nvSpPr>
        <p:spPr>
          <a:xfrm>
            <a:off x="763370" y="4919287"/>
            <a:ext cx="2286000" cy="408623"/>
          </a:xfrm>
          <a:prstGeom prst="roundRect">
            <a:avLst/>
          </a:prstGeom>
          <a:ln w="38100">
            <a:solidFill>
              <a:schemeClr val="accent6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you target</a:t>
            </a:r>
          </a:p>
        </p:txBody>
      </p:sp>
      <p:sp>
        <p:nvSpPr>
          <p:cNvPr id="171" name="Square">
            <a:extLst>
              <a:ext uri="{FF2B5EF4-FFF2-40B4-BE49-F238E27FC236}">
                <a16:creationId xmlns:a16="http://schemas.microsoft.com/office/drawing/2014/main" id="{F40508AA-0645-45E2-9BF8-A0A468F7D739}"/>
              </a:ext>
            </a:extLst>
          </p:cNvPr>
          <p:cNvSpPr txBox="1"/>
          <p:nvPr/>
        </p:nvSpPr>
        <p:spPr>
          <a:xfrm>
            <a:off x="763370" y="3864467"/>
            <a:ext cx="2286000" cy="408623"/>
          </a:xfrm>
          <a:prstGeom prst="roundRect">
            <a:avLst/>
          </a:prstGeom>
          <a:ln w="381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Classic square wave</a:t>
            </a:r>
          </a:p>
        </p:txBody>
      </p:sp>
      <p:sp>
        <p:nvSpPr>
          <p:cNvPr id="172" name="RR">
            <a:extLst>
              <a:ext uri="{FF2B5EF4-FFF2-40B4-BE49-F238E27FC236}">
                <a16:creationId xmlns:a16="http://schemas.microsoft.com/office/drawing/2014/main" id="{EF279AC9-B91A-4E63-A771-F14BAF84977C}"/>
              </a:ext>
            </a:extLst>
          </p:cNvPr>
          <p:cNvSpPr txBox="1"/>
          <p:nvPr/>
        </p:nvSpPr>
        <p:spPr>
          <a:xfrm>
            <a:off x="763370" y="4391877"/>
            <a:ext cx="2286000" cy="408623"/>
          </a:xfrm>
          <a:prstGeom prst="roundRect">
            <a:avLst/>
          </a:prstGeom>
          <a:ln w="38100">
            <a:solidFill>
              <a:srgbClr val="FF0000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Mandatory RR?</a:t>
            </a:r>
          </a:p>
        </p:txBody>
      </p:sp>
      <p:sp>
        <p:nvSpPr>
          <p:cNvPr id="75" name="question 1">
            <a:hlinkClick r:id="rId2" action="ppaction://hlinksldjump"/>
            <a:extLst>
              <a:ext uri="{FF2B5EF4-FFF2-40B4-BE49-F238E27FC236}">
                <a16:creationId xmlns:a16="http://schemas.microsoft.com/office/drawing/2014/main" id="{14B2DF35-0439-1843-9AAE-B939780D78A4}"/>
              </a:ext>
            </a:extLst>
          </p:cNvPr>
          <p:cNvSpPr txBox="1"/>
          <p:nvPr/>
        </p:nvSpPr>
        <p:spPr>
          <a:xfrm>
            <a:off x="9848259" y="728041"/>
            <a:ext cx="1905102" cy="408623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Pressure Support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63A34F5-758E-CA47-90DB-0CAB1C7B9A56}"/>
              </a:ext>
            </a:extLst>
          </p:cNvPr>
          <p:cNvGrpSpPr/>
          <p:nvPr/>
        </p:nvGrpSpPr>
        <p:grpSpPr>
          <a:xfrm>
            <a:off x="3867664" y="1382357"/>
            <a:ext cx="7132845" cy="4811668"/>
            <a:chOff x="3867664" y="1382357"/>
            <a:chExt cx="7132845" cy="4811668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8893885D-0575-3E4A-86EF-F45A5B361AE1}"/>
                </a:ext>
              </a:extLst>
            </p:cNvPr>
            <p:cNvGrpSpPr/>
            <p:nvPr/>
          </p:nvGrpSpPr>
          <p:grpSpPr>
            <a:xfrm>
              <a:off x="3867664" y="1382357"/>
              <a:ext cx="7132845" cy="4811668"/>
              <a:chOff x="3867664" y="1382357"/>
              <a:chExt cx="7132845" cy="4811668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58536153-C449-0D43-8D7B-C2214662AA36}"/>
                  </a:ext>
                </a:extLst>
              </p:cNvPr>
              <p:cNvSpPr/>
              <p:nvPr/>
            </p:nvSpPr>
            <p:spPr>
              <a:xfrm>
                <a:off x="3867664" y="1382357"/>
                <a:ext cx="7132845" cy="4811668"/>
              </a:xfrm>
              <a:prstGeom prst="rect">
                <a:avLst/>
              </a:prstGeom>
              <a:solidFill>
                <a:schemeClr val="bg2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904A04D0-2F66-344C-B89A-8A9D076F5024}"/>
                  </a:ext>
                </a:extLst>
              </p:cNvPr>
              <p:cNvSpPr/>
              <p:nvPr/>
            </p:nvSpPr>
            <p:spPr>
              <a:xfrm>
                <a:off x="5404449" y="1673355"/>
                <a:ext cx="4219183" cy="39543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DE9696E4-1586-A04F-93D2-975D15F1B574}"/>
                  </a:ext>
                </a:extLst>
              </p:cNvPr>
              <p:cNvSpPr/>
              <p:nvPr/>
            </p:nvSpPr>
            <p:spPr>
              <a:xfrm>
                <a:off x="9897561" y="4995958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40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874B699-3E03-A34B-A5A8-F290542167C7}"/>
                  </a:ext>
                </a:extLst>
              </p:cNvPr>
              <p:cNvSpPr txBox="1"/>
              <p:nvPr/>
            </p:nvSpPr>
            <p:spPr>
              <a:xfrm>
                <a:off x="10058242" y="5757075"/>
                <a:ext cx="5741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FiO</a:t>
                </a:r>
                <a:r>
                  <a:rPr lang="en-US" baseline="-25000" dirty="0"/>
                  <a:t>2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6133634-A3A1-BF4F-895A-6796967248A6}"/>
                  </a:ext>
                </a:extLst>
              </p:cNvPr>
              <p:cNvSpPr txBox="1"/>
              <p:nvPr/>
            </p:nvSpPr>
            <p:spPr>
              <a:xfrm>
                <a:off x="9980610" y="4570030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PEEP</a:t>
                </a:r>
                <a:endParaRPr lang="en-US" baseline="-25000" dirty="0"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42F6DAC7-B509-BC4A-9B7A-ED2E7AE49985}"/>
                  </a:ext>
                </a:extLst>
              </p:cNvPr>
              <p:cNvSpPr txBox="1"/>
              <p:nvPr/>
            </p:nvSpPr>
            <p:spPr>
              <a:xfrm>
                <a:off x="10086408" y="2241468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RR</a:t>
                </a:r>
                <a:endParaRPr lang="en-US" baseline="-25000" dirty="0"/>
              </a:p>
            </p:txBody>
          </p: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51BDFE94-89E4-8D43-B3C4-9B208FB61D83}"/>
                  </a:ext>
                </a:extLst>
              </p:cNvPr>
              <p:cNvGrpSpPr/>
              <p:nvPr/>
            </p:nvGrpSpPr>
            <p:grpSpPr>
              <a:xfrm>
                <a:off x="5832092" y="1883420"/>
                <a:ext cx="3633805" cy="1416221"/>
                <a:chOff x="5288692" y="1890584"/>
                <a:chExt cx="3633805" cy="1416221"/>
              </a:xfrm>
            </p:grpSpPr>
            <p:cxnSp>
              <p:nvCxnSpPr>
                <p:cNvPr id="120" name="Straight Arrow Connector 119">
                  <a:extLst>
                    <a:ext uri="{FF2B5EF4-FFF2-40B4-BE49-F238E27FC236}">
                      <a16:creationId xmlns:a16="http://schemas.microsoft.com/office/drawing/2014/main" id="{12160C7A-FE4B-434D-96EF-F188D3AAF8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88692" y="1890584"/>
                  <a:ext cx="0" cy="1416219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Arrow Connector 120">
                  <a:extLst>
                    <a:ext uri="{FF2B5EF4-FFF2-40B4-BE49-F238E27FC236}">
                      <a16:creationId xmlns:a16="http://schemas.microsoft.com/office/drawing/2014/main" id="{2B8BE291-10C1-CF48-9621-6B02F1166D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91671" y="3306804"/>
                  <a:ext cx="3630826" cy="1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C93FEC1C-49D2-9B4A-BA68-FF6B2C671ADC}"/>
                  </a:ext>
                </a:extLst>
              </p:cNvPr>
              <p:cNvSpPr txBox="1"/>
              <p:nvPr/>
            </p:nvSpPr>
            <p:spPr>
              <a:xfrm>
                <a:off x="7324226" y="3255787"/>
                <a:ext cx="6495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Time</a:t>
                </a:r>
                <a:endParaRPr lang="en-US" baseline="-25000" dirty="0"/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8A0E9878-CC11-2346-84A2-745A4021D9E6}"/>
                  </a:ext>
                </a:extLst>
              </p:cNvPr>
              <p:cNvSpPr txBox="1"/>
              <p:nvPr/>
            </p:nvSpPr>
            <p:spPr>
              <a:xfrm rot="16200000">
                <a:off x="5161627" y="2406864"/>
                <a:ext cx="9897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Pressure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1792764F-C0F1-3B4A-8DE4-712FD77E2FFE}"/>
                  </a:ext>
                </a:extLst>
              </p:cNvPr>
              <p:cNvSpPr txBox="1"/>
              <p:nvPr/>
            </p:nvSpPr>
            <p:spPr>
              <a:xfrm>
                <a:off x="9931379" y="3395453"/>
                <a:ext cx="800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</a:t>
                </a:r>
                <a:r>
                  <a:rPr lang="en-US" baseline="-25000" dirty="0"/>
                  <a:t>Support</a:t>
                </a:r>
                <a:endParaRPr lang="en-US" dirty="0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65F28E1C-21C2-B44D-85C0-91A8C034A453}"/>
                  </a:ext>
                </a:extLst>
              </p:cNvPr>
              <p:cNvSpPr/>
              <p:nvPr/>
            </p:nvSpPr>
            <p:spPr>
              <a:xfrm>
                <a:off x="9897561" y="3816104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8</a:t>
                </a:r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26DB701-57BA-C148-B685-E6BB6D3C4FD8}"/>
                  </a:ext>
                </a:extLst>
              </p:cNvPr>
              <p:cNvSpPr/>
              <p:nvPr/>
            </p:nvSpPr>
            <p:spPr>
              <a:xfrm>
                <a:off x="9897561" y="1456394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N/A</a:t>
                </a: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EF70AA19-3AE2-8044-8D4D-527136485E21}"/>
                  </a:ext>
                </a:extLst>
              </p:cNvPr>
              <p:cNvSpPr/>
              <p:nvPr/>
            </p:nvSpPr>
            <p:spPr>
              <a:xfrm>
                <a:off x="9897561" y="2636249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10</a:t>
                </a:r>
              </a:p>
            </p:txBody>
          </p:sp>
        </p:grp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47D97397-1790-A54E-98F0-CE67BDF66D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2092" y="3754096"/>
              <a:ext cx="0" cy="141621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A44F672B-FD03-D744-82E3-C2EB6CF0B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5071" y="4737827"/>
              <a:ext cx="3630826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9D13356-5E95-6D41-827F-D220675846DC}"/>
                </a:ext>
              </a:extLst>
            </p:cNvPr>
            <p:cNvSpPr txBox="1"/>
            <p:nvPr/>
          </p:nvSpPr>
          <p:spPr>
            <a:xfrm>
              <a:off x="7324226" y="5133244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1BEC7E7F-7380-FC40-B11D-655A9AA33263}"/>
                </a:ext>
              </a:extLst>
            </p:cNvPr>
            <p:cNvSpPr txBox="1"/>
            <p:nvPr/>
          </p:nvSpPr>
          <p:spPr>
            <a:xfrm rot="16200000">
              <a:off x="5341804" y="4277541"/>
              <a:ext cx="629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Flow</a:t>
              </a:r>
            </a:p>
          </p:txBody>
        </p: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72B5292C-60FA-8849-AC52-B25C023CBCD3}"/>
              </a:ext>
            </a:extLst>
          </p:cNvPr>
          <p:cNvSpPr/>
          <p:nvPr/>
        </p:nvSpPr>
        <p:spPr>
          <a:xfrm>
            <a:off x="4148770" y="1672521"/>
            <a:ext cx="1053132" cy="3460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5"/>
                </a:solidFill>
              </a:rPr>
              <a:t>P</a:t>
            </a:r>
            <a:r>
              <a:rPr lang="en-US" baseline="-25000" dirty="0">
                <a:solidFill>
                  <a:schemeClr val="accent5"/>
                </a:solidFill>
              </a:rPr>
              <a:t>Peak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18 </a:t>
            </a:r>
            <a:r>
              <a:rPr lang="en-US" sz="1000" dirty="0">
                <a:solidFill>
                  <a:schemeClr val="accent5"/>
                </a:solidFill>
              </a:rPr>
              <a:t>cm H</a:t>
            </a:r>
            <a:r>
              <a:rPr lang="en-US" sz="1000" baseline="-25000" dirty="0">
                <a:solidFill>
                  <a:schemeClr val="accent5"/>
                </a:solidFill>
              </a:rPr>
              <a:t>2</a:t>
            </a:r>
            <a:r>
              <a:rPr lang="en-US" sz="1000" dirty="0">
                <a:solidFill>
                  <a:schemeClr val="accent5"/>
                </a:solidFill>
              </a:rPr>
              <a:t xml:space="preserve">O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355 </a:t>
            </a:r>
            <a:r>
              <a:rPr lang="en-US" sz="1000" dirty="0">
                <a:solidFill>
                  <a:schemeClr val="accent5"/>
                </a:solidFill>
              </a:rPr>
              <a:t>mL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RR</a:t>
            </a:r>
            <a:endParaRPr lang="en-US" baseline="-25000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18 </a:t>
            </a:r>
            <a:r>
              <a:rPr lang="en-US" sz="1000" dirty="0">
                <a:solidFill>
                  <a:schemeClr val="accent5"/>
                </a:solidFill>
              </a:rPr>
              <a:t>min</a:t>
            </a:r>
            <a:r>
              <a:rPr lang="en-US" sz="1000" baseline="30000" dirty="0">
                <a:solidFill>
                  <a:schemeClr val="accent5"/>
                </a:solidFill>
              </a:rPr>
              <a:t>-1</a:t>
            </a:r>
            <a:r>
              <a:rPr lang="en-US" sz="3000" dirty="0">
                <a:solidFill>
                  <a:schemeClr val="accent5"/>
                </a:solidFill>
              </a:rPr>
              <a:t xml:space="preserve">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Min Vent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8.9 </a:t>
            </a:r>
            <a:r>
              <a:rPr lang="en-US" sz="1000" dirty="0">
                <a:solidFill>
                  <a:schemeClr val="accent5"/>
                </a:solidFill>
              </a:rPr>
              <a:t>L/min</a:t>
            </a:r>
          </a:p>
          <a:p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61" name="Case 1 - Q1">
            <a:extLst>
              <a:ext uri="{FF2B5EF4-FFF2-40B4-BE49-F238E27FC236}">
                <a16:creationId xmlns:a16="http://schemas.microsoft.com/office/drawing/2014/main" id="{CD169153-594D-C64E-9D71-E51BBF0061B1}"/>
              </a:ext>
            </a:extLst>
          </p:cNvPr>
          <p:cNvSpPr/>
          <p:nvPr/>
        </p:nvSpPr>
        <p:spPr>
          <a:xfrm>
            <a:off x="2170278" y="1951281"/>
            <a:ext cx="1641132" cy="100311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Key outputs are tidal volume, RR, and minute ventilation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08E4ED9-F054-1245-ADCC-3ABBFA2B0390}"/>
              </a:ext>
            </a:extLst>
          </p:cNvPr>
          <p:cNvSpPr/>
          <p:nvPr/>
        </p:nvSpPr>
        <p:spPr>
          <a:xfrm>
            <a:off x="4184395" y="2548688"/>
            <a:ext cx="981750" cy="2524814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476721D-10FC-0C41-9ACE-E4BAACDFFB8B}"/>
              </a:ext>
            </a:extLst>
          </p:cNvPr>
          <p:cNvCxnSpPr>
            <a:cxnSpLocks/>
            <a:stCxn id="61" idx="3"/>
          </p:cNvCxnSpPr>
          <p:nvPr/>
        </p:nvCxnSpPr>
        <p:spPr>
          <a:xfrm>
            <a:off x="3811410" y="2452839"/>
            <a:ext cx="372985" cy="34034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se 1 - Q1">
            <a:extLst>
              <a:ext uri="{FF2B5EF4-FFF2-40B4-BE49-F238E27FC236}">
                <a16:creationId xmlns:a16="http://schemas.microsoft.com/office/drawing/2014/main" id="{751BDDF9-F525-4B4E-ACE6-7AFA8B13293C}"/>
              </a:ext>
            </a:extLst>
          </p:cNvPr>
          <p:cNvSpPr/>
          <p:nvPr/>
        </p:nvSpPr>
        <p:spPr>
          <a:xfrm>
            <a:off x="10983918" y="1325486"/>
            <a:ext cx="1103533" cy="132932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 xml:space="preserve">“Support mode” = no mandatory RR. Patient initiates all breaths.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DC7AE52-37C8-4020-8089-4E8ED02429DB}"/>
              </a:ext>
            </a:extLst>
          </p:cNvPr>
          <p:cNvSpPr/>
          <p:nvPr/>
        </p:nvSpPr>
        <p:spPr>
          <a:xfrm>
            <a:off x="9811353" y="1432644"/>
            <a:ext cx="995192" cy="11122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C725DE8-7BE1-45A4-9643-E1B9BDB73091}"/>
              </a:ext>
            </a:extLst>
          </p:cNvPr>
          <p:cNvCxnSpPr>
            <a:cxnSpLocks/>
            <a:stCxn id="70" idx="1"/>
            <a:endCxn id="71" idx="3"/>
          </p:cNvCxnSpPr>
          <p:nvPr/>
        </p:nvCxnSpPr>
        <p:spPr>
          <a:xfrm flipH="1" flipV="1">
            <a:off x="10806545" y="1988763"/>
            <a:ext cx="177373" cy="138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B6096840-D0D1-43FA-8049-5D8247C09A6C}"/>
              </a:ext>
            </a:extLst>
          </p:cNvPr>
          <p:cNvSpPr/>
          <p:nvPr/>
        </p:nvSpPr>
        <p:spPr>
          <a:xfrm>
            <a:off x="9820945" y="2590354"/>
            <a:ext cx="995192" cy="1188544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DE3EF83-0839-4AC3-B482-2336E4FD935A}"/>
              </a:ext>
            </a:extLst>
          </p:cNvPr>
          <p:cNvCxnSpPr>
            <a:cxnSpLocks/>
            <a:stCxn id="84" idx="1"/>
          </p:cNvCxnSpPr>
          <p:nvPr/>
        </p:nvCxnSpPr>
        <p:spPr>
          <a:xfrm flipH="1">
            <a:off x="10824432" y="3421090"/>
            <a:ext cx="159486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ase 1 - Q1">
            <a:extLst>
              <a:ext uri="{FF2B5EF4-FFF2-40B4-BE49-F238E27FC236}">
                <a16:creationId xmlns:a16="http://schemas.microsoft.com/office/drawing/2014/main" id="{D6EF4290-C31F-44B3-8F3A-CD7D39FACE02}"/>
              </a:ext>
            </a:extLst>
          </p:cNvPr>
          <p:cNvSpPr/>
          <p:nvPr/>
        </p:nvSpPr>
        <p:spPr>
          <a:xfrm>
            <a:off x="10983918" y="2829474"/>
            <a:ext cx="1111828" cy="11832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 xml:space="preserve">Set pressure support (positive pressure on inspiration) </a:t>
            </a: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11FBD9C8-2FE1-4112-8539-5D5DFC2FE96C}"/>
              </a:ext>
            </a:extLst>
          </p:cNvPr>
          <p:cNvSpPr/>
          <p:nvPr/>
        </p:nvSpPr>
        <p:spPr>
          <a:xfrm>
            <a:off x="5823013" y="2042701"/>
            <a:ext cx="3545632" cy="1353827"/>
          </a:xfrm>
          <a:custGeom>
            <a:avLst/>
            <a:gdLst>
              <a:gd name="connsiteX0" fmla="*/ 0 w 3657600"/>
              <a:gd name="connsiteY0" fmla="*/ 951722 h 979714"/>
              <a:gd name="connsiteX1" fmla="*/ 905070 w 3657600"/>
              <a:gd name="connsiteY1" fmla="*/ 933061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70384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42391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536302"/>
              <a:gd name="connsiteY0" fmla="*/ 933060 h 979714"/>
              <a:gd name="connsiteX1" fmla="*/ 783772 w 3536302"/>
              <a:gd name="connsiteY1" fmla="*/ 942392 h 979714"/>
              <a:gd name="connsiteX2" fmla="*/ 793102 w 3536302"/>
              <a:gd name="connsiteY2" fmla="*/ 0 h 979714"/>
              <a:gd name="connsiteX3" fmla="*/ 1660849 w 3536302"/>
              <a:gd name="connsiteY3" fmla="*/ 0 h 979714"/>
              <a:gd name="connsiteX4" fmla="*/ 1651519 w 3536302"/>
              <a:gd name="connsiteY4" fmla="*/ 951722 h 979714"/>
              <a:gd name="connsiteX5" fmla="*/ 2500604 w 3536302"/>
              <a:gd name="connsiteY5" fmla="*/ 942391 h 979714"/>
              <a:gd name="connsiteX6" fmla="*/ 2509935 w 3536302"/>
              <a:gd name="connsiteY6" fmla="*/ 46653 h 979714"/>
              <a:gd name="connsiteX7" fmla="*/ 3284376 w 3536302"/>
              <a:gd name="connsiteY7" fmla="*/ 46653 h 979714"/>
              <a:gd name="connsiteX8" fmla="*/ 3293706 w 3536302"/>
              <a:gd name="connsiteY8" fmla="*/ 970384 h 979714"/>
              <a:gd name="connsiteX9" fmla="*/ 3536302 w 353630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509934 w 3545632"/>
              <a:gd name="connsiteY5" fmla="*/ 94239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70382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00604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1157700"/>
              <a:gd name="connsiteX1" fmla="*/ 736407 w 3545632"/>
              <a:gd name="connsiteY1" fmla="*/ 1157700 h 1157700"/>
              <a:gd name="connsiteX2" fmla="*/ 793102 w 3545632"/>
              <a:gd name="connsiteY2" fmla="*/ 942392 h 1157700"/>
              <a:gd name="connsiteX3" fmla="*/ 802432 w 3545632"/>
              <a:gd name="connsiteY3" fmla="*/ 0 h 1157700"/>
              <a:gd name="connsiteX4" fmla="*/ 1670179 w 3545632"/>
              <a:gd name="connsiteY4" fmla="*/ 0 h 1157700"/>
              <a:gd name="connsiteX5" fmla="*/ 1660849 w 3545632"/>
              <a:gd name="connsiteY5" fmla="*/ 951722 h 1157700"/>
              <a:gd name="connsiteX6" fmla="*/ 2491272 w 3545632"/>
              <a:gd name="connsiteY6" fmla="*/ 951721 h 1157700"/>
              <a:gd name="connsiteX7" fmla="*/ 2500604 w 3545632"/>
              <a:gd name="connsiteY7" fmla="*/ 46653 h 1157700"/>
              <a:gd name="connsiteX8" fmla="*/ 3312368 w 3545632"/>
              <a:gd name="connsiteY8" fmla="*/ 46653 h 1157700"/>
              <a:gd name="connsiteX9" fmla="*/ 3303036 w 3545632"/>
              <a:gd name="connsiteY9" fmla="*/ 970384 h 1157700"/>
              <a:gd name="connsiteX10" fmla="*/ 3545632 w 3545632"/>
              <a:gd name="connsiteY10" fmla="*/ 979714 h 1157700"/>
              <a:gd name="connsiteX0" fmla="*/ 0 w 3545632"/>
              <a:gd name="connsiteY0" fmla="*/ 933060 h 1157700"/>
              <a:gd name="connsiteX1" fmla="*/ 736407 w 3545632"/>
              <a:gd name="connsiteY1" fmla="*/ 1157700 h 1157700"/>
              <a:gd name="connsiteX2" fmla="*/ 793102 w 3545632"/>
              <a:gd name="connsiteY2" fmla="*/ 942392 h 1157700"/>
              <a:gd name="connsiteX3" fmla="*/ 802432 w 3545632"/>
              <a:gd name="connsiteY3" fmla="*/ 0 h 1157700"/>
              <a:gd name="connsiteX4" fmla="*/ 1670179 w 3545632"/>
              <a:gd name="connsiteY4" fmla="*/ 0 h 1157700"/>
              <a:gd name="connsiteX5" fmla="*/ 1660849 w 3545632"/>
              <a:gd name="connsiteY5" fmla="*/ 951722 h 1157700"/>
              <a:gd name="connsiteX6" fmla="*/ 2491272 w 3545632"/>
              <a:gd name="connsiteY6" fmla="*/ 951721 h 1157700"/>
              <a:gd name="connsiteX7" fmla="*/ 2500604 w 3545632"/>
              <a:gd name="connsiteY7" fmla="*/ 46653 h 1157700"/>
              <a:gd name="connsiteX8" fmla="*/ 3312368 w 3545632"/>
              <a:gd name="connsiteY8" fmla="*/ 46653 h 1157700"/>
              <a:gd name="connsiteX9" fmla="*/ 3303036 w 3545632"/>
              <a:gd name="connsiteY9" fmla="*/ 970384 h 1157700"/>
              <a:gd name="connsiteX10" fmla="*/ 3545632 w 3545632"/>
              <a:gd name="connsiteY10" fmla="*/ 979714 h 1157700"/>
              <a:gd name="connsiteX0" fmla="*/ 0 w 3545632"/>
              <a:gd name="connsiteY0" fmla="*/ 933060 h 1157700"/>
              <a:gd name="connsiteX1" fmla="*/ 764399 w 3545632"/>
              <a:gd name="connsiteY1" fmla="*/ 1157700 h 1157700"/>
              <a:gd name="connsiteX2" fmla="*/ 793102 w 3545632"/>
              <a:gd name="connsiteY2" fmla="*/ 942392 h 1157700"/>
              <a:gd name="connsiteX3" fmla="*/ 802432 w 3545632"/>
              <a:gd name="connsiteY3" fmla="*/ 0 h 1157700"/>
              <a:gd name="connsiteX4" fmla="*/ 1670179 w 3545632"/>
              <a:gd name="connsiteY4" fmla="*/ 0 h 1157700"/>
              <a:gd name="connsiteX5" fmla="*/ 1660849 w 3545632"/>
              <a:gd name="connsiteY5" fmla="*/ 951722 h 1157700"/>
              <a:gd name="connsiteX6" fmla="*/ 2491272 w 3545632"/>
              <a:gd name="connsiteY6" fmla="*/ 951721 h 1157700"/>
              <a:gd name="connsiteX7" fmla="*/ 2500604 w 3545632"/>
              <a:gd name="connsiteY7" fmla="*/ 46653 h 1157700"/>
              <a:gd name="connsiteX8" fmla="*/ 3312368 w 3545632"/>
              <a:gd name="connsiteY8" fmla="*/ 46653 h 1157700"/>
              <a:gd name="connsiteX9" fmla="*/ 3303036 w 3545632"/>
              <a:gd name="connsiteY9" fmla="*/ 970384 h 1157700"/>
              <a:gd name="connsiteX10" fmla="*/ 3545632 w 3545632"/>
              <a:gd name="connsiteY10" fmla="*/ 979714 h 1157700"/>
              <a:gd name="connsiteX0" fmla="*/ 0 w 3545632"/>
              <a:gd name="connsiteY0" fmla="*/ 933060 h 1157700"/>
              <a:gd name="connsiteX1" fmla="*/ 764399 w 3545632"/>
              <a:gd name="connsiteY1" fmla="*/ 1157700 h 1157700"/>
              <a:gd name="connsiteX2" fmla="*/ 793102 w 3545632"/>
              <a:gd name="connsiteY2" fmla="*/ 942392 h 1157700"/>
              <a:gd name="connsiteX3" fmla="*/ 802432 w 3545632"/>
              <a:gd name="connsiteY3" fmla="*/ 0 h 1157700"/>
              <a:gd name="connsiteX4" fmla="*/ 1670179 w 3545632"/>
              <a:gd name="connsiteY4" fmla="*/ 0 h 1157700"/>
              <a:gd name="connsiteX5" fmla="*/ 1660849 w 3545632"/>
              <a:gd name="connsiteY5" fmla="*/ 951722 h 1157700"/>
              <a:gd name="connsiteX6" fmla="*/ 2491272 w 3545632"/>
              <a:gd name="connsiteY6" fmla="*/ 951721 h 1157700"/>
              <a:gd name="connsiteX7" fmla="*/ 2500604 w 3545632"/>
              <a:gd name="connsiteY7" fmla="*/ 46653 h 1157700"/>
              <a:gd name="connsiteX8" fmla="*/ 3312368 w 3545632"/>
              <a:gd name="connsiteY8" fmla="*/ 46653 h 1157700"/>
              <a:gd name="connsiteX9" fmla="*/ 3303036 w 3545632"/>
              <a:gd name="connsiteY9" fmla="*/ 970384 h 1157700"/>
              <a:gd name="connsiteX10" fmla="*/ 3545632 w 3545632"/>
              <a:gd name="connsiteY10" fmla="*/ 979714 h 1157700"/>
              <a:gd name="connsiteX0" fmla="*/ 0 w 3545632"/>
              <a:gd name="connsiteY0" fmla="*/ 933060 h 1129708"/>
              <a:gd name="connsiteX1" fmla="*/ 773729 w 3545632"/>
              <a:gd name="connsiteY1" fmla="*/ 1129708 h 1129708"/>
              <a:gd name="connsiteX2" fmla="*/ 793102 w 3545632"/>
              <a:gd name="connsiteY2" fmla="*/ 942392 h 1129708"/>
              <a:gd name="connsiteX3" fmla="*/ 802432 w 3545632"/>
              <a:gd name="connsiteY3" fmla="*/ 0 h 1129708"/>
              <a:gd name="connsiteX4" fmla="*/ 1670179 w 3545632"/>
              <a:gd name="connsiteY4" fmla="*/ 0 h 1129708"/>
              <a:gd name="connsiteX5" fmla="*/ 1660849 w 3545632"/>
              <a:gd name="connsiteY5" fmla="*/ 951722 h 1129708"/>
              <a:gd name="connsiteX6" fmla="*/ 2491272 w 3545632"/>
              <a:gd name="connsiteY6" fmla="*/ 951721 h 1129708"/>
              <a:gd name="connsiteX7" fmla="*/ 2500604 w 3545632"/>
              <a:gd name="connsiteY7" fmla="*/ 46653 h 1129708"/>
              <a:gd name="connsiteX8" fmla="*/ 3312368 w 3545632"/>
              <a:gd name="connsiteY8" fmla="*/ 46653 h 1129708"/>
              <a:gd name="connsiteX9" fmla="*/ 3303036 w 3545632"/>
              <a:gd name="connsiteY9" fmla="*/ 970384 h 1129708"/>
              <a:gd name="connsiteX10" fmla="*/ 3545632 w 3545632"/>
              <a:gd name="connsiteY10" fmla="*/ 979714 h 1129708"/>
              <a:gd name="connsiteX0" fmla="*/ 0 w 3545632"/>
              <a:gd name="connsiteY0" fmla="*/ 933060 h 1139038"/>
              <a:gd name="connsiteX1" fmla="*/ 783059 w 3545632"/>
              <a:gd name="connsiteY1" fmla="*/ 1139038 h 1139038"/>
              <a:gd name="connsiteX2" fmla="*/ 793102 w 3545632"/>
              <a:gd name="connsiteY2" fmla="*/ 942392 h 1139038"/>
              <a:gd name="connsiteX3" fmla="*/ 802432 w 3545632"/>
              <a:gd name="connsiteY3" fmla="*/ 0 h 1139038"/>
              <a:gd name="connsiteX4" fmla="*/ 1670179 w 3545632"/>
              <a:gd name="connsiteY4" fmla="*/ 0 h 1139038"/>
              <a:gd name="connsiteX5" fmla="*/ 1660849 w 3545632"/>
              <a:gd name="connsiteY5" fmla="*/ 951722 h 1139038"/>
              <a:gd name="connsiteX6" fmla="*/ 2491272 w 3545632"/>
              <a:gd name="connsiteY6" fmla="*/ 951721 h 1139038"/>
              <a:gd name="connsiteX7" fmla="*/ 2500604 w 3545632"/>
              <a:gd name="connsiteY7" fmla="*/ 46653 h 1139038"/>
              <a:gd name="connsiteX8" fmla="*/ 3312368 w 3545632"/>
              <a:gd name="connsiteY8" fmla="*/ 46653 h 1139038"/>
              <a:gd name="connsiteX9" fmla="*/ 3303036 w 3545632"/>
              <a:gd name="connsiteY9" fmla="*/ 970384 h 1139038"/>
              <a:gd name="connsiteX10" fmla="*/ 3545632 w 3545632"/>
              <a:gd name="connsiteY10" fmla="*/ 979714 h 1139038"/>
              <a:gd name="connsiteX0" fmla="*/ 0 w 3545632"/>
              <a:gd name="connsiteY0" fmla="*/ 933060 h 1139246"/>
              <a:gd name="connsiteX1" fmla="*/ 624440 w 3545632"/>
              <a:gd name="connsiteY1" fmla="*/ 971088 h 1139246"/>
              <a:gd name="connsiteX2" fmla="*/ 783059 w 3545632"/>
              <a:gd name="connsiteY2" fmla="*/ 1139038 h 1139246"/>
              <a:gd name="connsiteX3" fmla="*/ 793102 w 3545632"/>
              <a:gd name="connsiteY3" fmla="*/ 942392 h 1139246"/>
              <a:gd name="connsiteX4" fmla="*/ 802432 w 3545632"/>
              <a:gd name="connsiteY4" fmla="*/ 0 h 1139246"/>
              <a:gd name="connsiteX5" fmla="*/ 1670179 w 3545632"/>
              <a:gd name="connsiteY5" fmla="*/ 0 h 1139246"/>
              <a:gd name="connsiteX6" fmla="*/ 1660849 w 3545632"/>
              <a:gd name="connsiteY6" fmla="*/ 951722 h 1139246"/>
              <a:gd name="connsiteX7" fmla="*/ 2491272 w 3545632"/>
              <a:gd name="connsiteY7" fmla="*/ 951721 h 1139246"/>
              <a:gd name="connsiteX8" fmla="*/ 2500604 w 3545632"/>
              <a:gd name="connsiteY8" fmla="*/ 46653 h 1139246"/>
              <a:gd name="connsiteX9" fmla="*/ 3312368 w 3545632"/>
              <a:gd name="connsiteY9" fmla="*/ 46653 h 1139246"/>
              <a:gd name="connsiteX10" fmla="*/ 3303036 w 3545632"/>
              <a:gd name="connsiteY10" fmla="*/ 970384 h 1139246"/>
              <a:gd name="connsiteX11" fmla="*/ 3545632 w 3545632"/>
              <a:gd name="connsiteY11" fmla="*/ 979714 h 1139246"/>
              <a:gd name="connsiteX0" fmla="*/ 0 w 3545632"/>
              <a:gd name="connsiteY0" fmla="*/ 933060 h 1139318"/>
              <a:gd name="connsiteX1" fmla="*/ 624440 w 3545632"/>
              <a:gd name="connsiteY1" fmla="*/ 971088 h 1139318"/>
              <a:gd name="connsiteX2" fmla="*/ 783059 w 3545632"/>
              <a:gd name="connsiteY2" fmla="*/ 1139038 h 1139318"/>
              <a:gd name="connsiteX3" fmla="*/ 793102 w 3545632"/>
              <a:gd name="connsiteY3" fmla="*/ 942392 h 1139318"/>
              <a:gd name="connsiteX4" fmla="*/ 802432 w 3545632"/>
              <a:gd name="connsiteY4" fmla="*/ 0 h 1139318"/>
              <a:gd name="connsiteX5" fmla="*/ 1670179 w 3545632"/>
              <a:gd name="connsiteY5" fmla="*/ 0 h 1139318"/>
              <a:gd name="connsiteX6" fmla="*/ 1660849 w 3545632"/>
              <a:gd name="connsiteY6" fmla="*/ 951722 h 1139318"/>
              <a:gd name="connsiteX7" fmla="*/ 2491272 w 3545632"/>
              <a:gd name="connsiteY7" fmla="*/ 951721 h 1139318"/>
              <a:gd name="connsiteX8" fmla="*/ 2500604 w 3545632"/>
              <a:gd name="connsiteY8" fmla="*/ 46653 h 1139318"/>
              <a:gd name="connsiteX9" fmla="*/ 3312368 w 3545632"/>
              <a:gd name="connsiteY9" fmla="*/ 46653 h 1139318"/>
              <a:gd name="connsiteX10" fmla="*/ 3303036 w 3545632"/>
              <a:gd name="connsiteY10" fmla="*/ 970384 h 1139318"/>
              <a:gd name="connsiteX11" fmla="*/ 3545632 w 3545632"/>
              <a:gd name="connsiteY11" fmla="*/ 979714 h 1139318"/>
              <a:gd name="connsiteX0" fmla="*/ 0 w 3545632"/>
              <a:gd name="connsiteY0" fmla="*/ 933060 h 1139276"/>
              <a:gd name="connsiteX1" fmla="*/ 680423 w 3545632"/>
              <a:gd name="connsiteY1" fmla="*/ 952426 h 1139276"/>
              <a:gd name="connsiteX2" fmla="*/ 783059 w 3545632"/>
              <a:gd name="connsiteY2" fmla="*/ 1139038 h 1139276"/>
              <a:gd name="connsiteX3" fmla="*/ 793102 w 3545632"/>
              <a:gd name="connsiteY3" fmla="*/ 942392 h 1139276"/>
              <a:gd name="connsiteX4" fmla="*/ 802432 w 3545632"/>
              <a:gd name="connsiteY4" fmla="*/ 0 h 1139276"/>
              <a:gd name="connsiteX5" fmla="*/ 1670179 w 3545632"/>
              <a:gd name="connsiteY5" fmla="*/ 0 h 1139276"/>
              <a:gd name="connsiteX6" fmla="*/ 1660849 w 3545632"/>
              <a:gd name="connsiteY6" fmla="*/ 951722 h 1139276"/>
              <a:gd name="connsiteX7" fmla="*/ 2491272 w 3545632"/>
              <a:gd name="connsiteY7" fmla="*/ 951721 h 1139276"/>
              <a:gd name="connsiteX8" fmla="*/ 2500604 w 3545632"/>
              <a:gd name="connsiteY8" fmla="*/ 46653 h 1139276"/>
              <a:gd name="connsiteX9" fmla="*/ 3312368 w 3545632"/>
              <a:gd name="connsiteY9" fmla="*/ 46653 h 1139276"/>
              <a:gd name="connsiteX10" fmla="*/ 3303036 w 3545632"/>
              <a:gd name="connsiteY10" fmla="*/ 970384 h 1139276"/>
              <a:gd name="connsiteX11" fmla="*/ 3545632 w 3545632"/>
              <a:gd name="connsiteY11" fmla="*/ 979714 h 1139276"/>
              <a:gd name="connsiteX0" fmla="*/ 0 w 3545632"/>
              <a:gd name="connsiteY0" fmla="*/ 933060 h 1166325"/>
              <a:gd name="connsiteX1" fmla="*/ 680423 w 3545632"/>
              <a:gd name="connsiteY1" fmla="*/ 952426 h 1166325"/>
              <a:gd name="connsiteX2" fmla="*/ 783059 w 3545632"/>
              <a:gd name="connsiteY2" fmla="*/ 1139038 h 1166325"/>
              <a:gd name="connsiteX3" fmla="*/ 793102 w 3545632"/>
              <a:gd name="connsiteY3" fmla="*/ 942392 h 1166325"/>
              <a:gd name="connsiteX4" fmla="*/ 802432 w 3545632"/>
              <a:gd name="connsiteY4" fmla="*/ 0 h 1166325"/>
              <a:gd name="connsiteX5" fmla="*/ 1670179 w 3545632"/>
              <a:gd name="connsiteY5" fmla="*/ 0 h 1166325"/>
              <a:gd name="connsiteX6" fmla="*/ 1660849 w 3545632"/>
              <a:gd name="connsiteY6" fmla="*/ 951722 h 1166325"/>
              <a:gd name="connsiteX7" fmla="*/ 2491272 w 3545632"/>
              <a:gd name="connsiteY7" fmla="*/ 1166325 h 1166325"/>
              <a:gd name="connsiteX8" fmla="*/ 2500604 w 3545632"/>
              <a:gd name="connsiteY8" fmla="*/ 46653 h 1166325"/>
              <a:gd name="connsiteX9" fmla="*/ 3312368 w 3545632"/>
              <a:gd name="connsiteY9" fmla="*/ 46653 h 1166325"/>
              <a:gd name="connsiteX10" fmla="*/ 3303036 w 3545632"/>
              <a:gd name="connsiteY10" fmla="*/ 970384 h 1166325"/>
              <a:gd name="connsiteX11" fmla="*/ 3545632 w 3545632"/>
              <a:gd name="connsiteY11" fmla="*/ 979714 h 1166325"/>
              <a:gd name="connsiteX0" fmla="*/ 0 w 3545632"/>
              <a:gd name="connsiteY0" fmla="*/ 933060 h 1166325"/>
              <a:gd name="connsiteX1" fmla="*/ 680423 w 3545632"/>
              <a:gd name="connsiteY1" fmla="*/ 952426 h 1166325"/>
              <a:gd name="connsiteX2" fmla="*/ 783059 w 3545632"/>
              <a:gd name="connsiteY2" fmla="*/ 1139038 h 1166325"/>
              <a:gd name="connsiteX3" fmla="*/ 793102 w 3545632"/>
              <a:gd name="connsiteY3" fmla="*/ 942392 h 1166325"/>
              <a:gd name="connsiteX4" fmla="*/ 802432 w 3545632"/>
              <a:gd name="connsiteY4" fmla="*/ 0 h 1166325"/>
              <a:gd name="connsiteX5" fmla="*/ 1670179 w 3545632"/>
              <a:gd name="connsiteY5" fmla="*/ 0 h 1166325"/>
              <a:gd name="connsiteX6" fmla="*/ 1660849 w 3545632"/>
              <a:gd name="connsiteY6" fmla="*/ 951722 h 1166325"/>
              <a:gd name="connsiteX7" fmla="*/ 2397256 w 3545632"/>
              <a:gd name="connsiteY7" fmla="*/ 1008410 h 1166325"/>
              <a:gd name="connsiteX8" fmla="*/ 2491272 w 3545632"/>
              <a:gd name="connsiteY8" fmla="*/ 1166325 h 1166325"/>
              <a:gd name="connsiteX9" fmla="*/ 2500604 w 3545632"/>
              <a:gd name="connsiteY9" fmla="*/ 46653 h 1166325"/>
              <a:gd name="connsiteX10" fmla="*/ 3312368 w 3545632"/>
              <a:gd name="connsiteY10" fmla="*/ 46653 h 1166325"/>
              <a:gd name="connsiteX11" fmla="*/ 3303036 w 3545632"/>
              <a:gd name="connsiteY11" fmla="*/ 970384 h 1166325"/>
              <a:gd name="connsiteX12" fmla="*/ 3545632 w 3545632"/>
              <a:gd name="connsiteY12" fmla="*/ 979714 h 1166325"/>
              <a:gd name="connsiteX0" fmla="*/ 0 w 3545632"/>
              <a:gd name="connsiteY0" fmla="*/ 933060 h 1166325"/>
              <a:gd name="connsiteX1" fmla="*/ 680423 w 3545632"/>
              <a:gd name="connsiteY1" fmla="*/ 952426 h 1166325"/>
              <a:gd name="connsiteX2" fmla="*/ 783059 w 3545632"/>
              <a:gd name="connsiteY2" fmla="*/ 1139038 h 1166325"/>
              <a:gd name="connsiteX3" fmla="*/ 793102 w 3545632"/>
              <a:gd name="connsiteY3" fmla="*/ 942392 h 1166325"/>
              <a:gd name="connsiteX4" fmla="*/ 802432 w 3545632"/>
              <a:gd name="connsiteY4" fmla="*/ 0 h 1166325"/>
              <a:gd name="connsiteX5" fmla="*/ 1670179 w 3545632"/>
              <a:gd name="connsiteY5" fmla="*/ 0 h 1166325"/>
              <a:gd name="connsiteX6" fmla="*/ 1660849 w 3545632"/>
              <a:gd name="connsiteY6" fmla="*/ 951722 h 1166325"/>
              <a:gd name="connsiteX7" fmla="*/ 2443909 w 3545632"/>
              <a:gd name="connsiteY7" fmla="*/ 1008410 h 1166325"/>
              <a:gd name="connsiteX8" fmla="*/ 2491272 w 3545632"/>
              <a:gd name="connsiteY8" fmla="*/ 1166325 h 1166325"/>
              <a:gd name="connsiteX9" fmla="*/ 2500604 w 3545632"/>
              <a:gd name="connsiteY9" fmla="*/ 46653 h 1166325"/>
              <a:gd name="connsiteX10" fmla="*/ 3312368 w 3545632"/>
              <a:gd name="connsiteY10" fmla="*/ 46653 h 1166325"/>
              <a:gd name="connsiteX11" fmla="*/ 3303036 w 3545632"/>
              <a:gd name="connsiteY11" fmla="*/ 970384 h 1166325"/>
              <a:gd name="connsiteX12" fmla="*/ 3545632 w 3545632"/>
              <a:gd name="connsiteY12" fmla="*/ 979714 h 1166325"/>
              <a:gd name="connsiteX0" fmla="*/ 0 w 3545632"/>
              <a:gd name="connsiteY0" fmla="*/ 933060 h 1166325"/>
              <a:gd name="connsiteX1" fmla="*/ 680423 w 3545632"/>
              <a:gd name="connsiteY1" fmla="*/ 952426 h 1166325"/>
              <a:gd name="connsiteX2" fmla="*/ 783059 w 3545632"/>
              <a:gd name="connsiteY2" fmla="*/ 1139038 h 1166325"/>
              <a:gd name="connsiteX3" fmla="*/ 793102 w 3545632"/>
              <a:gd name="connsiteY3" fmla="*/ 942392 h 1166325"/>
              <a:gd name="connsiteX4" fmla="*/ 802432 w 3545632"/>
              <a:gd name="connsiteY4" fmla="*/ 0 h 1166325"/>
              <a:gd name="connsiteX5" fmla="*/ 1670179 w 3545632"/>
              <a:gd name="connsiteY5" fmla="*/ 0 h 1166325"/>
              <a:gd name="connsiteX6" fmla="*/ 1660849 w 3545632"/>
              <a:gd name="connsiteY6" fmla="*/ 951722 h 1166325"/>
              <a:gd name="connsiteX7" fmla="*/ 2397256 w 3545632"/>
              <a:gd name="connsiteY7" fmla="*/ 924435 h 1166325"/>
              <a:gd name="connsiteX8" fmla="*/ 2443909 w 3545632"/>
              <a:gd name="connsiteY8" fmla="*/ 1008410 h 1166325"/>
              <a:gd name="connsiteX9" fmla="*/ 2491272 w 3545632"/>
              <a:gd name="connsiteY9" fmla="*/ 1166325 h 1166325"/>
              <a:gd name="connsiteX10" fmla="*/ 2500604 w 3545632"/>
              <a:gd name="connsiteY10" fmla="*/ 46653 h 1166325"/>
              <a:gd name="connsiteX11" fmla="*/ 3312368 w 3545632"/>
              <a:gd name="connsiteY11" fmla="*/ 46653 h 1166325"/>
              <a:gd name="connsiteX12" fmla="*/ 3303036 w 3545632"/>
              <a:gd name="connsiteY12" fmla="*/ 970384 h 1166325"/>
              <a:gd name="connsiteX13" fmla="*/ 3545632 w 3545632"/>
              <a:gd name="connsiteY13" fmla="*/ 979714 h 1166325"/>
              <a:gd name="connsiteX0" fmla="*/ 0 w 3545632"/>
              <a:gd name="connsiteY0" fmla="*/ 933060 h 1166325"/>
              <a:gd name="connsiteX1" fmla="*/ 680423 w 3545632"/>
              <a:gd name="connsiteY1" fmla="*/ 952426 h 1166325"/>
              <a:gd name="connsiteX2" fmla="*/ 783059 w 3545632"/>
              <a:gd name="connsiteY2" fmla="*/ 1139038 h 1166325"/>
              <a:gd name="connsiteX3" fmla="*/ 793102 w 3545632"/>
              <a:gd name="connsiteY3" fmla="*/ 942392 h 1166325"/>
              <a:gd name="connsiteX4" fmla="*/ 802432 w 3545632"/>
              <a:gd name="connsiteY4" fmla="*/ 0 h 1166325"/>
              <a:gd name="connsiteX5" fmla="*/ 1670179 w 3545632"/>
              <a:gd name="connsiteY5" fmla="*/ 0 h 1166325"/>
              <a:gd name="connsiteX6" fmla="*/ 1660849 w 3545632"/>
              <a:gd name="connsiteY6" fmla="*/ 951722 h 1166325"/>
              <a:gd name="connsiteX7" fmla="*/ 2397256 w 3545632"/>
              <a:gd name="connsiteY7" fmla="*/ 924435 h 1166325"/>
              <a:gd name="connsiteX8" fmla="*/ 2443909 w 3545632"/>
              <a:gd name="connsiteY8" fmla="*/ 1008410 h 1166325"/>
              <a:gd name="connsiteX9" fmla="*/ 2491272 w 3545632"/>
              <a:gd name="connsiteY9" fmla="*/ 1166325 h 1166325"/>
              <a:gd name="connsiteX10" fmla="*/ 2500604 w 3545632"/>
              <a:gd name="connsiteY10" fmla="*/ 46653 h 1166325"/>
              <a:gd name="connsiteX11" fmla="*/ 3312368 w 3545632"/>
              <a:gd name="connsiteY11" fmla="*/ 46653 h 1166325"/>
              <a:gd name="connsiteX12" fmla="*/ 3303036 w 3545632"/>
              <a:gd name="connsiteY12" fmla="*/ 970384 h 1166325"/>
              <a:gd name="connsiteX13" fmla="*/ 3545632 w 3545632"/>
              <a:gd name="connsiteY13" fmla="*/ 979714 h 1166325"/>
              <a:gd name="connsiteX0" fmla="*/ 0 w 3545632"/>
              <a:gd name="connsiteY0" fmla="*/ 933060 h 1166325"/>
              <a:gd name="connsiteX1" fmla="*/ 680423 w 3545632"/>
              <a:gd name="connsiteY1" fmla="*/ 952426 h 1166325"/>
              <a:gd name="connsiteX2" fmla="*/ 783059 w 3545632"/>
              <a:gd name="connsiteY2" fmla="*/ 1139038 h 1166325"/>
              <a:gd name="connsiteX3" fmla="*/ 793102 w 3545632"/>
              <a:gd name="connsiteY3" fmla="*/ 942392 h 1166325"/>
              <a:gd name="connsiteX4" fmla="*/ 802432 w 3545632"/>
              <a:gd name="connsiteY4" fmla="*/ 0 h 1166325"/>
              <a:gd name="connsiteX5" fmla="*/ 1670179 w 3545632"/>
              <a:gd name="connsiteY5" fmla="*/ 0 h 1166325"/>
              <a:gd name="connsiteX6" fmla="*/ 1660849 w 3545632"/>
              <a:gd name="connsiteY6" fmla="*/ 951722 h 1166325"/>
              <a:gd name="connsiteX7" fmla="*/ 2331942 w 3545632"/>
              <a:gd name="connsiteY7" fmla="*/ 961758 h 1166325"/>
              <a:gd name="connsiteX8" fmla="*/ 2443909 w 3545632"/>
              <a:gd name="connsiteY8" fmla="*/ 1008410 h 1166325"/>
              <a:gd name="connsiteX9" fmla="*/ 2491272 w 3545632"/>
              <a:gd name="connsiteY9" fmla="*/ 1166325 h 1166325"/>
              <a:gd name="connsiteX10" fmla="*/ 2500604 w 3545632"/>
              <a:gd name="connsiteY10" fmla="*/ 46653 h 1166325"/>
              <a:gd name="connsiteX11" fmla="*/ 3312368 w 3545632"/>
              <a:gd name="connsiteY11" fmla="*/ 46653 h 1166325"/>
              <a:gd name="connsiteX12" fmla="*/ 3303036 w 3545632"/>
              <a:gd name="connsiteY12" fmla="*/ 970384 h 1166325"/>
              <a:gd name="connsiteX13" fmla="*/ 3545632 w 3545632"/>
              <a:gd name="connsiteY13" fmla="*/ 979714 h 1166325"/>
              <a:gd name="connsiteX0" fmla="*/ 0 w 3545632"/>
              <a:gd name="connsiteY0" fmla="*/ 933060 h 1166325"/>
              <a:gd name="connsiteX1" fmla="*/ 680423 w 3545632"/>
              <a:gd name="connsiteY1" fmla="*/ 952426 h 1166325"/>
              <a:gd name="connsiteX2" fmla="*/ 783059 w 3545632"/>
              <a:gd name="connsiteY2" fmla="*/ 1139038 h 1166325"/>
              <a:gd name="connsiteX3" fmla="*/ 793102 w 3545632"/>
              <a:gd name="connsiteY3" fmla="*/ 942392 h 1166325"/>
              <a:gd name="connsiteX4" fmla="*/ 802432 w 3545632"/>
              <a:gd name="connsiteY4" fmla="*/ 0 h 1166325"/>
              <a:gd name="connsiteX5" fmla="*/ 1670179 w 3545632"/>
              <a:gd name="connsiteY5" fmla="*/ 0 h 1166325"/>
              <a:gd name="connsiteX6" fmla="*/ 1660849 w 3545632"/>
              <a:gd name="connsiteY6" fmla="*/ 951722 h 1166325"/>
              <a:gd name="connsiteX7" fmla="*/ 2331942 w 3545632"/>
              <a:gd name="connsiteY7" fmla="*/ 961758 h 1166325"/>
              <a:gd name="connsiteX8" fmla="*/ 2443909 w 3545632"/>
              <a:gd name="connsiteY8" fmla="*/ 1008410 h 1166325"/>
              <a:gd name="connsiteX9" fmla="*/ 2491272 w 3545632"/>
              <a:gd name="connsiteY9" fmla="*/ 1166325 h 1166325"/>
              <a:gd name="connsiteX10" fmla="*/ 2500604 w 3545632"/>
              <a:gd name="connsiteY10" fmla="*/ 46653 h 1166325"/>
              <a:gd name="connsiteX11" fmla="*/ 3312368 w 3545632"/>
              <a:gd name="connsiteY11" fmla="*/ 46653 h 1166325"/>
              <a:gd name="connsiteX12" fmla="*/ 3303036 w 3545632"/>
              <a:gd name="connsiteY12" fmla="*/ 970384 h 1166325"/>
              <a:gd name="connsiteX13" fmla="*/ 3545632 w 3545632"/>
              <a:gd name="connsiteY13" fmla="*/ 979714 h 1166325"/>
              <a:gd name="connsiteX0" fmla="*/ 0 w 3545632"/>
              <a:gd name="connsiteY0" fmla="*/ 933060 h 1166325"/>
              <a:gd name="connsiteX1" fmla="*/ 680423 w 3545632"/>
              <a:gd name="connsiteY1" fmla="*/ 952426 h 1166325"/>
              <a:gd name="connsiteX2" fmla="*/ 783059 w 3545632"/>
              <a:gd name="connsiteY2" fmla="*/ 1139038 h 1166325"/>
              <a:gd name="connsiteX3" fmla="*/ 793102 w 3545632"/>
              <a:gd name="connsiteY3" fmla="*/ 942392 h 1166325"/>
              <a:gd name="connsiteX4" fmla="*/ 802432 w 3545632"/>
              <a:gd name="connsiteY4" fmla="*/ 0 h 1166325"/>
              <a:gd name="connsiteX5" fmla="*/ 1670179 w 3545632"/>
              <a:gd name="connsiteY5" fmla="*/ 0 h 1166325"/>
              <a:gd name="connsiteX6" fmla="*/ 1660849 w 3545632"/>
              <a:gd name="connsiteY6" fmla="*/ 951722 h 1166325"/>
              <a:gd name="connsiteX7" fmla="*/ 2331942 w 3545632"/>
              <a:gd name="connsiteY7" fmla="*/ 961758 h 1166325"/>
              <a:gd name="connsiteX8" fmla="*/ 2443909 w 3545632"/>
              <a:gd name="connsiteY8" fmla="*/ 1008410 h 1166325"/>
              <a:gd name="connsiteX9" fmla="*/ 2491272 w 3545632"/>
              <a:gd name="connsiteY9" fmla="*/ 1166325 h 1166325"/>
              <a:gd name="connsiteX10" fmla="*/ 2500604 w 3545632"/>
              <a:gd name="connsiteY10" fmla="*/ 46653 h 1166325"/>
              <a:gd name="connsiteX11" fmla="*/ 3312368 w 3545632"/>
              <a:gd name="connsiteY11" fmla="*/ 46653 h 1166325"/>
              <a:gd name="connsiteX12" fmla="*/ 3303036 w 3545632"/>
              <a:gd name="connsiteY12" fmla="*/ 970384 h 1166325"/>
              <a:gd name="connsiteX13" fmla="*/ 3545632 w 3545632"/>
              <a:gd name="connsiteY13" fmla="*/ 979714 h 1166325"/>
              <a:gd name="connsiteX0" fmla="*/ 0 w 3545632"/>
              <a:gd name="connsiteY0" fmla="*/ 933060 h 1166325"/>
              <a:gd name="connsiteX1" fmla="*/ 680423 w 3545632"/>
              <a:gd name="connsiteY1" fmla="*/ 952426 h 1166325"/>
              <a:gd name="connsiteX2" fmla="*/ 783059 w 3545632"/>
              <a:gd name="connsiteY2" fmla="*/ 1139038 h 1166325"/>
              <a:gd name="connsiteX3" fmla="*/ 793102 w 3545632"/>
              <a:gd name="connsiteY3" fmla="*/ 942392 h 1166325"/>
              <a:gd name="connsiteX4" fmla="*/ 802432 w 3545632"/>
              <a:gd name="connsiteY4" fmla="*/ 0 h 1166325"/>
              <a:gd name="connsiteX5" fmla="*/ 1670179 w 3545632"/>
              <a:gd name="connsiteY5" fmla="*/ 0 h 1166325"/>
              <a:gd name="connsiteX6" fmla="*/ 1660849 w 3545632"/>
              <a:gd name="connsiteY6" fmla="*/ 951722 h 1166325"/>
              <a:gd name="connsiteX7" fmla="*/ 2331942 w 3545632"/>
              <a:gd name="connsiteY7" fmla="*/ 961758 h 1166325"/>
              <a:gd name="connsiteX8" fmla="*/ 2443909 w 3545632"/>
              <a:gd name="connsiteY8" fmla="*/ 1008410 h 1166325"/>
              <a:gd name="connsiteX9" fmla="*/ 2491272 w 3545632"/>
              <a:gd name="connsiteY9" fmla="*/ 1166325 h 1166325"/>
              <a:gd name="connsiteX10" fmla="*/ 2500604 w 3545632"/>
              <a:gd name="connsiteY10" fmla="*/ 46653 h 1166325"/>
              <a:gd name="connsiteX11" fmla="*/ 3312368 w 3545632"/>
              <a:gd name="connsiteY11" fmla="*/ 46653 h 1166325"/>
              <a:gd name="connsiteX12" fmla="*/ 3303036 w 3545632"/>
              <a:gd name="connsiteY12" fmla="*/ 970384 h 1166325"/>
              <a:gd name="connsiteX13" fmla="*/ 3545632 w 3545632"/>
              <a:gd name="connsiteY13" fmla="*/ 979714 h 1166325"/>
              <a:gd name="connsiteX0" fmla="*/ 0 w 3545632"/>
              <a:gd name="connsiteY0" fmla="*/ 933060 h 1139276"/>
              <a:gd name="connsiteX1" fmla="*/ 680423 w 3545632"/>
              <a:gd name="connsiteY1" fmla="*/ 952426 h 1139276"/>
              <a:gd name="connsiteX2" fmla="*/ 783059 w 3545632"/>
              <a:gd name="connsiteY2" fmla="*/ 1139038 h 1139276"/>
              <a:gd name="connsiteX3" fmla="*/ 793102 w 3545632"/>
              <a:gd name="connsiteY3" fmla="*/ 942392 h 1139276"/>
              <a:gd name="connsiteX4" fmla="*/ 802432 w 3545632"/>
              <a:gd name="connsiteY4" fmla="*/ 0 h 1139276"/>
              <a:gd name="connsiteX5" fmla="*/ 1670179 w 3545632"/>
              <a:gd name="connsiteY5" fmla="*/ 0 h 1139276"/>
              <a:gd name="connsiteX6" fmla="*/ 1660849 w 3545632"/>
              <a:gd name="connsiteY6" fmla="*/ 951722 h 1139276"/>
              <a:gd name="connsiteX7" fmla="*/ 2331942 w 3545632"/>
              <a:gd name="connsiteY7" fmla="*/ 961758 h 1139276"/>
              <a:gd name="connsiteX8" fmla="*/ 2443909 w 3545632"/>
              <a:gd name="connsiteY8" fmla="*/ 1008410 h 1139276"/>
              <a:gd name="connsiteX9" fmla="*/ 2491272 w 3545632"/>
              <a:gd name="connsiteY9" fmla="*/ 1138333 h 1139276"/>
              <a:gd name="connsiteX10" fmla="*/ 2500604 w 3545632"/>
              <a:gd name="connsiteY10" fmla="*/ 46653 h 1139276"/>
              <a:gd name="connsiteX11" fmla="*/ 3312368 w 3545632"/>
              <a:gd name="connsiteY11" fmla="*/ 46653 h 1139276"/>
              <a:gd name="connsiteX12" fmla="*/ 3303036 w 3545632"/>
              <a:gd name="connsiteY12" fmla="*/ 970384 h 1139276"/>
              <a:gd name="connsiteX13" fmla="*/ 3545632 w 3545632"/>
              <a:gd name="connsiteY13" fmla="*/ 979714 h 1139276"/>
              <a:gd name="connsiteX0" fmla="*/ 0 w 3545632"/>
              <a:gd name="connsiteY0" fmla="*/ 933060 h 1139276"/>
              <a:gd name="connsiteX1" fmla="*/ 680423 w 3545632"/>
              <a:gd name="connsiteY1" fmla="*/ 952426 h 1139276"/>
              <a:gd name="connsiteX2" fmla="*/ 783059 w 3545632"/>
              <a:gd name="connsiteY2" fmla="*/ 1139038 h 1139276"/>
              <a:gd name="connsiteX3" fmla="*/ 793102 w 3545632"/>
              <a:gd name="connsiteY3" fmla="*/ 942392 h 1139276"/>
              <a:gd name="connsiteX4" fmla="*/ 802432 w 3545632"/>
              <a:gd name="connsiteY4" fmla="*/ 0 h 1139276"/>
              <a:gd name="connsiteX5" fmla="*/ 1670179 w 3545632"/>
              <a:gd name="connsiteY5" fmla="*/ 0 h 1139276"/>
              <a:gd name="connsiteX6" fmla="*/ 1660849 w 3545632"/>
              <a:gd name="connsiteY6" fmla="*/ 951722 h 1139276"/>
              <a:gd name="connsiteX7" fmla="*/ 2331942 w 3545632"/>
              <a:gd name="connsiteY7" fmla="*/ 961758 h 1139276"/>
              <a:gd name="connsiteX8" fmla="*/ 2443909 w 3545632"/>
              <a:gd name="connsiteY8" fmla="*/ 1008410 h 1139276"/>
              <a:gd name="connsiteX9" fmla="*/ 2491272 w 3545632"/>
              <a:gd name="connsiteY9" fmla="*/ 1110341 h 1139276"/>
              <a:gd name="connsiteX10" fmla="*/ 2500604 w 3545632"/>
              <a:gd name="connsiteY10" fmla="*/ 46653 h 1139276"/>
              <a:gd name="connsiteX11" fmla="*/ 3312368 w 3545632"/>
              <a:gd name="connsiteY11" fmla="*/ 46653 h 1139276"/>
              <a:gd name="connsiteX12" fmla="*/ 3303036 w 3545632"/>
              <a:gd name="connsiteY12" fmla="*/ 970384 h 1139276"/>
              <a:gd name="connsiteX13" fmla="*/ 3545632 w 3545632"/>
              <a:gd name="connsiteY13" fmla="*/ 979714 h 1139276"/>
              <a:gd name="connsiteX0" fmla="*/ 0 w 3545632"/>
              <a:gd name="connsiteY0" fmla="*/ 933060 h 1139276"/>
              <a:gd name="connsiteX1" fmla="*/ 680423 w 3545632"/>
              <a:gd name="connsiteY1" fmla="*/ 952426 h 1139276"/>
              <a:gd name="connsiteX2" fmla="*/ 783059 w 3545632"/>
              <a:gd name="connsiteY2" fmla="*/ 1139038 h 1139276"/>
              <a:gd name="connsiteX3" fmla="*/ 793102 w 3545632"/>
              <a:gd name="connsiteY3" fmla="*/ 942392 h 1139276"/>
              <a:gd name="connsiteX4" fmla="*/ 802432 w 3545632"/>
              <a:gd name="connsiteY4" fmla="*/ 0 h 1139276"/>
              <a:gd name="connsiteX5" fmla="*/ 1670179 w 3545632"/>
              <a:gd name="connsiteY5" fmla="*/ 0 h 1139276"/>
              <a:gd name="connsiteX6" fmla="*/ 1660849 w 3545632"/>
              <a:gd name="connsiteY6" fmla="*/ 951722 h 1139276"/>
              <a:gd name="connsiteX7" fmla="*/ 2331942 w 3545632"/>
              <a:gd name="connsiteY7" fmla="*/ 961758 h 1139276"/>
              <a:gd name="connsiteX8" fmla="*/ 2443909 w 3545632"/>
              <a:gd name="connsiteY8" fmla="*/ 1008410 h 1139276"/>
              <a:gd name="connsiteX9" fmla="*/ 2491272 w 3545632"/>
              <a:gd name="connsiteY9" fmla="*/ 1110341 h 1139276"/>
              <a:gd name="connsiteX10" fmla="*/ 2500604 w 3545632"/>
              <a:gd name="connsiteY10" fmla="*/ 46653 h 1139276"/>
              <a:gd name="connsiteX11" fmla="*/ 3312368 w 3545632"/>
              <a:gd name="connsiteY11" fmla="*/ 46653 h 1139276"/>
              <a:gd name="connsiteX12" fmla="*/ 3303036 w 3545632"/>
              <a:gd name="connsiteY12" fmla="*/ 970384 h 1139276"/>
              <a:gd name="connsiteX13" fmla="*/ 3545632 w 3545632"/>
              <a:gd name="connsiteY13" fmla="*/ 979714 h 1139276"/>
              <a:gd name="connsiteX0" fmla="*/ 0 w 3545632"/>
              <a:gd name="connsiteY0" fmla="*/ 933060 h 1139276"/>
              <a:gd name="connsiteX1" fmla="*/ 680423 w 3545632"/>
              <a:gd name="connsiteY1" fmla="*/ 952426 h 1139276"/>
              <a:gd name="connsiteX2" fmla="*/ 783059 w 3545632"/>
              <a:gd name="connsiteY2" fmla="*/ 1139038 h 1139276"/>
              <a:gd name="connsiteX3" fmla="*/ 793102 w 3545632"/>
              <a:gd name="connsiteY3" fmla="*/ 942392 h 1139276"/>
              <a:gd name="connsiteX4" fmla="*/ 802432 w 3545632"/>
              <a:gd name="connsiteY4" fmla="*/ 0 h 1139276"/>
              <a:gd name="connsiteX5" fmla="*/ 1670179 w 3545632"/>
              <a:gd name="connsiteY5" fmla="*/ 0 h 1139276"/>
              <a:gd name="connsiteX6" fmla="*/ 1660849 w 3545632"/>
              <a:gd name="connsiteY6" fmla="*/ 951722 h 1139276"/>
              <a:gd name="connsiteX7" fmla="*/ 2331942 w 3545632"/>
              <a:gd name="connsiteY7" fmla="*/ 961758 h 1139276"/>
              <a:gd name="connsiteX8" fmla="*/ 2443909 w 3545632"/>
              <a:gd name="connsiteY8" fmla="*/ 1008410 h 1139276"/>
              <a:gd name="connsiteX9" fmla="*/ 2491272 w 3545632"/>
              <a:gd name="connsiteY9" fmla="*/ 1110341 h 1139276"/>
              <a:gd name="connsiteX10" fmla="*/ 2500604 w 3545632"/>
              <a:gd name="connsiteY10" fmla="*/ 46653 h 1139276"/>
              <a:gd name="connsiteX11" fmla="*/ 3312368 w 3545632"/>
              <a:gd name="connsiteY11" fmla="*/ 46653 h 1139276"/>
              <a:gd name="connsiteX12" fmla="*/ 3303036 w 3545632"/>
              <a:gd name="connsiteY12" fmla="*/ 970384 h 1139276"/>
              <a:gd name="connsiteX13" fmla="*/ 3545632 w 3545632"/>
              <a:gd name="connsiteY13" fmla="*/ 979714 h 1139276"/>
              <a:gd name="connsiteX0" fmla="*/ 0 w 3545632"/>
              <a:gd name="connsiteY0" fmla="*/ 933060 h 1156187"/>
              <a:gd name="connsiteX1" fmla="*/ 680423 w 3545632"/>
              <a:gd name="connsiteY1" fmla="*/ 952426 h 1156187"/>
              <a:gd name="connsiteX2" fmla="*/ 783059 w 3545632"/>
              <a:gd name="connsiteY2" fmla="*/ 1139038 h 1156187"/>
              <a:gd name="connsiteX3" fmla="*/ 793102 w 3545632"/>
              <a:gd name="connsiteY3" fmla="*/ 942392 h 1156187"/>
              <a:gd name="connsiteX4" fmla="*/ 802432 w 3545632"/>
              <a:gd name="connsiteY4" fmla="*/ 0 h 1156187"/>
              <a:gd name="connsiteX5" fmla="*/ 1670179 w 3545632"/>
              <a:gd name="connsiteY5" fmla="*/ 0 h 1156187"/>
              <a:gd name="connsiteX6" fmla="*/ 1660849 w 3545632"/>
              <a:gd name="connsiteY6" fmla="*/ 951722 h 1156187"/>
              <a:gd name="connsiteX7" fmla="*/ 2331942 w 3545632"/>
              <a:gd name="connsiteY7" fmla="*/ 961758 h 1156187"/>
              <a:gd name="connsiteX8" fmla="*/ 2491272 w 3545632"/>
              <a:gd name="connsiteY8" fmla="*/ 1110341 h 1156187"/>
              <a:gd name="connsiteX9" fmla="*/ 2500604 w 3545632"/>
              <a:gd name="connsiteY9" fmla="*/ 46653 h 1156187"/>
              <a:gd name="connsiteX10" fmla="*/ 3312368 w 3545632"/>
              <a:gd name="connsiteY10" fmla="*/ 46653 h 1156187"/>
              <a:gd name="connsiteX11" fmla="*/ 3303036 w 3545632"/>
              <a:gd name="connsiteY11" fmla="*/ 970384 h 1156187"/>
              <a:gd name="connsiteX12" fmla="*/ 3545632 w 3545632"/>
              <a:gd name="connsiteY12" fmla="*/ 979714 h 1156187"/>
              <a:gd name="connsiteX0" fmla="*/ 0 w 3545632"/>
              <a:gd name="connsiteY0" fmla="*/ 933060 h 1156187"/>
              <a:gd name="connsiteX1" fmla="*/ 680423 w 3545632"/>
              <a:gd name="connsiteY1" fmla="*/ 952426 h 1156187"/>
              <a:gd name="connsiteX2" fmla="*/ 783059 w 3545632"/>
              <a:gd name="connsiteY2" fmla="*/ 1139038 h 1156187"/>
              <a:gd name="connsiteX3" fmla="*/ 793102 w 3545632"/>
              <a:gd name="connsiteY3" fmla="*/ 942392 h 1156187"/>
              <a:gd name="connsiteX4" fmla="*/ 802432 w 3545632"/>
              <a:gd name="connsiteY4" fmla="*/ 0 h 1156187"/>
              <a:gd name="connsiteX5" fmla="*/ 1670179 w 3545632"/>
              <a:gd name="connsiteY5" fmla="*/ 0 h 1156187"/>
              <a:gd name="connsiteX6" fmla="*/ 1660849 w 3545632"/>
              <a:gd name="connsiteY6" fmla="*/ 951722 h 1156187"/>
              <a:gd name="connsiteX7" fmla="*/ 2384329 w 3545632"/>
              <a:gd name="connsiteY7" fmla="*/ 961758 h 1156187"/>
              <a:gd name="connsiteX8" fmla="*/ 2491272 w 3545632"/>
              <a:gd name="connsiteY8" fmla="*/ 1110341 h 1156187"/>
              <a:gd name="connsiteX9" fmla="*/ 2500604 w 3545632"/>
              <a:gd name="connsiteY9" fmla="*/ 46653 h 1156187"/>
              <a:gd name="connsiteX10" fmla="*/ 3312368 w 3545632"/>
              <a:gd name="connsiteY10" fmla="*/ 46653 h 1156187"/>
              <a:gd name="connsiteX11" fmla="*/ 3303036 w 3545632"/>
              <a:gd name="connsiteY11" fmla="*/ 970384 h 1156187"/>
              <a:gd name="connsiteX12" fmla="*/ 3545632 w 3545632"/>
              <a:gd name="connsiteY12" fmla="*/ 979714 h 1156187"/>
              <a:gd name="connsiteX0" fmla="*/ 0 w 3545632"/>
              <a:gd name="connsiteY0" fmla="*/ 933060 h 1155628"/>
              <a:gd name="connsiteX1" fmla="*/ 680423 w 3545632"/>
              <a:gd name="connsiteY1" fmla="*/ 952426 h 1155628"/>
              <a:gd name="connsiteX2" fmla="*/ 783059 w 3545632"/>
              <a:gd name="connsiteY2" fmla="*/ 1139038 h 1155628"/>
              <a:gd name="connsiteX3" fmla="*/ 793102 w 3545632"/>
              <a:gd name="connsiteY3" fmla="*/ 942392 h 1155628"/>
              <a:gd name="connsiteX4" fmla="*/ 802432 w 3545632"/>
              <a:gd name="connsiteY4" fmla="*/ 0 h 1155628"/>
              <a:gd name="connsiteX5" fmla="*/ 1670179 w 3545632"/>
              <a:gd name="connsiteY5" fmla="*/ 0 h 1155628"/>
              <a:gd name="connsiteX6" fmla="*/ 1660849 w 3545632"/>
              <a:gd name="connsiteY6" fmla="*/ 951722 h 1155628"/>
              <a:gd name="connsiteX7" fmla="*/ 2365279 w 3545632"/>
              <a:gd name="connsiteY7" fmla="*/ 956995 h 1155628"/>
              <a:gd name="connsiteX8" fmla="*/ 2491272 w 3545632"/>
              <a:gd name="connsiteY8" fmla="*/ 1110341 h 1155628"/>
              <a:gd name="connsiteX9" fmla="*/ 2500604 w 3545632"/>
              <a:gd name="connsiteY9" fmla="*/ 46653 h 1155628"/>
              <a:gd name="connsiteX10" fmla="*/ 3312368 w 3545632"/>
              <a:gd name="connsiteY10" fmla="*/ 46653 h 1155628"/>
              <a:gd name="connsiteX11" fmla="*/ 3303036 w 3545632"/>
              <a:gd name="connsiteY11" fmla="*/ 970384 h 1155628"/>
              <a:gd name="connsiteX12" fmla="*/ 3545632 w 3545632"/>
              <a:gd name="connsiteY12" fmla="*/ 979714 h 1155628"/>
              <a:gd name="connsiteX0" fmla="*/ 0 w 3545632"/>
              <a:gd name="connsiteY0" fmla="*/ 933060 h 1159435"/>
              <a:gd name="connsiteX1" fmla="*/ 680423 w 3545632"/>
              <a:gd name="connsiteY1" fmla="*/ 952426 h 1159435"/>
              <a:gd name="connsiteX2" fmla="*/ 783059 w 3545632"/>
              <a:gd name="connsiteY2" fmla="*/ 1139038 h 1159435"/>
              <a:gd name="connsiteX3" fmla="*/ 793102 w 3545632"/>
              <a:gd name="connsiteY3" fmla="*/ 942392 h 1159435"/>
              <a:gd name="connsiteX4" fmla="*/ 802432 w 3545632"/>
              <a:gd name="connsiteY4" fmla="*/ 0 h 1159435"/>
              <a:gd name="connsiteX5" fmla="*/ 1670179 w 3545632"/>
              <a:gd name="connsiteY5" fmla="*/ 0 h 1159435"/>
              <a:gd name="connsiteX6" fmla="*/ 1660849 w 3545632"/>
              <a:gd name="connsiteY6" fmla="*/ 951722 h 1159435"/>
              <a:gd name="connsiteX7" fmla="*/ 2365279 w 3545632"/>
              <a:gd name="connsiteY7" fmla="*/ 956995 h 1159435"/>
              <a:gd name="connsiteX8" fmla="*/ 2491272 w 3545632"/>
              <a:gd name="connsiteY8" fmla="*/ 1110341 h 1159435"/>
              <a:gd name="connsiteX9" fmla="*/ 2500604 w 3545632"/>
              <a:gd name="connsiteY9" fmla="*/ 46653 h 1159435"/>
              <a:gd name="connsiteX10" fmla="*/ 3312368 w 3545632"/>
              <a:gd name="connsiteY10" fmla="*/ 46653 h 1159435"/>
              <a:gd name="connsiteX11" fmla="*/ 3303036 w 3545632"/>
              <a:gd name="connsiteY11" fmla="*/ 970384 h 1159435"/>
              <a:gd name="connsiteX12" fmla="*/ 3545632 w 3545632"/>
              <a:gd name="connsiteY12" fmla="*/ 979714 h 1159435"/>
              <a:gd name="connsiteX0" fmla="*/ 0 w 3545632"/>
              <a:gd name="connsiteY0" fmla="*/ 933060 h 1158293"/>
              <a:gd name="connsiteX1" fmla="*/ 680423 w 3545632"/>
              <a:gd name="connsiteY1" fmla="*/ 952426 h 1158293"/>
              <a:gd name="connsiteX2" fmla="*/ 783059 w 3545632"/>
              <a:gd name="connsiteY2" fmla="*/ 1139038 h 1158293"/>
              <a:gd name="connsiteX3" fmla="*/ 793102 w 3545632"/>
              <a:gd name="connsiteY3" fmla="*/ 942392 h 1158293"/>
              <a:gd name="connsiteX4" fmla="*/ 802432 w 3545632"/>
              <a:gd name="connsiteY4" fmla="*/ 0 h 1158293"/>
              <a:gd name="connsiteX5" fmla="*/ 1670179 w 3545632"/>
              <a:gd name="connsiteY5" fmla="*/ 0 h 1158293"/>
              <a:gd name="connsiteX6" fmla="*/ 1660849 w 3545632"/>
              <a:gd name="connsiteY6" fmla="*/ 951722 h 1158293"/>
              <a:gd name="connsiteX7" fmla="*/ 2365279 w 3545632"/>
              <a:gd name="connsiteY7" fmla="*/ 956995 h 1158293"/>
              <a:gd name="connsiteX8" fmla="*/ 2491272 w 3545632"/>
              <a:gd name="connsiteY8" fmla="*/ 1110341 h 1158293"/>
              <a:gd name="connsiteX9" fmla="*/ 2500604 w 3545632"/>
              <a:gd name="connsiteY9" fmla="*/ 46653 h 1158293"/>
              <a:gd name="connsiteX10" fmla="*/ 3312368 w 3545632"/>
              <a:gd name="connsiteY10" fmla="*/ 46653 h 1158293"/>
              <a:gd name="connsiteX11" fmla="*/ 3303036 w 3545632"/>
              <a:gd name="connsiteY11" fmla="*/ 970384 h 1158293"/>
              <a:gd name="connsiteX12" fmla="*/ 3545632 w 3545632"/>
              <a:gd name="connsiteY12" fmla="*/ 979714 h 1158293"/>
              <a:gd name="connsiteX0" fmla="*/ 0 w 3545632"/>
              <a:gd name="connsiteY0" fmla="*/ 933060 h 1159552"/>
              <a:gd name="connsiteX1" fmla="*/ 680423 w 3545632"/>
              <a:gd name="connsiteY1" fmla="*/ 952426 h 1159552"/>
              <a:gd name="connsiteX2" fmla="*/ 783059 w 3545632"/>
              <a:gd name="connsiteY2" fmla="*/ 1139038 h 1159552"/>
              <a:gd name="connsiteX3" fmla="*/ 793102 w 3545632"/>
              <a:gd name="connsiteY3" fmla="*/ 942392 h 1159552"/>
              <a:gd name="connsiteX4" fmla="*/ 802432 w 3545632"/>
              <a:gd name="connsiteY4" fmla="*/ 0 h 1159552"/>
              <a:gd name="connsiteX5" fmla="*/ 1670179 w 3545632"/>
              <a:gd name="connsiteY5" fmla="*/ 0 h 1159552"/>
              <a:gd name="connsiteX6" fmla="*/ 1660849 w 3545632"/>
              <a:gd name="connsiteY6" fmla="*/ 951722 h 1159552"/>
              <a:gd name="connsiteX7" fmla="*/ 2384329 w 3545632"/>
              <a:gd name="connsiteY7" fmla="*/ 966520 h 1159552"/>
              <a:gd name="connsiteX8" fmla="*/ 2491272 w 3545632"/>
              <a:gd name="connsiteY8" fmla="*/ 1110341 h 1159552"/>
              <a:gd name="connsiteX9" fmla="*/ 2500604 w 3545632"/>
              <a:gd name="connsiteY9" fmla="*/ 46653 h 1159552"/>
              <a:gd name="connsiteX10" fmla="*/ 3312368 w 3545632"/>
              <a:gd name="connsiteY10" fmla="*/ 46653 h 1159552"/>
              <a:gd name="connsiteX11" fmla="*/ 3303036 w 3545632"/>
              <a:gd name="connsiteY11" fmla="*/ 970384 h 1159552"/>
              <a:gd name="connsiteX12" fmla="*/ 3545632 w 3545632"/>
              <a:gd name="connsiteY12" fmla="*/ 979714 h 1159552"/>
              <a:gd name="connsiteX0" fmla="*/ 0 w 3545632"/>
              <a:gd name="connsiteY0" fmla="*/ 933060 h 1142348"/>
              <a:gd name="connsiteX1" fmla="*/ 680423 w 3545632"/>
              <a:gd name="connsiteY1" fmla="*/ 952426 h 1142348"/>
              <a:gd name="connsiteX2" fmla="*/ 783059 w 3545632"/>
              <a:gd name="connsiteY2" fmla="*/ 1139038 h 1142348"/>
              <a:gd name="connsiteX3" fmla="*/ 793102 w 3545632"/>
              <a:gd name="connsiteY3" fmla="*/ 942392 h 1142348"/>
              <a:gd name="connsiteX4" fmla="*/ 802432 w 3545632"/>
              <a:gd name="connsiteY4" fmla="*/ 0 h 1142348"/>
              <a:gd name="connsiteX5" fmla="*/ 1670179 w 3545632"/>
              <a:gd name="connsiteY5" fmla="*/ 0 h 1142348"/>
              <a:gd name="connsiteX6" fmla="*/ 1660849 w 3545632"/>
              <a:gd name="connsiteY6" fmla="*/ 951722 h 1142348"/>
              <a:gd name="connsiteX7" fmla="*/ 2384329 w 3545632"/>
              <a:gd name="connsiteY7" fmla="*/ 966520 h 1142348"/>
              <a:gd name="connsiteX8" fmla="*/ 2491272 w 3545632"/>
              <a:gd name="connsiteY8" fmla="*/ 1110341 h 1142348"/>
              <a:gd name="connsiteX9" fmla="*/ 2500604 w 3545632"/>
              <a:gd name="connsiteY9" fmla="*/ 46653 h 1142348"/>
              <a:gd name="connsiteX10" fmla="*/ 3312368 w 3545632"/>
              <a:gd name="connsiteY10" fmla="*/ 46653 h 1142348"/>
              <a:gd name="connsiteX11" fmla="*/ 3303036 w 3545632"/>
              <a:gd name="connsiteY11" fmla="*/ 970384 h 1142348"/>
              <a:gd name="connsiteX12" fmla="*/ 3545632 w 3545632"/>
              <a:gd name="connsiteY12" fmla="*/ 979714 h 1142348"/>
              <a:gd name="connsiteX0" fmla="*/ 0 w 3545632"/>
              <a:gd name="connsiteY0" fmla="*/ 933060 h 1142348"/>
              <a:gd name="connsiteX1" fmla="*/ 680423 w 3545632"/>
              <a:gd name="connsiteY1" fmla="*/ 952426 h 1142348"/>
              <a:gd name="connsiteX2" fmla="*/ 783059 w 3545632"/>
              <a:gd name="connsiteY2" fmla="*/ 1139038 h 1142348"/>
              <a:gd name="connsiteX3" fmla="*/ 793102 w 3545632"/>
              <a:gd name="connsiteY3" fmla="*/ 942392 h 1142348"/>
              <a:gd name="connsiteX4" fmla="*/ 802432 w 3545632"/>
              <a:gd name="connsiteY4" fmla="*/ 0 h 1142348"/>
              <a:gd name="connsiteX5" fmla="*/ 1670179 w 3545632"/>
              <a:gd name="connsiteY5" fmla="*/ 0 h 1142348"/>
              <a:gd name="connsiteX6" fmla="*/ 1660849 w 3545632"/>
              <a:gd name="connsiteY6" fmla="*/ 951722 h 1142348"/>
              <a:gd name="connsiteX7" fmla="*/ 2384329 w 3545632"/>
              <a:gd name="connsiteY7" fmla="*/ 966520 h 1142348"/>
              <a:gd name="connsiteX8" fmla="*/ 2491272 w 3545632"/>
              <a:gd name="connsiteY8" fmla="*/ 1110341 h 1142348"/>
              <a:gd name="connsiteX9" fmla="*/ 2825457 w 3545632"/>
              <a:gd name="connsiteY9" fmla="*/ 527916 h 1142348"/>
              <a:gd name="connsiteX10" fmla="*/ 3312368 w 3545632"/>
              <a:gd name="connsiteY10" fmla="*/ 46653 h 1142348"/>
              <a:gd name="connsiteX11" fmla="*/ 3303036 w 3545632"/>
              <a:gd name="connsiteY11" fmla="*/ 970384 h 1142348"/>
              <a:gd name="connsiteX12" fmla="*/ 3545632 w 3545632"/>
              <a:gd name="connsiteY12" fmla="*/ 979714 h 1142348"/>
              <a:gd name="connsiteX0" fmla="*/ 0 w 3545632"/>
              <a:gd name="connsiteY0" fmla="*/ 933060 h 1142348"/>
              <a:gd name="connsiteX1" fmla="*/ 680423 w 3545632"/>
              <a:gd name="connsiteY1" fmla="*/ 952426 h 1142348"/>
              <a:gd name="connsiteX2" fmla="*/ 783059 w 3545632"/>
              <a:gd name="connsiteY2" fmla="*/ 1139038 h 1142348"/>
              <a:gd name="connsiteX3" fmla="*/ 793102 w 3545632"/>
              <a:gd name="connsiteY3" fmla="*/ 942392 h 1142348"/>
              <a:gd name="connsiteX4" fmla="*/ 802432 w 3545632"/>
              <a:gd name="connsiteY4" fmla="*/ 0 h 1142348"/>
              <a:gd name="connsiteX5" fmla="*/ 1670179 w 3545632"/>
              <a:gd name="connsiteY5" fmla="*/ 0 h 1142348"/>
              <a:gd name="connsiteX6" fmla="*/ 1660849 w 3545632"/>
              <a:gd name="connsiteY6" fmla="*/ 951722 h 1142348"/>
              <a:gd name="connsiteX7" fmla="*/ 2384329 w 3545632"/>
              <a:gd name="connsiteY7" fmla="*/ 966520 h 1142348"/>
              <a:gd name="connsiteX8" fmla="*/ 2491272 w 3545632"/>
              <a:gd name="connsiteY8" fmla="*/ 1110341 h 1142348"/>
              <a:gd name="connsiteX9" fmla="*/ 2825457 w 3545632"/>
              <a:gd name="connsiteY9" fmla="*/ 527916 h 1142348"/>
              <a:gd name="connsiteX10" fmla="*/ 3312368 w 3545632"/>
              <a:gd name="connsiteY10" fmla="*/ 46653 h 1142348"/>
              <a:gd name="connsiteX11" fmla="*/ 3303036 w 3545632"/>
              <a:gd name="connsiteY11" fmla="*/ 970384 h 1142348"/>
              <a:gd name="connsiteX12" fmla="*/ 3545632 w 3545632"/>
              <a:gd name="connsiteY12" fmla="*/ 979714 h 1142348"/>
              <a:gd name="connsiteX0" fmla="*/ 0 w 3545632"/>
              <a:gd name="connsiteY0" fmla="*/ 933060 h 1142348"/>
              <a:gd name="connsiteX1" fmla="*/ 680423 w 3545632"/>
              <a:gd name="connsiteY1" fmla="*/ 952426 h 1142348"/>
              <a:gd name="connsiteX2" fmla="*/ 783059 w 3545632"/>
              <a:gd name="connsiteY2" fmla="*/ 1139038 h 1142348"/>
              <a:gd name="connsiteX3" fmla="*/ 793102 w 3545632"/>
              <a:gd name="connsiteY3" fmla="*/ 942392 h 1142348"/>
              <a:gd name="connsiteX4" fmla="*/ 802432 w 3545632"/>
              <a:gd name="connsiteY4" fmla="*/ 0 h 1142348"/>
              <a:gd name="connsiteX5" fmla="*/ 1670179 w 3545632"/>
              <a:gd name="connsiteY5" fmla="*/ 0 h 1142348"/>
              <a:gd name="connsiteX6" fmla="*/ 1660849 w 3545632"/>
              <a:gd name="connsiteY6" fmla="*/ 951722 h 1142348"/>
              <a:gd name="connsiteX7" fmla="*/ 2384329 w 3545632"/>
              <a:gd name="connsiteY7" fmla="*/ 966520 h 1142348"/>
              <a:gd name="connsiteX8" fmla="*/ 2491272 w 3545632"/>
              <a:gd name="connsiteY8" fmla="*/ 1110341 h 1142348"/>
              <a:gd name="connsiteX9" fmla="*/ 2825457 w 3545632"/>
              <a:gd name="connsiteY9" fmla="*/ 527916 h 1142348"/>
              <a:gd name="connsiteX10" fmla="*/ 3312368 w 3545632"/>
              <a:gd name="connsiteY10" fmla="*/ 46653 h 1142348"/>
              <a:gd name="connsiteX11" fmla="*/ 3303036 w 3545632"/>
              <a:gd name="connsiteY11" fmla="*/ 970384 h 1142348"/>
              <a:gd name="connsiteX12" fmla="*/ 3545632 w 3545632"/>
              <a:gd name="connsiteY12" fmla="*/ 979714 h 1142348"/>
              <a:gd name="connsiteX0" fmla="*/ 0 w 3545632"/>
              <a:gd name="connsiteY0" fmla="*/ 933060 h 1142348"/>
              <a:gd name="connsiteX1" fmla="*/ 680423 w 3545632"/>
              <a:gd name="connsiteY1" fmla="*/ 952426 h 1142348"/>
              <a:gd name="connsiteX2" fmla="*/ 783059 w 3545632"/>
              <a:gd name="connsiteY2" fmla="*/ 1139038 h 1142348"/>
              <a:gd name="connsiteX3" fmla="*/ 793102 w 3545632"/>
              <a:gd name="connsiteY3" fmla="*/ 942392 h 1142348"/>
              <a:gd name="connsiteX4" fmla="*/ 802432 w 3545632"/>
              <a:gd name="connsiteY4" fmla="*/ 0 h 1142348"/>
              <a:gd name="connsiteX5" fmla="*/ 1670179 w 3545632"/>
              <a:gd name="connsiteY5" fmla="*/ 0 h 1142348"/>
              <a:gd name="connsiteX6" fmla="*/ 1660849 w 3545632"/>
              <a:gd name="connsiteY6" fmla="*/ 951722 h 1142348"/>
              <a:gd name="connsiteX7" fmla="*/ 2384329 w 3545632"/>
              <a:gd name="connsiteY7" fmla="*/ 966520 h 1142348"/>
              <a:gd name="connsiteX8" fmla="*/ 2491272 w 3545632"/>
              <a:gd name="connsiteY8" fmla="*/ 1110341 h 1142348"/>
              <a:gd name="connsiteX9" fmla="*/ 2825457 w 3545632"/>
              <a:gd name="connsiteY9" fmla="*/ 527916 h 1142348"/>
              <a:gd name="connsiteX10" fmla="*/ 3312368 w 3545632"/>
              <a:gd name="connsiteY10" fmla="*/ 46653 h 1142348"/>
              <a:gd name="connsiteX11" fmla="*/ 3303036 w 3545632"/>
              <a:gd name="connsiteY11" fmla="*/ 970384 h 1142348"/>
              <a:gd name="connsiteX12" fmla="*/ 3545632 w 3545632"/>
              <a:gd name="connsiteY12" fmla="*/ 979714 h 1142348"/>
              <a:gd name="connsiteX0" fmla="*/ 0 w 3545632"/>
              <a:gd name="connsiteY0" fmla="*/ 933060 h 1244704"/>
              <a:gd name="connsiteX1" fmla="*/ 680423 w 3545632"/>
              <a:gd name="connsiteY1" fmla="*/ 952426 h 1244704"/>
              <a:gd name="connsiteX2" fmla="*/ 783059 w 3545632"/>
              <a:gd name="connsiteY2" fmla="*/ 1139038 h 1244704"/>
              <a:gd name="connsiteX3" fmla="*/ 793102 w 3545632"/>
              <a:gd name="connsiteY3" fmla="*/ 942392 h 1244704"/>
              <a:gd name="connsiteX4" fmla="*/ 802432 w 3545632"/>
              <a:gd name="connsiteY4" fmla="*/ 0 h 1244704"/>
              <a:gd name="connsiteX5" fmla="*/ 1670179 w 3545632"/>
              <a:gd name="connsiteY5" fmla="*/ 0 h 1244704"/>
              <a:gd name="connsiteX6" fmla="*/ 1660849 w 3545632"/>
              <a:gd name="connsiteY6" fmla="*/ 951722 h 1244704"/>
              <a:gd name="connsiteX7" fmla="*/ 2384329 w 3545632"/>
              <a:gd name="connsiteY7" fmla="*/ 966520 h 1244704"/>
              <a:gd name="connsiteX8" fmla="*/ 2491272 w 3545632"/>
              <a:gd name="connsiteY8" fmla="*/ 1221660 h 1244704"/>
              <a:gd name="connsiteX9" fmla="*/ 2825457 w 3545632"/>
              <a:gd name="connsiteY9" fmla="*/ 527916 h 1244704"/>
              <a:gd name="connsiteX10" fmla="*/ 3312368 w 3545632"/>
              <a:gd name="connsiteY10" fmla="*/ 46653 h 1244704"/>
              <a:gd name="connsiteX11" fmla="*/ 3303036 w 3545632"/>
              <a:gd name="connsiteY11" fmla="*/ 970384 h 1244704"/>
              <a:gd name="connsiteX12" fmla="*/ 3545632 w 3545632"/>
              <a:gd name="connsiteY12" fmla="*/ 979714 h 1244704"/>
              <a:gd name="connsiteX0" fmla="*/ 0 w 3545632"/>
              <a:gd name="connsiteY0" fmla="*/ 933060 h 1244704"/>
              <a:gd name="connsiteX1" fmla="*/ 680423 w 3545632"/>
              <a:gd name="connsiteY1" fmla="*/ 952426 h 1244704"/>
              <a:gd name="connsiteX2" fmla="*/ 783059 w 3545632"/>
              <a:gd name="connsiteY2" fmla="*/ 1139038 h 1244704"/>
              <a:gd name="connsiteX3" fmla="*/ 793102 w 3545632"/>
              <a:gd name="connsiteY3" fmla="*/ 942392 h 1244704"/>
              <a:gd name="connsiteX4" fmla="*/ 802432 w 3545632"/>
              <a:gd name="connsiteY4" fmla="*/ 0 h 1244704"/>
              <a:gd name="connsiteX5" fmla="*/ 1670179 w 3545632"/>
              <a:gd name="connsiteY5" fmla="*/ 0 h 1244704"/>
              <a:gd name="connsiteX6" fmla="*/ 1660849 w 3545632"/>
              <a:gd name="connsiteY6" fmla="*/ 951722 h 1244704"/>
              <a:gd name="connsiteX7" fmla="*/ 2384329 w 3545632"/>
              <a:gd name="connsiteY7" fmla="*/ 966520 h 1244704"/>
              <a:gd name="connsiteX8" fmla="*/ 2491272 w 3545632"/>
              <a:gd name="connsiteY8" fmla="*/ 1221660 h 1244704"/>
              <a:gd name="connsiteX9" fmla="*/ 2865213 w 3545632"/>
              <a:gd name="connsiteY9" fmla="*/ 559721 h 1244704"/>
              <a:gd name="connsiteX10" fmla="*/ 3312368 w 3545632"/>
              <a:gd name="connsiteY10" fmla="*/ 46653 h 1244704"/>
              <a:gd name="connsiteX11" fmla="*/ 3303036 w 3545632"/>
              <a:gd name="connsiteY11" fmla="*/ 970384 h 1244704"/>
              <a:gd name="connsiteX12" fmla="*/ 3545632 w 3545632"/>
              <a:gd name="connsiteY12" fmla="*/ 979714 h 1244704"/>
              <a:gd name="connsiteX0" fmla="*/ 0 w 3545632"/>
              <a:gd name="connsiteY0" fmla="*/ 933060 h 1244704"/>
              <a:gd name="connsiteX1" fmla="*/ 680423 w 3545632"/>
              <a:gd name="connsiteY1" fmla="*/ 952426 h 1244704"/>
              <a:gd name="connsiteX2" fmla="*/ 783059 w 3545632"/>
              <a:gd name="connsiteY2" fmla="*/ 1139038 h 1244704"/>
              <a:gd name="connsiteX3" fmla="*/ 793102 w 3545632"/>
              <a:gd name="connsiteY3" fmla="*/ 942392 h 1244704"/>
              <a:gd name="connsiteX4" fmla="*/ 802432 w 3545632"/>
              <a:gd name="connsiteY4" fmla="*/ 0 h 1244704"/>
              <a:gd name="connsiteX5" fmla="*/ 1670179 w 3545632"/>
              <a:gd name="connsiteY5" fmla="*/ 0 h 1244704"/>
              <a:gd name="connsiteX6" fmla="*/ 1660849 w 3545632"/>
              <a:gd name="connsiteY6" fmla="*/ 951722 h 1244704"/>
              <a:gd name="connsiteX7" fmla="*/ 2384329 w 3545632"/>
              <a:gd name="connsiteY7" fmla="*/ 966520 h 1244704"/>
              <a:gd name="connsiteX8" fmla="*/ 2491272 w 3545632"/>
              <a:gd name="connsiteY8" fmla="*/ 1221660 h 1244704"/>
              <a:gd name="connsiteX9" fmla="*/ 2865213 w 3545632"/>
              <a:gd name="connsiteY9" fmla="*/ 559721 h 1244704"/>
              <a:gd name="connsiteX10" fmla="*/ 3312368 w 3545632"/>
              <a:gd name="connsiteY10" fmla="*/ 46653 h 1244704"/>
              <a:gd name="connsiteX11" fmla="*/ 3303036 w 3545632"/>
              <a:gd name="connsiteY11" fmla="*/ 970384 h 1244704"/>
              <a:gd name="connsiteX12" fmla="*/ 3545632 w 3545632"/>
              <a:gd name="connsiteY12" fmla="*/ 979714 h 1244704"/>
              <a:gd name="connsiteX0" fmla="*/ 0 w 3545632"/>
              <a:gd name="connsiteY0" fmla="*/ 933060 h 1244704"/>
              <a:gd name="connsiteX1" fmla="*/ 680423 w 3545632"/>
              <a:gd name="connsiteY1" fmla="*/ 952426 h 1244704"/>
              <a:gd name="connsiteX2" fmla="*/ 783059 w 3545632"/>
              <a:gd name="connsiteY2" fmla="*/ 1139038 h 1244704"/>
              <a:gd name="connsiteX3" fmla="*/ 793102 w 3545632"/>
              <a:gd name="connsiteY3" fmla="*/ 942392 h 1244704"/>
              <a:gd name="connsiteX4" fmla="*/ 802432 w 3545632"/>
              <a:gd name="connsiteY4" fmla="*/ 0 h 1244704"/>
              <a:gd name="connsiteX5" fmla="*/ 1670179 w 3545632"/>
              <a:gd name="connsiteY5" fmla="*/ 0 h 1244704"/>
              <a:gd name="connsiteX6" fmla="*/ 1660849 w 3545632"/>
              <a:gd name="connsiteY6" fmla="*/ 951722 h 1244704"/>
              <a:gd name="connsiteX7" fmla="*/ 2384329 w 3545632"/>
              <a:gd name="connsiteY7" fmla="*/ 966520 h 1244704"/>
              <a:gd name="connsiteX8" fmla="*/ 2491272 w 3545632"/>
              <a:gd name="connsiteY8" fmla="*/ 1221660 h 1244704"/>
              <a:gd name="connsiteX9" fmla="*/ 2865213 w 3545632"/>
              <a:gd name="connsiteY9" fmla="*/ 559721 h 1244704"/>
              <a:gd name="connsiteX10" fmla="*/ 3312368 w 3545632"/>
              <a:gd name="connsiteY10" fmla="*/ 46653 h 1244704"/>
              <a:gd name="connsiteX11" fmla="*/ 3303036 w 3545632"/>
              <a:gd name="connsiteY11" fmla="*/ 970384 h 1244704"/>
              <a:gd name="connsiteX12" fmla="*/ 3545632 w 3545632"/>
              <a:gd name="connsiteY12" fmla="*/ 979714 h 1244704"/>
              <a:gd name="connsiteX0" fmla="*/ 0 w 3545632"/>
              <a:gd name="connsiteY0" fmla="*/ 933060 h 1353827"/>
              <a:gd name="connsiteX1" fmla="*/ 680423 w 3545632"/>
              <a:gd name="connsiteY1" fmla="*/ 952426 h 1353827"/>
              <a:gd name="connsiteX2" fmla="*/ 783059 w 3545632"/>
              <a:gd name="connsiteY2" fmla="*/ 1139038 h 1353827"/>
              <a:gd name="connsiteX3" fmla="*/ 793102 w 3545632"/>
              <a:gd name="connsiteY3" fmla="*/ 942392 h 1353827"/>
              <a:gd name="connsiteX4" fmla="*/ 802432 w 3545632"/>
              <a:gd name="connsiteY4" fmla="*/ 0 h 1353827"/>
              <a:gd name="connsiteX5" fmla="*/ 1670179 w 3545632"/>
              <a:gd name="connsiteY5" fmla="*/ 0 h 1353827"/>
              <a:gd name="connsiteX6" fmla="*/ 1660849 w 3545632"/>
              <a:gd name="connsiteY6" fmla="*/ 951722 h 1353827"/>
              <a:gd name="connsiteX7" fmla="*/ 2384329 w 3545632"/>
              <a:gd name="connsiteY7" fmla="*/ 966520 h 1353827"/>
              <a:gd name="connsiteX8" fmla="*/ 2499436 w 3545632"/>
              <a:gd name="connsiteY8" fmla="*/ 1335960 h 1353827"/>
              <a:gd name="connsiteX9" fmla="*/ 2865213 w 3545632"/>
              <a:gd name="connsiteY9" fmla="*/ 559721 h 1353827"/>
              <a:gd name="connsiteX10" fmla="*/ 3312368 w 3545632"/>
              <a:gd name="connsiteY10" fmla="*/ 46653 h 1353827"/>
              <a:gd name="connsiteX11" fmla="*/ 3303036 w 3545632"/>
              <a:gd name="connsiteY11" fmla="*/ 970384 h 1353827"/>
              <a:gd name="connsiteX12" fmla="*/ 3545632 w 3545632"/>
              <a:gd name="connsiteY12" fmla="*/ 979714 h 1353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45632" h="1353827">
                <a:moveTo>
                  <a:pt x="0" y="933060"/>
                </a:moveTo>
                <a:cubicBezTo>
                  <a:pt x="100963" y="940953"/>
                  <a:pt x="549913" y="918096"/>
                  <a:pt x="680423" y="952426"/>
                </a:cubicBezTo>
                <a:cubicBezTo>
                  <a:pt x="782941" y="1024078"/>
                  <a:pt x="751839" y="1145376"/>
                  <a:pt x="783059" y="1139038"/>
                </a:cubicBezTo>
                <a:lnTo>
                  <a:pt x="793102" y="942392"/>
                </a:lnTo>
                <a:lnTo>
                  <a:pt x="802432" y="0"/>
                </a:lnTo>
                <a:lnTo>
                  <a:pt x="1670179" y="0"/>
                </a:lnTo>
                <a:lnTo>
                  <a:pt x="1660849" y="951722"/>
                </a:lnTo>
                <a:lnTo>
                  <a:pt x="2384329" y="966520"/>
                </a:lnTo>
                <a:cubicBezTo>
                  <a:pt x="2494158" y="1016769"/>
                  <a:pt x="2485614" y="1445614"/>
                  <a:pt x="2499436" y="1335960"/>
                </a:cubicBezTo>
                <a:cubicBezTo>
                  <a:pt x="2502546" y="1034270"/>
                  <a:pt x="2557862" y="981727"/>
                  <a:pt x="2865213" y="559721"/>
                </a:cubicBezTo>
                <a:cubicBezTo>
                  <a:pt x="3296500" y="38701"/>
                  <a:pt x="3041780" y="46653"/>
                  <a:pt x="3312368" y="46653"/>
                </a:cubicBezTo>
                <a:cubicBezTo>
                  <a:pt x="3309257" y="354563"/>
                  <a:pt x="3306147" y="662474"/>
                  <a:pt x="3303036" y="970384"/>
                </a:cubicBezTo>
                <a:lnTo>
                  <a:pt x="3545632" y="979714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40A7DAB0-5D36-4915-A19C-57A0688EF2AA}"/>
              </a:ext>
            </a:extLst>
          </p:cNvPr>
          <p:cNvSpPr/>
          <p:nvPr/>
        </p:nvSpPr>
        <p:spPr>
          <a:xfrm>
            <a:off x="5822303" y="3741573"/>
            <a:ext cx="3601616" cy="1483568"/>
          </a:xfrm>
          <a:custGeom>
            <a:avLst/>
            <a:gdLst>
              <a:gd name="connsiteX0" fmla="*/ 0 w 3489649"/>
              <a:gd name="connsiteY0" fmla="*/ 961053 h 1576874"/>
              <a:gd name="connsiteX1" fmla="*/ 755780 w 3489649"/>
              <a:gd name="connsiteY1" fmla="*/ 970384 h 1576874"/>
              <a:gd name="connsiteX2" fmla="*/ 765111 w 3489649"/>
              <a:gd name="connsiteY2" fmla="*/ 0 h 1576874"/>
              <a:gd name="connsiteX3" fmla="*/ 1576874 w 3489649"/>
              <a:gd name="connsiteY3" fmla="*/ 251927 h 1576874"/>
              <a:gd name="connsiteX4" fmla="*/ 1660849 w 3489649"/>
              <a:gd name="connsiteY4" fmla="*/ 1576874 h 1576874"/>
              <a:gd name="connsiteX5" fmla="*/ 2565919 w 3489649"/>
              <a:gd name="connsiteY5" fmla="*/ 970384 h 1576874"/>
              <a:gd name="connsiteX6" fmla="*/ 2547258 w 3489649"/>
              <a:gd name="connsiteY6" fmla="*/ 65315 h 1576874"/>
              <a:gd name="connsiteX7" fmla="*/ 3228392 w 3489649"/>
              <a:gd name="connsiteY7" fmla="*/ 401217 h 1576874"/>
              <a:gd name="connsiteX8" fmla="*/ 3275045 w 3489649"/>
              <a:gd name="connsiteY8" fmla="*/ 1474237 h 1576874"/>
              <a:gd name="connsiteX9" fmla="*/ 3489649 w 3489649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875453 w 3526971"/>
              <a:gd name="connsiteY3" fmla="*/ 345234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474237"/>
              <a:gd name="connsiteX1" fmla="*/ 793102 w 3526971"/>
              <a:gd name="connsiteY1" fmla="*/ 970384 h 1474237"/>
              <a:gd name="connsiteX2" fmla="*/ 802433 w 3526971"/>
              <a:gd name="connsiteY2" fmla="*/ 0 h 1474237"/>
              <a:gd name="connsiteX3" fmla="*/ 1875453 w 3526971"/>
              <a:gd name="connsiteY3" fmla="*/ 345234 h 1474237"/>
              <a:gd name="connsiteX4" fmla="*/ 1950098 w 3526971"/>
              <a:gd name="connsiteY4" fmla="*/ 1446246 h 1474237"/>
              <a:gd name="connsiteX5" fmla="*/ 2603241 w 3526971"/>
              <a:gd name="connsiteY5" fmla="*/ 970384 h 1474237"/>
              <a:gd name="connsiteX6" fmla="*/ 2584580 w 3526971"/>
              <a:gd name="connsiteY6" fmla="*/ 65315 h 1474237"/>
              <a:gd name="connsiteX7" fmla="*/ 3265714 w 3526971"/>
              <a:gd name="connsiteY7" fmla="*/ 401217 h 1474237"/>
              <a:gd name="connsiteX8" fmla="*/ 3312367 w 3526971"/>
              <a:gd name="connsiteY8" fmla="*/ 1474237 h 1474237"/>
              <a:gd name="connsiteX9" fmla="*/ 3526971 w 3526971"/>
              <a:gd name="connsiteY9" fmla="*/ 1138335 h 1474237"/>
              <a:gd name="connsiteX0" fmla="*/ 0 w 3526971"/>
              <a:gd name="connsiteY0" fmla="*/ 1315617 h 1483568"/>
              <a:gd name="connsiteX1" fmla="*/ 793102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718457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830424 w 3526971"/>
              <a:gd name="connsiteY1" fmla="*/ 979715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82147 w 3526971"/>
              <a:gd name="connsiteY3" fmla="*/ 373226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359020 w 3526971"/>
              <a:gd name="connsiteY7" fmla="*/ 438540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483568"/>
              <a:gd name="connsiteX1" fmla="*/ 830424 w 3526971"/>
              <a:gd name="connsiteY1" fmla="*/ 998376 h 1483568"/>
              <a:gd name="connsiteX2" fmla="*/ 839756 w 3526971"/>
              <a:gd name="connsiteY2" fmla="*/ 0 h 1483568"/>
              <a:gd name="connsiteX3" fmla="*/ 1679510 w 3526971"/>
              <a:gd name="connsiteY3" fmla="*/ 307911 h 1483568"/>
              <a:gd name="connsiteX4" fmla="*/ 1679510 w 3526971"/>
              <a:gd name="connsiteY4" fmla="*/ 1446247 h 1483568"/>
              <a:gd name="connsiteX5" fmla="*/ 2603241 w 3526971"/>
              <a:gd name="connsiteY5" fmla="*/ 998376 h 1483568"/>
              <a:gd name="connsiteX6" fmla="*/ 2584580 w 3526971"/>
              <a:gd name="connsiteY6" fmla="*/ 93307 h 1483568"/>
              <a:gd name="connsiteX7" fmla="*/ 3359020 w 3526971"/>
              <a:gd name="connsiteY7" fmla="*/ 438540 h 1483568"/>
              <a:gd name="connsiteX8" fmla="*/ 3377681 w 3526971"/>
              <a:gd name="connsiteY8" fmla="*/ 1483568 h 1483568"/>
              <a:gd name="connsiteX9" fmla="*/ 3526971 w 3526971"/>
              <a:gd name="connsiteY9" fmla="*/ 1166327 h 1483568"/>
              <a:gd name="connsiteX0" fmla="*/ 0 w 3573624"/>
              <a:gd name="connsiteY0" fmla="*/ 1334278 h 1483568"/>
              <a:gd name="connsiteX1" fmla="*/ 830424 w 3573624"/>
              <a:gd name="connsiteY1" fmla="*/ 998376 h 1483568"/>
              <a:gd name="connsiteX2" fmla="*/ 839756 w 3573624"/>
              <a:gd name="connsiteY2" fmla="*/ 0 h 1483568"/>
              <a:gd name="connsiteX3" fmla="*/ 1679510 w 3573624"/>
              <a:gd name="connsiteY3" fmla="*/ 307911 h 1483568"/>
              <a:gd name="connsiteX4" fmla="*/ 1679510 w 3573624"/>
              <a:gd name="connsiteY4" fmla="*/ 1446247 h 1483568"/>
              <a:gd name="connsiteX5" fmla="*/ 2603241 w 3573624"/>
              <a:gd name="connsiteY5" fmla="*/ 998376 h 1483568"/>
              <a:gd name="connsiteX6" fmla="*/ 2584580 w 3573624"/>
              <a:gd name="connsiteY6" fmla="*/ 93307 h 1483568"/>
              <a:gd name="connsiteX7" fmla="*/ 3359020 w 3573624"/>
              <a:gd name="connsiteY7" fmla="*/ 438540 h 1483568"/>
              <a:gd name="connsiteX8" fmla="*/ 3377681 w 3573624"/>
              <a:gd name="connsiteY8" fmla="*/ 1483568 h 1483568"/>
              <a:gd name="connsiteX9" fmla="*/ 3573624 w 3573624"/>
              <a:gd name="connsiteY9" fmla="*/ 1184989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84579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38774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01616" h="1483568">
                <a:moveTo>
                  <a:pt x="0" y="1334278"/>
                </a:moveTo>
                <a:cubicBezTo>
                  <a:pt x="233266" y="1150776"/>
                  <a:pt x="559835" y="1060580"/>
                  <a:pt x="830424" y="998376"/>
                </a:cubicBezTo>
                <a:cubicBezTo>
                  <a:pt x="833534" y="674915"/>
                  <a:pt x="836646" y="323461"/>
                  <a:pt x="839756" y="0"/>
                </a:cubicBezTo>
                <a:lnTo>
                  <a:pt x="1642188" y="307911"/>
                </a:lnTo>
                <a:cubicBezTo>
                  <a:pt x="1645298" y="671805"/>
                  <a:pt x="1648408" y="1082353"/>
                  <a:pt x="1651518" y="1446247"/>
                </a:cubicBezTo>
                <a:cubicBezTo>
                  <a:pt x="1912775" y="1212981"/>
                  <a:pt x="2202802" y="1073023"/>
                  <a:pt x="2557365" y="979716"/>
                </a:cubicBezTo>
                <a:cubicBezTo>
                  <a:pt x="2557365" y="681136"/>
                  <a:pt x="2553608" y="366876"/>
                  <a:pt x="2553608" y="68296"/>
                </a:cubicBezTo>
                <a:lnTo>
                  <a:pt x="3333620" y="387740"/>
                </a:lnTo>
                <a:cubicBezTo>
                  <a:pt x="3333490" y="733966"/>
                  <a:pt x="3333361" y="1137342"/>
                  <a:pt x="3333231" y="1483568"/>
                </a:cubicBezTo>
                <a:cubicBezTo>
                  <a:pt x="3454529" y="1306287"/>
                  <a:pt x="3508310" y="1287626"/>
                  <a:pt x="3601616" y="120365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A5C1355-B88B-4870-B9E5-124247BDCC4A}"/>
              </a:ext>
            </a:extLst>
          </p:cNvPr>
          <p:cNvCxnSpPr>
            <a:cxnSpLocks/>
            <a:stCxn id="90" idx="0"/>
          </p:cNvCxnSpPr>
          <p:nvPr/>
        </p:nvCxnSpPr>
        <p:spPr>
          <a:xfrm flipV="1">
            <a:off x="6234294" y="3086411"/>
            <a:ext cx="268164" cy="2196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ase 1 - Q1">
            <a:extLst>
              <a:ext uri="{FF2B5EF4-FFF2-40B4-BE49-F238E27FC236}">
                <a16:creationId xmlns:a16="http://schemas.microsoft.com/office/drawing/2014/main" id="{F940BB90-DA97-4055-8C0D-6B75A4C9F9F1}"/>
              </a:ext>
            </a:extLst>
          </p:cNvPr>
          <p:cNvSpPr/>
          <p:nvPr/>
        </p:nvSpPr>
        <p:spPr>
          <a:xfrm>
            <a:off x="5279490" y="3306053"/>
            <a:ext cx="1909607" cy="64874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Negative deflection = patient-initiated breath</a:t>
            </a:r>
          </a:p>
        </p:txBody>
      </p:sp>
      <p:pic>
        <p:nvPicPr>
          <p:cNvPr id="151" name="teachIM logo" descr="Icon  Description automatically generated">
            <a:extLst>
              <a:ext uri="{FF2B5EF4-FFF2-40B4-BE49-F238E27FC236}">
                <a16:creationId xmlns:a16="http://schemas.microsoft.com/office/drawing/2014/main" id="{6D3283FF-642F-4DD9-8DBC-AFD81AB9E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E3886A6-4902-4E41-994F-567816E95AED}"/>
              </a:ext>
            </a:extLst>
          </p:cNvPr>
          <p:cNvCxnSpPr/>
          <p:nvPr/>
        </p:nvCxnSpPr>
        <p:spPr>
          <a:xfrm>
            <a:off x="6799623" y="2059793"/>
            <a:ext cx="0" cy="989759"/>
          </a:xfrm>
          <a:prstGeom prst="straightConnector1">
            <a:avLst/>
          </a:prstGeom>
          <a:ln w="38100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7F0F6BF-2AE3-4EA0-8941-82595630EBE2}"/>
              </a:ext>
            </a:extLst>
          </p:cNvPr>
          <p:cNvSpPr txBox="1"/>
          <p:nvPr/>
        </p:nvSpPr>
        <p:spPr>
          <a:xfrm>
            <a:off x="6796679" y="2452839"/>
            <a:ext cx="7120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accent6"/>
                </a:solidFill>
              </a:rPr>
              <a:t>P</a:t>
            </a:r>
            <a:r>
              <a:rPr lang="en-US" sz="1400" baseline="-25000" dirty="0">
                <a:solidFill>
                  <a:schemeClr val="accent6"/>
                </a:solidFill>
              </a:rPr>
              <a:t>Support</a:t>
            </a:r>
            <a:endParaRPr lang="en-US" sz="1400" dirty="0">
              <a:solidFill>
                <a:schemeClr val="accent6"/>
              </a:solidFill>
            </a:endParaRPr>
          </a:p>
        </p:txBody>
      </p:sp>
      <p:sp>
        <p:nvSpPr>
          <p:cNvPr id="66" name="Case 1 - Q1">
            <a:extLst>
              <a:ext uri="{FF2B5EF4-FFF2-40B4-BE49-F238E27FC236}">
                <a16:creationId xmlns:a16="http://schemas.microsoft.com/office/drawing/2014/main" id="{8CC54900-FCDB-C84B-AB49-7236351106D2}"/>
              </a:ext>
            </a:extLst>
          </p:cNvPr>
          <p:cNvSpPr/>
          <p:nvPr/>
        </p:nvSpPr>
        <p:spPr>
          <a:xfrm>
            <a:off x="285085" y="3426032"/>
            <a:ext cx="3328975" cy="43692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 xml:space="preserve">Pressure Support Mode </a:t>
            </a:r>
          </a:p>
        </p:txBody>
      </p:sp>
      <p:sp>
        <p:nvSpPr>
          <p:cNvPr id="132" name="Case 1 - Q1">
            <a:extLst>
              <a:ext uri="{FF2B5EF4-FFF2-40B4-BE49-F238E27FC236}">
                <a16:creationId xmlns:a16="http://schemas.microsoft.com/office/drawing/2014/main" id="{64194A55-24B4-4245-BED5-FC2A2FAA220D}"/>
              </a:ext>
            </a:extLst>
          </p:cNvPr>
          <p:cNvSpPr/>
          <p:nvPr/>
        </p:nvSpPr>
        <p:spPr>
          <a:xfrm>
            <a:off x="5918301" y="1239857"/>
            <a:ext cx="3556372" cy="58316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Patient’s negative inspiratory pressure can result in blunted waves in pressure support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95E89E7-9A50-024C-9BB2-10D6193B4D00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7696487" y="1823026"/>
            <a:ext cx="874918" cy="7521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C40AFD32-759B-5242-BC9E-D61E34E25CD3}"/>
              </a:ext>
            </a:extLst>
          </p:cNvPr>
          <p:cNvSpPr txBox="1"/>
          <p:nvPr/>
        </p:nvSpPr>
        <p:spPr>
          <a:xfrm>
            <a:off x="285085" y="6453316"/>
            <a:ext cx="33817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SBTs, patient providing adequate RR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5" name="Use">
            <a:extLst>
              <a:ext uri="{FF2B5EF4-FFF2-40B4-BE49-F238E27FC236}">
                <a16:creationId xmlns:a16="http://schemas.microsoft.com/office/drawing/2014/main" id="{F9A106D7-AAB5-A74A-B47D-82902E2AEC16}"/>
              </a:ext>
            </a:extLst>
          </p:cNvPr>
          <p:cNvSpPr txBox="1"/>
          <p:nvPr/>
        </p:nvSpPr>
        <p:spPr>
          <a:xfrm>
            <a:off x="763370" y="5975362"/>
            <a:ext cx="2286000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When to use</a:t>
            </a:r>
          </a:p>
        </p:txBody>
      </p:sp>
      <p:sp>
        <p:nvSpPr>
          <p:cNvPr id="129" name="Monitor">
            <a:extLst>
              <a:ext uri="{FF2B5EF4-FFF2-40B4-BE49-F238E27FC236}">
                <a16:creationId xmlns:a16="http://schemas.microsoft.com/office/drawing/2014/main" id="{0D4BCD39-A2E2-4D4D-8554-FB56E7A2CAAD}"/>
              </a:ext>
            </a:extLst>
          </p:cNvPr>
          <p:cNvSpPr txBox="1"/>
          <p:nvPr/>
        </p:nvSpPr>
        <p:spPr>
          <a:xfrm>
            <a:off x="763370" y="5447951"/>
            <a:ext cx="2286000" cy="408623"/>
          </a:xfrm>
          <a:prstGeom prst="roundRect">
            <a:avLst/>
          </a:prstGeom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you monitor</a:t>
            </a:r>
          </a:p>
        </p:txBody>
      </p:sp>
      <p:pic>
        <p:nvPicPr>
          <p:cNvPr id="130" name="Graphic 129" descr="Cursor with solid fill">
            <a:extLst>
              <a:ext uri="{FF2B5EF4-FFF2-40B4-BE49-F238E27FC236}">
                <a16:creationId xmlns:a16="http://schemas.microsoft.com/office/drawing/2014/main" id="{27C8B328-6AC6-435C-8BD3-462DAA8E3F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01389" y="5723193"/>
            <a:ext cx="301752" cy="301752"/>
          </a:xfrm>
          <a:prstGeom prst="rect">
            <a:avLst/>
          </a:prstGeom>
        </p:spPr>
      </p:pic>
      <p:pic>
        <p:nvPicPr>
          <p:cNvPr id="131" name="Graphic 130" descr="Cursor with solid fill">
            <a:extLst>
              <a:ext uri="{FF2B5EF4-FFF2-40B4-BE49-F238E27FC236}">
                <a16:creationId xmlns:a16="http://schemas.microsoft.com/office/drawing/2014/main" id="{E511CC5A-F1F1-4BBC-A6ED-5A1514B514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01389" y="6254513"/>
            <a:ext cx="301752" cy="301752"/>
          </a:xfrm>
          <a:prstGeom prst="rect">
            <a:avLst/>
          </a:prstGeom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E8CB62E6-5622-4F5D-B5F9-FDFCF702699B}"/>
              </a:ext>
            </a:extLst>
          </p:cNvPr>
          <p:cNvSpPr txBox="1"/>
          <p:nvPr/>
        </p:nvSpPr>
        <p:spPr>
          <a:xfrm>
            <a:off x="5612979" y="43699"/>
            <a:ext cx="3317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WHAT IS THE MODE?</a:t>
            </a:r>
          </a:p>
        </p:txBody>
      </p:sp>
      <p:sp>
        <p:nvSpPr>
          <p:cNvPr id="89" name="question 4">
            <a:hlinkClick r:id="rId6" action="ppaction://hlinksldjump"/>
            <a:extLst>
              <a:ext uri="{FF2B5EF4-FFF2-40B4-BE49-F238E27FC236}">
                <a16:creationId xmlns:a16="http://schemas.microsoft.com/office/drawing/2014/main" id="{4DD1F999-7AEF-402E-816F-26B769C2C0C7}"/>
              </a:ext>
            </a:extLst>
          </p:cNvPr>
          <p:cNvSpPr txBox="1"/>
          <p:nvPr/>
        </p:nvSpPr>
        <p:spPr>
          <a:xfrm>
            <a:off x="5892510" y="6303751"/>
            <a:ext cx="308315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Summary of ventilator modes</a:t>
            </a:r>
          </a:p>
        </p:txBody>
      </p:sp>
      <p:pic>
        <p:nvPicPr>
          <p:cNvPr id="92" name="Graphic 91" descr="Cursor with solid fill">
            <a:extLst>
              <a:ext uri="{FF2B5EF4-FFF2-40B4-BE49-F238E27FC236}">
                <a16:creationId xmlns:a16="http://schemas.microsoft.com/office/drawing/2014/main" id="{B69EBCE4-941C-4436-B16E-2DBF410F82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38502" y="6575214"/>
            <a:ext cx="301752" cy="301752"/>
          </a:xfrm>
          <a:prstGeom prst="rect">
            <a:avLst/>
          </a:prstGeom>
        </p:spPr>
      </p:pic>
      <p:sp>
        <p:nvSpPr>
          <p:cNvPr id="94" name="Target">
            <a:extLst>
              <a:ext uri="{FF2B5EF4-FFF2-40B4-BE49-F238E27FC236}">
                <a16:creationId xmlns:a16="http://schemas.microsoft.com/office/drawing/2014/main" id="{4F8C3A43-F2DE-4C5A-A94C-82884432F44F}"/>
              </a:ext>
            </a:extLst>
          </p:cNvPr>
          <p:cNvSpPr txBox="1"/>
          <p:nvPr/>
        </p:nvSpPr>
        <p:spPr>
          <a:xfrm>
            <a:off x="763370" y="4920541"/>
            <a:ext cx="2286000" cy="408623"/>
          </a:xfrm>
          <a:prstGeom prst="roundRect">
            <a:avLst/>
          </a:prstGeom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you target</a:t>
            </a:r>
          </a:p>
        </p:txBody>
      </p:sp>
      <p:pic>
        <p:nvPicPr>
          <p:cNvPr id="122" name="Graphic 121" descr="Cursor with solid fill">
            <a:extLst>
              <a:ext uri="{FF2B5EF4-FFF2-40B4-BE49-F238E27FC236}">
                <a16:creationId xmlns:a16="http://schemas.microsoft.com/office/drawing/2014/main" id="{CDB843F5-0CA3-49EA-A998-E92315B2AB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01389" y="5180583"/>
            <a:ext cx="301752" cy="301752"/>
          </a:xfrm>
          <a:prstGeom prst="rect">
            <a:avLst/>
          </a:prstGeom>
        </p:spPr>
      </p:pic>
      <p:sp>
        <p:nvSpPr>
          <p:cNvPr id="126" name="Square">
            <a:extLst>
              <a:ext uri="{FF2B5EF4-FFF2-40B4-BE49-F238E27FC236}">
                <a16:creationId xmlns:a16="http://schemas.microsoft.com/office/drawing/2014/main" id="{5FA719A7-F94B-43FD-BDD0-9112DA03A5F5}"/>
              </a:ext>
            </a:extLst>
          </p:cNvPr>
          <p:cNvSpPr txBox="1"/>
          <p:nvPr/>
        </p:nvSpPr>
        <p:spPr>
          <a:xfrm>
            <a:off x="763370" y="3865721"/>
            <a:ext cx="2286000" cy="408623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Classic square wave</a:t>
            </a:r>
          </a:p>
        </p:txBody>
      </p:sp>
      <p:sp>
        <p:nvSpPr>
          <p:cNvPr id="128" name="RR">
            <a:extLst>
              <a:ext uri="{FF2B5EF4-FFF2-40B4-BE49-F238E27FC236}">
                <a16:creationId xmlns:a16="http://schemas.microsoft.com/office/drawing/2014/main" id="{26F1345C-DD53-4F92-949E-BDF3C9E930E9}"/>
              </a:ext>
            </a:extLst>
          </p:cNvPr>
          <p:cNvSpPr txBox="1"/>
          <p:nvPr/>
        </p:nvSpPr>
        <p:spPr>
          <a:xfrm>
            <a:off x="763370" y="4393131"/>
            <a:ext cx="2286000" cy="408623"/>
          </a:xfrm>
          <a:prstGeom prst="roundRect">
            <a:avLst/>
          </a:prstGeom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Mandatory RR?</a:t>
            </a:r>
          </a:p>
        </p:txBody>
      </p:sp>
      <p:pic>
        <p:nvPicPr>
          <p:cNvPr id="134" name="Graphic 133" descr="Cursor with solid fill">
            <a:extLst>
              <a:ext uri="{FF2B5EF4-FFF2-40B4-BE49-F238E27FC236}">
                <a16:creationId xmlns:a16="http://schemas.microsoft.com/office/drawing/2014/main" id="{487364C7-3608-4915-BCAF-DC0DDB0042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01389" y="4649262"/>
            <a:ext cx="301752" cy="301752"/>
          </a:xfrm>
          <a:prstGeom prst="rect">
            <a:avLst/>
          </a:prstGeom>
        </p:spPr>
      </p:pic>
      <p:pic>
        <p:nvPicPr>
          <p:cNvPr id="135" name="Graphic 134" descr="Cursor with solid fill">
            <a:extLst>
              <a:ext uri="{FF2B5EF4-FFF2-40B4-BE49-F238E27FC236}">
                <a16:creationId xmlns:a16="http://schemas.microsoft.com/office/drawing/2014/main" id="{01B0E5DD-87DB-4675-9BE0-2A97CA91B3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01389" y="4117941"/>
            <a:ext cx="301752" cy="301752"/>
          </a:xfrm>
          <a:prstGeom prst="rect">
            <a:avLst/>
          </a:prstGeom>
        </p:spPr>
      </p:pic>
      <p:sp>
        <p:nvSpPr>
          <p:cNvPr id="79" name="Oval 78">
            <a:extLst>
              <a:ext uri="{FF2B5EF4-FFF2-40B4-BE49-F238E27FC236}">
                <a16:creationId xmlns:a16="http://schemas.microsoft.com/office/drawing/2014/main" id="{954BA39B-4D7B-BF4A-A084-223984D674F5}"/>
              </a:ext>
            </a:extLst>
          </p:cNvPr>
          <p:cNvSpPr/>
          <p:nvPr/>
        </p:nvSpPr>
        <p:spPr>
          <a:xfrm>
            <a:off x="6374387" y="1883420"/>
            <a:ext cx="1377309" cy="1325745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question 1">
            <a:hlinkClick r:id="rId7" action="ppaction://hlinksldjump"/>
            <a:extLst>
              <a:ext uri="{FF2B5EF4-FFF2-40B4-BE49-F238E27FC236}">
                <a16:creationId xmlns:a16="http://schemas.microsoft.com/office/drawing/2014/main" id="{66933737-DD5B-46CF-B5E9-CCE763BF9C53}"/>
              </a:ext>
            </a:extLst>
          </p:cNvPr>
          <p:cNvSpPr txBox="1"/>
          <p:nvPr/>
        </p:nvSpPr>
        <p:spPr>
          <a:xfrm>
            <a:off x="3402114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Pressure Control</a:t>
            </a:r>
          </a:p>
        </p:txBody>
      </p:sp>
      <p:sp>
        <p:nvSpPr>
          <p:cNvPr id="145" name="question 1">
            <a:hlinkClick r:id="rId8" action="ppaction://hlinksldjump"/>
            <a:extLst>
              <a:ext uri="{FF2B5EF4-FFF2-40B4-BE49-F238E27FC236}">
                <a16:creationId xmlns:a16="http://schemas.microsoft.com/office/drawing/2014/main" id="{B931FAA7-3A5D-482C-86E1-9DB6A44D2925}"/>
              </a:ext>
            </a:extLst>
          </p:cNvPr>
          <p:cNvSpPr txBox="1"/>
          <p:nvPr/>
        </p:nvSpPr>
        <p:spPr>
          <a:xfrm>
            <a:off x="5556881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Volume Control</a:t>
            </a:r>
          </a:p>
        </p:txBody>
      </p:sp>
      <p:sp>
        <p:nvSpPr>
          <p:cNvPr id="146" name="question 1">
            <a:hlinkClick r:id="rId9" action="ppaction://hlinksldjump"/>
            <a:extLst>
              <a:ext uri="{FF2B5EF4-FFF2-40B4-BE49-F238E27FC236}">
                <a16:creationId xmlns:a16="http://schemas.microsoft.com/office/drawing/2014/main" id="{9155EE50-AB4E-4ADA-9D77-B9B0A0AB9DA0}"/>
              </a:ext>
            </a:extLst>
          </p:cNvPr>
          <p:cNvSpPr txBox="1"/>
          <p:nvPr/>
        </p:nvSpPr>
        <p:spPr>
          <a:xfrm>
            <a:off x="7696526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PRVC</a:t>
            </a:r>
          </a:p>
        </p:txBody>
      </p:sp>
      <p:pic>
        <p:nvPicPr>
          <p:cNvPr id="147" name="Graphic 146" descr="Cursor with solid fill">
            <a:extLst>
              <a:ext uri="{FF2B5EF4-FFF2-40B4-BE49-F238E27FC236}">
                <a16:creationId xmlns:a16="http://schemas.microsoft.com/office/drawing/2014/main" id="{079D54C8-DE07-4CCF-B5CD-4EE8FE27AF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34390" y="985623"/>
            <a:ext cx="301752" cy="301752"/>
          </a:xfrm>
          <a:prstGeom prst="rect">
            <a:avLst/>
          </a:prstGeom>
        </p:spPr>
      </p:pic>
      <p:pic>
        <p:nvPicPr>
          <p:cNvPr id="148" name="Graphic 147" descr="Cursor with solid fill">
            <a:extLst>
              <a:ext uri="{FF2B5EF4-FFF2-40B4-BE49-F238E27FC236}">
                <a16:creationId xmlns:a16="http://schemas.microsoft.com/office/drawing/2014/main" id="{352CDFEB-BF13-4D6C-A1DB-919B76934D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5698" y="985623"/>
            <a:ext cx="301752" cy="301752"/>
          </a:xfrm>
          <a:prstGeom prst="rect">
            <a:avLst/>
          </a:prstGeom>
        </p:spPr>
      </p:pic>
      <p:pic>
        <p:nvPicPr>
          <p:cNvPr id="149" name="Graphic 148" descr="Cursor with solid fill">
            <a:extLst>
              <a:ext uri="{FF2B5EF4-FFF2-40B4-BE49-F238E27FC236}">
                <a16:creationId xmlns:a16="http://schemas.microsoft.com/office/drawing/2014/main" id="{935539F8-9EBA-42DD-8B50-8711442B62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49946" y="985623"/>
            <a:ext cx="301752" cy="301752"/>
          </a:xfrm>
          <a:prstGeom prst="rect">
            <a:avLst/>
          </a:prstGeom>
        </p:spPr>
      </p:pic>
      <p:sp>
        <p:nvSpPr>
          <p:cNvPr id="150" name="question 1">
            <a:hlinkClick r:id="rId10" action="ppaction://hlinksldjump"/>
            <a:extLst>
              <a:ext uri="{FF2B5EF4-FFF2-40B4-BE49-F238E27FC236}">
                <a16:creationId xmlns:a16="http://schemas.microsoft.com/office/drawing/2014/main" id="{3BC36A0F-BA8E-4B72-9310-711D2C4FBAB4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Mode</a:t>
            </a:r>
          </a:p>
        </p:txBody>
      </p:sp>
      <p:sp>
        <p:nvSpPr>
          <p:cNvPr id="152" name="Question 2">
            <a:hlinkClick r:id="rId11" action="ppaction://hlinksldjump"/>
            <a:extLst>
              <a:ext uri="{FF2B5EF4-FFF2-40B4-BE49-F238E27FC236}">
                <a16:creationId xmlns:a16="http://schemas.microsoft.com/office/drawing/2014/main" id="{E9515466-2FFB-418D-A8FA-D0EE168EF6F5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</a:t>
            </a:r>
            <a:r>
              <a:rPr lang="en-US" baseline="-25000" dirty="0">
                <a:solidFill>
                  <a:sysClr val="windowText" lastClr="000000"/>
                </a:solidFill>
              </a:rPr>
              <a:t>2</a:t>
            </a:r>
            <a:r>
              <a:rPr lang="en-US" dirty="0">
                <a:solidFill>
                  <a:sysClr val="windowText" lastClr="000000"/>
                </a:solidFill>
              </a:rPr>
              <a:t xml:space="preserve"> support</a:t>
            </a:r>
          </a:p>
        </p:txBody>
      </p:sp>
      <p:sp>
        <p:nvSpPr>
          <p:cNvPr id="153" name="question 4">
            <a:hlinkClick r:id="rId12" action="ppaction://hlinksldjump"/>
            <a:extLst>
              <a:ext uri="{FF2B5EF4-FFF2-40B4-BE49-F238E27FC236}">
                <a16:creationId xmlns:a16="http://schemas.microsoft.com/office/drawing/2014/main" id="{3980BFC8-3AFD-4B6D-B67D-00AE1D7CE9B3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Ventilation</a:t>
            </a:r>
          </a:p>
        </p:txBody>
      </p:sp>
      <p:sp>
        <p:nvSpPr>
          <p:cNvPr id="154" name="question 1">
            <a:hlinkClick r:id="rId13" action="ppaction://hlinksldjump"/>
            <a:extLst>
              <a:ext uri="{FF2B5EF4-FFF2-40B4-BE49-F238E27FC236}">
                <a16:creationId xmlns:a16="http://schemas.microsoft.com/office/drawing/2014/main" id="{A88E1EFF-63EF-4F99-A8BF-9EE60D5D002C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Orientation</a:t>
            </a:r>
          </a:p>
        </p:txBody>
      </p:sp>
      <p:sp>
        <p:nvSpPr>
          <p:cNvPr id="156" name="question 4">
            <a:hlinkClick r:id="rId14" action="ppaction://hlinksldjump"/>
            <a:extLst>
              <a:ext uri="{FF2B5EF4-FFF2-40B4-BE49-F238E27FC236}">
                <a16:creationId xmlns:a16="http://schemas.microsoft.com/office/drawing/2014/main" id="{64DF4E05-1570-49F3-BCE4-77F710A564B4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157" name="question 3">
            <a:hlinkClick r:id="rId15" action="ppaction://hlinksldjump"/>
            <a:extLst>
              <a:ext uri="{FF2B5EF4-FFF2-40B4-BE49-F238E27FC236}">
                <a16:creationId xmlns:a16="http://schemas.microsoft.com/office/drawing/2014/main" id="{7762C6C3-4AAA-4A59-9C40-92C785ABA8A8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Mechanics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58" name="Graphic 157" descr="Cursor with solid fill">
            <a:extLst>
              <a:ext uri="{FF2B5EF4-FFF2-40B4-BE49-F238E27FC236}">
                <a16:creationId xmlns:a16="http://schemas.microsoft.com/office/drawing/2014/main" id="{9950BD38-8840-4277-AAD2-EFAF46551E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1540247"/>
            <a:ext cx="301752" cy="301752"/>
          </a:xfrm>
          <a:prstGeom prst="rect">
            <a:avLst/>
          </a:prstGeom>
        </p:spPr>
      </p:pic>
      <p:pic>
        <p:nvPicPr>
          <p:cNvPr id="159" name="Graphic 158" descr="Cursor with solid fill">
            <a:extLst>
              <a:ext uri="{FF2B5EF4-FFF2-40B4-BE49-F238E27FC236}">
                <a16:creationId xmlns:a16="http://schemas.microsoft.com/office/drawing/2014/main" id="{1C41F9EE-C8E5-42F4-878B-CF6558FF3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2088760"/>
            <a:ext cx="301752" cy="301752"/>
          </a:xfrm>
          <a:prstGeom prst="rect">
            <a:avLst/>
          </a:prstGeom>
        </p:spPr>
      </p:pic>
      <p:pic>
        <p:nvPicPr>
          <p:cNvPr id="160" name="Graphic 159" descr="Cursor with solid fill">
            <a:extLst>
              <a:ext uri="{FF2B5EF4-FFF2-40B4-BE49-F238E27FC236}">
                <a16:creationId xmlns:a16="http://schemas.microsoft.com/office/drawing/2014/main" id="{833A4756-35FE-4981-A2F5-0B149B38CE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pic>
        <p:nvPicPr>
          <p:cNvPr id="161" name="Graphic 160" descr="Cursor with solid fill">
            <a:extLst>
              <a:ext uri="{FF2B5EF4-FFF2-40B4-BE49-F238E27FC236}">
                <a16:creationId xmlns:a16="http://schemas.microsoft.com/office/drawing/2014/main" id="{AB3231A4-F132-488B-9330-6499D18420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2652352"/>
            <a:ext cx="301752" cy="301752"/>
          </a:xfrm>
          <a:prstGeom prst="rect">
            <a:avLst/>
          </a:prstGeom>
        </p:spPr>
      </p:pic>
      <p:pic>
        <p:nvPicPr>
          <p:cNvPr id="162" name="Graphic 161" descr="Cursor with solid fill">
            <a:extLst>
              <a:ext uri="{FF2B5EF4-FFF2-40B4-BE49-F238E27FC236}">
                <a16:creationId xmlns:a16="http://schemas.microsoft.com/office/drawing/2014/main" id="{F447549B-ED2A-47B1-A4F0-4CB145B761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411054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6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70" grpId="0" animBg="1"/>
      <p:bldP spid="71" grpId="0" animBg="1"/>
      <p:bldP spid="82" grpId="0" animBg="1"/>
      <p:bldP spid="84" grpId="0" animBg="1"/>
      <p:bldP spid="90" grpId="0" animBg="1"/>
      <p:bldP spid="65" grpId="0"/>
      <p:bldP spid="132" grpId="0" animBg="1"/>
      <p:bldP spid="124" grpId="0"/>
      <p:bldP spid="125" grpId="0" animBg="1"/>
      <p:bldP spid="129" grpId="0" animBg="1"/>
      <p:bldP spid="94" grpId="0" animBg="1"/>
      <p:bldP spid="126" grpId="0" animBg="1"/>
      <p:bldP spid="128" grpId="0" animBg="1"/>
      <p:bldP spid="7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teachIM logo" descr="Icon  Description automatically generated">
            <a:extLst>
              <a:ext uri="{FF2B5EF4-FFF2-40B4-BE49-F238E27FC236}">
                <a16:creationId xmlns:a16="http://schemas.microsoft.com/office/drawing/2014/main" id="{6D3283FF-642F-4DD9-8DBC-AFD81AB9E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E8CB62E6-5622-4F5D-B5F9-FDFCF702699B}"/>
              </a:ext>
            </a:extLst>
          </p:cNvPr>
          <p:cNvSpPr txBox="1"/>
          <p:nvPr/>
        </p:nvSpPr>
        <p:spPr>
          <a:xfrm>
            <a:off x="4725689" y="77373"/>
            <a:ext cx="4789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VENTILATOR MODE SUMMARY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F05123A8-2A04-2F40-92B9-44144A27A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223810"/>
              </p:ext>
            </p:extLst>
          </p:nvPr>
        </p:nvGraphicFramePr>
        <p:xfrm>
          <a:off x="1929990" y="1425524"/>
          <a:ext cx="10048572" cy="466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4762">
                  <a:extLst>
                    <a:ext uri="{9D8B030D-6E8A-4147-A177-3AD203B41FA5}">
                      <a16:colId xmlns:a16="http://schemas.microsoft.com/office/drawing/2014/main" val="332519596"/>
                    </a:ext>
                  </a:extLst>
                </a:gridCol>
                <a:gridCol w="1674762">
                  <a:extLst>
                    <a:ext uri="{9D8B030D-6E8A-4147-A177-3AD203B41FA5}">
                      <a16:colId xmlns:a16="http://schemas.microsoft.com/office/drawing/2014/main" val="257305855"/>
                    </a:ext>
                  </a:extLst>
                </a:gridCol>
                <a:gridCol w="1674762">
                  <a:extLst>
                    <a:ext uri="{9D8B030D-6E8A-4147-A177-3AD203B41FA5}">
                      <a16:colId xmlns:a16="http://schemas.microsoft.com/office/drawing/2014/main" val="3167739727"/>
                    </a:ext>
                  </a:extLst>
                </a:gridCol>
                <a:gridCol w="1674762">
                  <a:extLst>
                    <a:ext uri="{9D8B030D-6E8A-4147-A177-3AD203B41FA5}">
                      <a16:colId xmlns:a16="http://schemas.microsoft.com/office/drawing/2014/main" val="1170364278"/>
                    </a:ext>
                  </a:extLst>
                </a:gridCol>
                <a:gridCol w="1674762">
                  <a:extLst>
                    <a:ext uri="{9D8B030D-6E8A-4147-A177-3AD203B41FA5}">
                      <a16:colId xmlns:a16="http://schemas.microsoft.com/office/drawing/2014/main" val="2456084129"/>
                    </a:ext>
                  </a:extLst>
                </a:gridCol>
                <a:gridCol w="1674762">
                  <a:extLst>
                    <a:ext uri="{9D8B030D-6E8A-4147-A177-3AD203B41FA5}">
                      <a16:colId xmlns:a16="http://schemas.microsoft.com/office/drawing/2014/main" val="1825122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Classic square wave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Mandatory RR?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What you 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What you monitor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When to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652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Pressure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Inspiratory Pressure (P</a:t>
                      </a:r>
                      <a:r>
                        <a:rPr lang="en-US" sz="1600" baseline="-25000" dirty="0"/>
                        <a:t>Control</a:t>
                      </a:r>
                      <a:r>
                        <a:rPr lang="en-US" sz="1600" baseline="0" dirty="0"/>
                        <a:t>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Tidal Volume (V</a:t>
                      </a:r>
                      <a:r>
                        <a:rPr lang="en-US" sz="1600" baseline="-25000" dirty="0"/>
                        <a:t>T</a:t>
                      </a:r>
                      <a:r>
                        <a:rPr lang="en-US" sz="1600" baseline="0" dirty="0"/>
                        <a:t>) and Minute Ventilation (V</a:t>
                      </a:r>
                      <a:r>
                        <a:rPr lang="en-US" sz="1600" baseline="-25000" dirty="0"/>
                        <a:t>E</a:t>
                      </a:r>
                      <a:r>
                        <a:rPr lang="en-US" sz="1600" baseline="0" dirty="0"/>
                        <a:t>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Patient comfort, precise airway pressure adjustment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22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Volume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Tidal Volume (V</a:t>
                      </a:r>
                      <a:r>
                        <a:rPr lang="en-US" sz="1600" baseline="-25000" dirty="0"/>
                        <a:t>T</a:t>
                      </a:r>
                      <a:r>
                        <a:rPr lang="en-US" sz="1600" baseline="0" dirty="0"/>
                        <a:t>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Peak Pressure and Plateau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ARDS (lung-protective tidal volumes)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15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Pressure Regulated Volume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Tidal Volume (V</a:t>
                      </a:r>
                      <a:r>
                        <a:rPr lang="en-US" sz="1600" baseline="-25000" dirty="0"/>
                        <a:t>T</a:t>
                      </a:r>
                      <a:r>
                        <a:rPr lang="en-US" sz="1600" baseline="0" dirty="0"/>
                        <a:t>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Peak Pressure, Plateau Pressure, Achieved Tidal Volume (V</a:t>
                      </a:r>
                      <a:r>
                        <a:rPr lang="en-US" sz="1600" baseline="-25000" dirty="0"/>
                        <a:t>T</a:t>
                      </a:r>
                      <a:r>
                        <a:rPr lang="en-US" sz="1600" baseline="0" dirty="0"/>
                        <a:t>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Lung protective tidal volumes with comfort of pressure support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07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Pressure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Pressure support (P</a:t>
                      </a:r>
                      <a:r>
                        <a:rPr lang="en-US" sz="1600" baseline="-25000" dirty="0"/>
                        <a:t>Support</a:t>
                      </a:r>
                      <a:r>
                        <a:rPr lang="en-US" sz="16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Tidal Volume (V</a:t>
                      </a:r>
                      <a:r>
                        <a:rPr lang="en-US" sz="1600" baseline="-25000" dirty="0"/>
                        <a:t>T</a:t>
                      </a:r>
                      <a:r>
                        <a:rPr lang="en-US" sz="1600" dirty="0"/>
                        <a:t>), Respiratory Rate (RR), and Minute Ventilation (V</a:t>
                      </a:r>
                      <a:r>
                        <a:rPr lang="en-US" sz="1600" baseline="-25000" dirty="0"/>
                        <a:t>E</a:t>
                      </a:r>
                      <a:r>
                        <a:rPr lang="en-US" sz="16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SBTs, patient providing adequate RR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378200"/>
                  </a:ext>
                </a:extLst>
              </a:tr>
            </a:tbl>
          </a:graphicData>
        </a:graphic>
      </p:graphicFrame>
      <p:sp>
        <p:nvSpPr>
          <p:cNvPr id="24" name="question 1">
            <a:hlinkClick r:id="rId3" action="ppaction://hlinksldjump"/>
            <a:extLst>
              <a:ext uri="{FF2B5EF4-FFF2-40B4-BE49-F238E27FC236}">
                <a16:creationId xmlns:a16="http://schemas.microsoft.com/office/drawing/2014/main" id="{7C47CEFF-33C3-4CC8-B7EF-B466B684BCB8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Mode</a:t>
            </a:r>
          </a:p>
        </p:txBody>
      </p:sp>
      <p:sp>
        <p:nvSpPr>
          <p:cNvPr id="25" name="Question 2">
            <a:hlinkClick r:id="rId4" action="ppaction://hlinksldjump"/>
            <a:extLst>
              <a:ext uri="{FF2B5EF4-FFF2-40B4-BE49-F238E27FC236}">
                <a16:creationId xmlns:a16="http://schemas.microsoft.com/office/drawing/2014/main" id="{153A4B45-F3B7-4590-B91D-3595977E4647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</a:t>
            </a:r>
            <a:r>
              <a:rPr lang="en-US" baseline="-25000" dirty="0">
                <a:solidFill>
                  <a:sysClr val="windowText" lastClr="000000"/>
                </a:solidFill>
              </a:rPr>
              <a:t>2</a:t>
            </a:r>
            <a:r>
              <a:rPr lang="en-US" dirty="0">
                <a:solidFill>
                  <a:sysClr val="windowText" lastClr="000000"/>
                </a:solidFill>
              </a:rPr>
              <a:t xml:space="preserve"> support</a:t>
            </a:r>
          </a:p>
        </p:txBody>
      </p:sp>
      <p:sp>
        <p:nvSpPr>
          <p:cNvPr id="26" name="question 4">
            <a:hlinkClick r:id="rId5" action="ppaction://hlinksldjump"/>
            <a:extLst>
              <a:ext uri="{FF2B5EF4-FFF2-40B4-BE49-F238E27FC236}">
                <a16:creationId xmlns:a16="http://schemas.microsoft.com/office/drawing/2014/main" id="{00D04735-BA4D-481D-B312-CAAF29820123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Ventilation</a:t>
            </a:r>
          </a:p>
        </p:txBody>
      </p:sp>
      <p:sp>
        <p:nvSpPr>
          <p:cNvPr id="27" name="question 1">
            <a:hlinkClick r:id="rId6" action="ppaction://hlinksldjump"/>
            <a:extLst>
              <a:ext uri="{FF2B5EF4-FFF2-40B4-BE49-F238E27FC236}">
                <a16:creationId xmlns:a16="http://schemas.microsoft.com/office/drawing/2014/main" id="{3E1E9524-1E98-4DB7-9396-41DD59756428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Orientation</a:t>
            </a:r>
          </a:p>
        </p:txBody>
      </p:sp>
      <p:sp>
        <p:nvSpPr>
          <p:cNvPr id="28" name="question 4">
            <a:hlinkClick r:id="rId7" action="ppaction://hlinksldjump"/>
            <a:extLst>
              <a:ext uri="{FF2B5EF4-FFF2-40B4-BE49-F238E27FC236}">
                <a16:creationId xmlns:a16="http://schemas.microsoft.com/office/drawing/2014/main" id="{7028BE55-BC38-48E2-AE49-123AB9D6D3D4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29" name="question 3">
            <a:hlinkClick r:id="rId8" action="ppaction://hlinksldjump"/>
            <a:extLst>
              <a:ext uri="{FF2B5EF4-FFF2-40B4-BE49-F238E27FC236}">
                <a16:creationId xmlns:a16="http://schemas.microsoft.com/office/drawing/2014/main" id="{B8C58519-920D-4B61-A1EF-31567A2597CD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Mechanics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0" name="Graphic 29" descr="Cursor with solid fill">
            <a:extLst>
              <a:ext uri="{FF2B5EF4-FFF2-40B4-BE49-F238E27FC236}">
                <a16:creationId xmlns:a16="http://schemas.microsoft.com/office/drawing/2014/main" id="{C24825FF-FD45-478F-8DB9-5675F432B7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60596" y="1540247"/>
            <a:ext cx="301752" cy="301752"/>
          </a:xfrm>
          <a:prstGeom prst="rect">
            <a:avLst/>
          </a:prstGeom>
        </p:spPr>
      </p:pic>
      <p:pic>
        <p:nvPicPr>
          <p:cNvPr id="31" name="Graphic 30" descr="Cursor with solid fill">
            <a:extLst>
              <a:ext uri="{FF2B5EF4-FFF2-40B4-BE49-F238E27FC236}">
                <a16:creationId xmlns:a16="http://schemas.microsoft.com/office/drawing/2014/main" id="{F94AE16F-A611-45DF-99EF-A177841FAE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60596" y="2088760"/>
            <a:ext cx="301752" cy="301752"/>
          </a:xfrm>
          <a:prstGeom prst="rect">
            <a:avLst/>
          </a:prstGeom>
        </p:spPr>
      </p:pic>
      <p:pic>
        <p:nvPicPr>
          <p:cNvPr id="32" name="Graphic 31" descr="Cursor with solid fill">
            <a:extLst>
              <a:ext uri="{FF2B5EF4-FFF2-40B4-BE49-F238E27FC236}">
                <a16:creationId xmlns:a16="http://schemas.microsoft.com/office/drawing/2014/main" id="{7E1500E0-19DA-4899-9C8D-92BCF34476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pic>
        <p:nvPicPr>
          <p:cNvPr id="33" name="Graphic 32" descr="Cursor with solid fill">
            <a:extLst>
              <a:ext uri="{FF2B5EF4-FFF2-40B4-BE49-F238E27FC236}">
                <a16:creationId xmlns:a16="http://schemas.microsoft.com/office/drawing/2014/main" id="{16559F56-CF5C-4770-8605-1E8410EDF5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60596" y="2652352"/>
            <a:ext cx="301752" cy="301752"/>
          </a:xfrm>
          <a:prstGeom prst="rect">
            <a:avLst/>
          </a:prstGeom>
        </p:spPr>
      </p:pic>
      <p:pic>
        <p:nvPicPr>
          <p:cNvPr id="34" name="Graphic 33" descr="Cursor with solid fill">
            <a:extLst>
              <a:ext uri="{FF2B5EF4-FFF2-40B4-BE49-F238E27FC236}">
                <a16:creationId xmlns:a16="http://schemas.microsoft.com/office/drawing/2014/main" id="{8D0DEA97-F5C3-41F5-8646-F8CA11480F9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60596" y="411054"/>
            <a:ext cx="301752" cy="301752"/>
          </a:xfrm>
          <a:prstGeom prst="rect">
            <a:avLst/>
          </a:prstGeom>
        </p:spPr>
      </p:pic>
      <p:sp>
        <p:nvSpPr>
          <p:cNvPr id="43" name="question 1">
            <a:hlinkClick r:id="rId11" action="ppaction://hlinksldjump"/>
            <a:extLst>
              <a:ext uri="{FF2B5EF4-FFF2-40B4-BE49-F238E27FC236}">
                <a16:creationId xmlns:a16="http://schemas.microsoft.com/office/drawing/2014/main" id="{AB70A8BC-46BE-4F0E-8303-313CBEC72403}"/>
              </a:ext>
            </a:extLst>
          </p:cNvPr>
          <p:cNvSpPr txBox="1"/>
          <p:nvPr/>
        </p:nvSpPr>
        <p:spPr>
          <a:xfrm>
            <a:off x="3402114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Pressure Control</a:t>
            </a:r>
          </a:p>
        </p:txBody>
      </p:sp>
      <p:sp>
        <p:nvSpPr>
          <p:cNvPr id="44" name="question 1">
            <a:hlinkClick r:id="rId12" action="ppaction://hlinksldjump"/>
            <a:extLst>
              <a:ext uri="{FF2B5EF4-FFF2-40B4-BE49-F238E27FC236}">
                <a16:creationId xmlns:a16="http://schemas.microsoft.com/office/drawing/2014/main" id="{1A6BB8F5-B058-4606-B711-06C5B24850AD}"/>
              </a:ext>
            </a:extLst>
          </p:cNvPr>
          <p:cNvSpPr txBox="1"/>
          <p:nvPr/>
        </p:nvSpPr>
        <p:spPr>
          <a:xfrm>
            <a:off x="5556881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Volume Control</a:t>
            </a:r>
          </a:p>
        </p:txBody>
      </p:sp>
      <p:sp>
        <p:nvSpPr>
          <p:cNvPr id="45" name="question 1">
            <a:hlinkClick r:id="rId13" action="ppaction://hlinksldjump"/>
            <a:extLst>
              <a:ext uri="{FF2B5EF4-FFF2-40B4-BE49-F238E27FC236}">
                <a16:creationId xmlns:a16="http://schemas.microsoft.com/office/drawing/2014/main" id="{97AEB1E7-645F-40EA-9F30-064009077A0B}"/>
              </a:ext>
            </a:extLst>
          </p:cNvPr>
          <p:cNvSpPr txBox="1"/>
          <p:nvPr/>
        </p:nvSpPr>
        <p:spPr>
          <a:xfrm>
            <a:off x="7696526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PRVC</a:t>
            </a:r>
          </a:p>
        </p:txBody>
      </p:sp>
      <p:sp>
        <p:nvSpPr>
          <p:cNvPr id="46" name="question 1">
            <a:hlinkClick r:id="rId14" action="ppaction://hlinksldjump"/>
            <a:extLst>
              <a:ext uri="{FF2B5EF4-FFF2-40B4-BE49-F238E27FC236}">
                <a16:creationId xmlns:a16="http://schemas.microsoft.com/office/drawing/2014/main" id="{763C02F7-997D-44CA-92B6-9054E40288F0}"/>
              </a:ext>
            </a:extLst>
          </p:cNvPr>
          <p:cNvSpPr txBox="1"/>
          <p:nvPr/>
        </p:nvSpPr>
        <p:spPr>
          <a:xfrm>
            <a:off x="9848259" y="712801"/>
            <a:ext cx="190510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Pressure Support</a:t>
            </a:r>
          </a:p>
        </p:txBody>
      </p:sp>
      <p:pic>
        <p:nvPicPr>
          <p:cNvPr id="47" name="Graphic 46" descr="Cursor with solid fill">
            <a:extLst>
              <a:ext uri="{FF2B5EF4-FFF2-40B4-BE49-F238E27FC236}">
                <a16:creationId xmlns:a16="http://schemas.microsoft.com/office/drawing/2014/main" id="{6D2152C9-8E96-4A33-A11C-39A2F6B440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34390" y="985623"/>
            <a:ext cx="301752" cy="301752"/>
          </a:xfrm>
          <a:prstGeom prst="rect">
            <a:avLst/>
          </a:prstGeom>
        </p:spPr>
      </p:pic>
      <p:pic>
        <p:nvPicPr>
          <p:cNvPr id="48" name="Graphic 47" descr="Cursor with solid fill">
            <a:extLst>
              <a:ext uri="{FF2B5EF4-FFF2-40B4-BE49-F238E27FC236}">
                <a16:creationId xmlns:a16="http://schemas.microsoft.com/office/drawing/2014/main" id="{6C87293F-D366-4C98-9D09-07DCD853D7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05698" y="985623"/>
            <a:ext cx="301752" cy="301752"/>
          </a:xfrm>
          <a:prstGeom prst="rect">
            <a:avLst/>
          </a:prstGeom>
        </p:spPr>
      </p:pic>
      <p:pic>
        <p:nvPicPr>
          <p:cNvPr id="49" name="Graphic 48" descr="Cursor with solid fill">
            <a:extLst>
              <a:ext uri="{FF2B5EF4-FFF2-40B4-BE49-F238E27FC236}">
                <a16:creationId xmlns:a16="http://schemas.microsoft.com/office/drawing/2014/main" id="{4655E7F5-9671-42D3-BBD4-6A257E397A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49946" y="985623"/>
            <a:ext cx="301752" cy="301752"/>
          </a:xfrm>
          <a:prstGeom prst="rect">
            <a:avLst/>
          </a:prstGeom>
        </p:spPr>
      </p:pic>
      <p:pic>
        <p:nvPicPr>
          <p:cNvPr id="50" name="Graphic 49" descr="Cursor with solid fill">
            <a:extLst>
              <a:ext uri="{FF2B5EF4-FFF2-40B4-BE49-F238E27FC236}">
                <a16:creationId xmlns:a16="http://schemas.microsoft.com/office/drawing/2014/main" id="{A786137A-648E-45A2-9EA4-B7419A913A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09165" y="985623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5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04E3EA1C-BA0C-CC40-A507-40386137E49E}"/>
              </a:ext>
            </a:extLst>
          </p:cNvPr>
          <p:cNvGrpSpPr/>
          <p:nvPr/>
        </p:nvGrpSpPr>
        <p:grpSpPr>
          <a:xfrm>
            <a:off x="3867664" y="1382357"/>
            <a:ext cx="7181943" cy="4811668"/>
            <a:chOff x="3867664" y="1382357"/>
            <a:chExt cx="7181943" cy="4811668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1CB09F13-1439-2540-9723-B7B052DD742E}"/>
                </a:ext>
              </a:extLst>
            </p:cNvPr>
            <p:cNvGrpSpPr/>
            <p:nvPr/>
          </p:nvGrpSpPr>
          <p:grpSpPr>
            <a:xfrm>
              <a:off x="3867664" y="1382357"/>
              <a:ext cx="7132845" cy="4811668"/>
              <a:chOff x="3867664" y="1382357"/>
              <a:chExt cx="7132845" cy="4811668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13984128-ECBB-EC49-B20D-5297C5C52EB1}"/>
                  </a:ext>
                </a:extLst>
              </p:cNvPr>
              <p:cNvSpPr/>
              <p:nvPr/>
            </p:nvSpPr>
            <p:spPr>
              <a:xfrm>
                <a:off x="3867664" y="1382357"/>
                <a:ext cx="7132845" cy="4811668"/>
              </a:xfrm>
              <a:prstGeom prst="rect">
                <a:avLst/>
              </a:prstGeom>
              <a:solidFill>
                <a:schemeClr val="bg2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903158E0-74D0-2441-9F33-9DBF25C1432E}"/>
                  </a:ext>
                </a:extLst>
              </p:cNvPr>
              <p:cNvSpPr/>
              <p:nvPr/>
            </p:nvSpPr>
            <p:spPr>
              <a:xfrm>
                <a:off x="5404449" y="1673355"/>
                <a:ext cx="4219183" cy="39543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E8879B8D-8FF4-9C44-B875-BEFF4A55490F}"/>
                  </a:ext>
                </a:extLst>
              </p:cNvPr>
              <p:cNvSpPr/>
              <p:nvPr/>
            </p:nvSpPr>
            <p:spPr>
              <a:xfrm>
                <a:off x="9897561" y="4995958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40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9BBE3D1-5604-3348-87D9-3E73A98B357A}"/>
                  </a:ext>
                </a:extLst>
              </p:cNvPr>
              <p:cNvSpPr txBox="1"/>
              <p:nvPr/>
            </p:nvSpPr>
            <p:spPr>
              <a:xfrm>
                <a:off x="10058242" y="5757075"/>
                <a:ext cx="5741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FiO</a:t>
                </a:r>
                <a:r>
                  <a:rPr lang="en-US" baseline="-25000" dirty="0"/>
                  <a:t>2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22D107C-D1EA-244C-BB08-A5A81E5D1823}"/>
                  </a:ext>
                </a:extLst>
              </p:cNvPr>
              <p:cNvSpPr txBox="1"/>
              <p:nvPr/>
            </p:nvSpPr>
            <p:spPr>
              <a:xfrm>
                <a:off x="9980610" y="4570030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PEEP</a:t>
                </a:r>
                <a:endParaRPr lang="en-US" baseline="-25000" dirty="0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36FACA7-9C1A-7F43-982C-D4CAAFDBEB2F}"/>
                  </a:ext>
                </a:extLst>
              </p:cNvPr>
              <p:cNvSpPr txBox="1"/>
              <p:nvPr/>
            </p:nvSpPr>
            <p:spPr>
              <a:xfrm>
                <a:off x="10086408" y="2241468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RR</a:t>
                </a:r>
                <a:endParaRPr lang="en-US" baseline="-25000" dirty="0"/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93F9A004-482B-4A42-BD42-C389444E5382}"/>
                  </a:ext>
                </a:extLst>
              </p:cNvPr>
              <p:cNvGrpSpPr/>
              <p:nvPr/>
            </p:nvGrpSpPr>
            <p:grpSpPr>
              <a:xfrm>
                <a:off x="5832092" y="1883420"/>
                <a:ext cx="3633805" cy="1416221"/>
                <a:chOff x="5288692" y="1890584"/>
                <a:chExt cx="3633805" cy="1416221"/>
              </a:xfrm>
            </p:grpSpPr>
            <p:cxnSp>
              <p:nvCxnSpPr>
                <p:cNvPr id="94" name="Straight Arrow Connector 93">
                  <a:extLst>
                    <a:ext uri="{FF2B5EF4-FFF2-40B4-BE49-F238E27FC236}">
                      <a16:creationId xmlns:a16="http://schemas.microsoft.com/office/drawing/2014/main" id="{76460223-7D8F-CB48-8D6A-D191221D8E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88692" y="1890584"/>
                  <a:ext cx="0" cy="1416219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Arrow Connector 94">
                  <a:extLst>
                    <a:ext uri="{FF2B5EF4-FFF2-40B4-BE49-F238E27FC236}">
                      <a16:creationId xmlns:a16="http://schemas.microsoft.com/office/drawing/2014/main" id="{17384DF1-1095-684E-923D-9493DCE7FB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91671" y="3306804"/>
                  <a:ext cx="3630826" cy="1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E229C02-FA84-614B-B06F-F9F14621F08A}"/>
                  </a:ext>
                </a:extLst>
              </p:cNvPr>
              <p:cNvSpPr txBox="1"/>
              <p:nvPr/>
            </p:nvSpPr>
            <p:spPr>
              <a:xfrm>
                <a:off x="7324226" y="3255787"/>
                <a:ext cx="6495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Time</a:t>
                </a:r>
                <a:endParaRPr lang="en-US" baseline="-25000" dirty="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EEAF1CC3-E9D0-C54E-8782-BB4879406D38}"/>
                  </a:ext>
                </a:extLst>
              </p:cNvPr>
              <p:cNvSpPr txBox="1"/>
              <p:nvPr/>
            </p:nvSpPr>
            <p:spPr>
              <a:xfrm rot="16200000">
                <a:off x="5161627" y="2406864"/>
                <a:ext cx="9897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Pressure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48E284E-2B7C-A349-ADC7-AC543C011F10}"/>
                  </a:ext>
                </a:extLst>
              </p:cNvPr>
              <p:cNvSpPr txBox="1"/>
              <p:nvPr/>
            </p:nvSpPr>
            <p:spPr>
              <a:xfrm>
                <a:off x="10135758" y="3395453"/>
                <a:ext cx="3914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V</a:t>
                </a:r>
                <a:r>
                  <a:rPr lang="en-US" baseline="-25000" dirty="0"/>
                  <a:t>T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B8D347DB-96D8-0949-8808-C6DE13660A28}"/>
                  </a:ext>
                </a:extLst>
              </p:cNvPr>
              <p:cNvSpPr/>
              <p:nvPr/>
            </p:nvSpPr>
            <p:spPr>
              <a:xfrm>
                <a:off x="9897561" y="3816104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5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A2F2AC62-2B5B-A544-9250-AC28AB49CEB6}"/>
                  </a:ext>
                </a:extLst>
              </p:cNvPr>
              <p:cNvSpPr/>
              <p:nvPr/>
            </p:nvSpPr>
            <p:spPr>
              <a:xfrm>
                <a:off x="9897561" y="1456394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24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89411445-099E-614B-BE6F-9DC244266203}"/>
                  </a:ext>
                </a:extLst>
              </p:cNvPr>
              <p:cNvSpPr/>
              <p:nvPr/>
            </p:nvSpPr>
            <p:spPr>
              <a:xfrm>
                <a:off x="9897561" y="2636249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360</a:t>
                </a:r>
              </a:p>
            </p:txBody>
          </p:sp>
        </p:grp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42E0099C-E752-2E4B-BD7D-D558B4800B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2092" y="3754096"/>
              <a:ext cx="0" cy="141621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5B6B60AB-69E1-0F4C-9AF4-BF86881A66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5071" y="4737827"/>
              <a:ext cx="3630826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CC9A8E1-B4EE-694C-A37A-B9F1A8BA2B67}"/>
                </a:ext>
              </a:extLst>
            </p:cNvPr>
            <p:cNvSpPr txBox="1"/>
            <p:nvPr/>
          </p:nvSpPr>
          <p:spPr>
            <a:xfrm>
              <a:off x="7324226" y="5133244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2F47923-6C27-C44C-9519-B5A13A2E86EF}"/>
                </a:ext>
              </a:extLst>
            </p:cNvPr>
            <p:cNvSpPr txBox="1"/>
            <p:nvPr/>
          </p:nvSpPr>
          <p:spPr>
            <a:xfrm rot="16200000">
              <a:off x="5341804" y="4277541"/>
              <a:ext cx="629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Flow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503E7BE-7DDF-254F-8467-68AAD6DFD3DF}"/>
                </a:ext>
              </a:extLst>
            </p:cNvPr>
            <p:cNvSpPr/>
            <p:nvPr/>
          </p:nvSpPr>
          <p:spPr>
            <a:xfrm>
              <a:off x="9810278" y="3754096"/>
              <a:ext cx="995192" cy="2372311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A4A58C54-D274-A64F-91E1-111B8701A938}"/>
                </a:ext>
              </a:extLst>
            </p:cNvPr>
            <p:cNvCxnSpPr>
              <a:cxnSpLocks/>
              <a:stCxn id="96" idx="1"/>
              <a:endCxn id="97" idx="3"/>
            </p:cNvCxnSpPr>
            <p:nvPr/>
          </p:nvCxnSpPr>
          <p:spPr>
            <a:xfrm flipH="1" flipV="1">
              <a:off x="10805470" y="4940252"/>
              <a:ext cx="244137" cy="1777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Case 1 - Q1">
            <a:extLst>
              <a:ext uri="{FF2B5EF4-FFF2-40B4-BE49-F238E27FC236}">
                <a16:creationId xmlns:a16="http://schemas.microsoft.com/office/drawing/2014/main" id="{1FA12926-B217-374B-B6BF-A4196C4E8D64}"/>
              </a:ext>
            </a:extLst>
          </p:cNvPr>
          <p:cNvSpPr/>
          <p:nvPr/>
        </p:nvSpPr>
        <p:spPr>
          <a:xfrm>
            <a:off x="11049607" y="4442151"/>
            <a:ext cx="1077840" cy="99975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Higher PEEP and FiO</a:t>
            </a:r>
            <a:r>
              <a:rPr lang="en-US" sz="1400" baseline="-25000" dirty="0"/>
              <a:t>2</a:t>
            </a:r>
            <a:r>
              <a:rPr lang="en-US" sz="1400" dirty="0"/>
              <a:t xml:space="preserve"> = higher O</a:t>
            </a:r>
            <a:r>
              <a:rPr lang="en-US" sz="1400" baseline="-25000" dirty="0"/>
              <a:t>2</a:t>
            </a:r>
            <a:r>
              <a:rPr lang="en-US" sz="1400" dirty="0"/>
              <a:t xml:space="preserve"> support</a:t>
            </a:r>
          </a:p>
        </p:txBody>
      </p:sp>
      <p:sp>
        <p:nvSpPr>
          <p:cNvPr id="99" name="Case 1 - Q1">
            <a:extLst>
              <a:ext uri="{FF2B5EF4-FFF2-40B4-BE49-F238E27FC236}">
                <a16:creationId xmlns:a16="http://schemas.microsoft.com/office/drawing/2014/main" id="{E414890A-24C7-034C-B5E3-C076D072DC20}"/>
              </a:ext>
            </a:extLst>
          </p:cNvPr>
          <p:cNvSpPr/>
          <p:nvPr/>
        </p:nvSpPr>
        <p:spPr>
          <a:xfrm>
            <a:off x="394984" y="5941741"/>
            <a:ext cx="3264923" cy="6747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ARDSNet PEEP ladder gives a sense of where the patient is with oxygen support.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27D9139-DDDF-EB44-BAA4-F9435C420110}"/>
              </a:ext>
            </a:extLst>
          </p:cNvPr>
          <p:cNvSpPr/>
          <p:nvPr/>
        </p:nvSpPr>
        <p:spPr>
          <a:xfrm>
            <a:off x="4148770" y="1672521"/>
            <a:ext cx="1053132" cy="3460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5"/>
                </a:solidFill>
              </a:rPr>
              <a:t>P</a:t>
            </a:r>
            <a:r>
              <a:rPr lang="en-US" baseline="-25000" dirty="0">
                <a:solidFill>
                  <a:schemeClr val="accent5"/>
                </a:solidFill>
              </a:rPr>
              <a:t>Peak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22 </a:t>
            </a:r>
            <a:r>
              <a:rPr lang="en-US" sz="1000" dirty="0">
                <a:solidFill>
                  <a:schemeClr val="accent5"/>
                </a:solidFill>
              </a:rPr>
              <a:t>cm H</a:t>
            </a:r>
            <a:r>
              <a:rPr lang="en-US" sz="1000" baseline="-25000" dirty="0">
                <a:solidFill>
                  <a:schemeClr val="accent5"/>
                </a:solidFill>
              </a:rPr>
              <a:t>2</a:t>
            </a:r>
            <a:r>
              <a:rPr lang="en-US" sz="1000" dirty="0">
                <a:solidFill>
                  <a:schemeClr val="accent5"/>
                </a:solidFill>
              </a:rPr>
              <a:t xml:space="preserve">O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355 </a:t>
            </a:r>
            <a:r>
              <a:rPr lang="en-US" sz="1000" dirty="0">
                <a:solidFill>
                  <a:schemeClr val="accent5"/>
                </a:solidFill>
              </a:rPr>
              <a:t>mL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RR</a:t>
            </a:r>
            <a:endParaRPr lang="en-US" baseline="-25000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25 </a:t>
            </a:r>
            <a:r>
              <a:rPr lang="en-US" sz="1000" dirty="0">
                <a:solidFill>
                  <a:schemeClr val="accent5"/>
                </a:solidFill>
              </a:rPr>
              <a:t>min</a:t>
            </a:r>
            <a:r>
              <a:rPr lang="en-US" sz="1000" baseline="30000" dirty="0">
                <a:solidFill>
                  <a:schemeClr val="accent5"/>
                </a:solidFill>
              </a:rPr>
              <a:t>-1</a:t>
            </a:r>
            <a:r>
              <a:rPr lang="en-US" sz="3000" dirty="0">
                <a:solidFill>
                  <a:schemeClr val="accent5"/>
                </a:solidFill>
              </a:rPr>
              <a:t xml:space="preserve">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Min Vent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8.9 </a:t>
            </a:r>
            <a:r>
              <a:rPr lang="en-US" sz="1000" dirty="0">
                <a:solidFill>
                  <a:schemeClr val="accent5"/>
                </a:solidFill>
              </a:rPr>
              <a:t>L/min</a:t>
            </a:r>
          </a:p>
          <a:p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4AC545A9-2EA4-41AB-9EEF-8F3E95CD60C3}"/>
              </a:ext>
            </a:extLst>
          </p:cNvPr>
          <p:cNvSpPr/>
          <p:nvPr/>
        </p:nvSpPr>
        <p:spPr>
          <a:xfrm>
            <a:off x="5823013" y="2042700"/>
            <a:ext cx="3545632" cy="979714"/>
          </a:xfrm>
          <a:custGeom>
            <a:avLst/>
            <a:gdLst>
              <a:gd name="connsiteX0" fmla="*/ 0 w 3657600"/>
              <a:gd name="connsiteY0" fmla="*/ 951722 h 979714"/>
              <a:gd name="connsiteX1" fmla="*/ 905070 w 3657600"/>
              <a:gd name="connsiteY1" fmla="*/ 933061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70384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42391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536302"/>
              <a:gd name="connsiteY0" fmla="*/ 933060 h 979714"/>
              <a:gd name="connsiteX1" fmla="*/ 783772 w 3536302"/>
              <a:gd name="connsiteY1" fmla="*/ 942392 h 979714"/>
              <a:gd name="connsiteX2" fmla="*/ 793102 w 3536302"/>
              <a:gd name="connsiteY2" fmla="*/ 0 h 979714"/>
              <a:gd name="connsiteX3" fmla="*/ 1660849 w 3536302"/>
              <a:gd name="connsiteY3" fmla="*/ 0 h 979714"/>
              <a:gd name="connsiteX4" fmla="*/ 1651519 w 3536302"/>
              <a:gd name="connsiteY4" fmla="*/ 951722 h 979714"/>
              <a:gd name="connsiteX5" fmla="*/ 2500604 w 3536302"/>
              <a:gd name="connsiteY5" fmla="*/ 942391 h 979714"/>
              <a:gd name="connsiteX6" fmla="*/ 2509935 w 3536302"/>
              <a:gd name="connsiteY6" fmla="*/ 46653 h 979714"/>
              <a:gd name="connsiteX7" fmla="*/ 3284376 w 3536302"/>
              <a:gd name="connsiteY7" fmla="*/ 46653 h 979714"/>
              <a:gd name="connsiteX8" fmla="*/ 3293706 w 3536302"/>
              <a:gd name="connsiteY8" fmla="*/ 970384 h 979714"/>
              <a:gd name="connsiteX9" fmla="*/ 3536302 w 353630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509934 w 3545632"/>
              <a:gd name="connsiteY5" fmla="*/ 94239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70382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00604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45632" h="979714">
                <a:moveTo>
                  <a:pt x="0" y="933060"/>
                </a:moveTo>
                <a:lnTo>
                  <a:pt x="793102" y="942392"/>
                </a:lnTo>
                <a:lnTo>
                  <a:pt x="802432" y="0"/>
                </a:lnTo>
                <a:lnTo>
                  <a:pt x="1670179" y="0"/>
                </a:lnTo>
                <a:lnTo>
                  <a:pt x="1660849" y="951722"/>
                </a:lnTo>
                <a:lnTo>
                  <a:pt x="2491272" y="951721"/>
                </a:lnTo>
                <a:cubicBezTo>
                  <a:pt x="2494382" y="650031"/>
                  <a:pt x="2497494" y="348343"/>
                  <a:pt x="2500604" y="46653"/>
                </a:cubicBezTo>
                <a:lnTo>
                  <a:pt x="3312368" y="46653"/>
                </a:lnTo>
                <a:cubicBezTo>
                  <a:pt x="3309257" y="354563"/>
                  <a:pt x="3306147" y="662474"/>
                  <a:pt x="3303036" y="970384"/>
                </a:cubicBezTo>
                <a:lnTo>
                  <a:pt x="3545632" y="979714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3A1C3BE3-D351-4604-AE10-90DA6979220D}"/>
              </a:ext>
            </a:extLst>
          </p:cNvPr>
          <p:cNvSpPr/>
          <p:nvPr/>
        </p:nvSpPr>
        <p:spPr>
          <a:xfrm>
            <a:off x="5822303" y="3741573"/>
            <a:ext cx="3601616" cy="1483568"/>
          </a:xfrm>
          <a:custGeom>
            <a:avLst/>
            <a:gdLst>
              <a:gd name="connsiteX0" fmla="*/ 0 w 3489649"/>
              <a:gd name="connsiteY0" fmla="*/ 961053 h 1576874"/>
              <a:gd name="connsiteX1" fmla="*/ 755780 w 3489649"/>
              <a:gd name="connsiteY1" fmla="*/ 970384 h 1576874"/>
              <a:gd name="connsiteX2" fmla="*/ 765111 w 3489649"/>
              <a:gd name="connsiteY2" fmla="*/ 0 h 1576874"/>
              <a:gd name="connsiteX3" fmla="*/ 1576874 w 3489649"/>
              <a:gd name="connsiteY3" fmla="*/ 251927 h 1576874"/>
              <a:gd name="connsiteX4" fmla="*/ 1660849 w 3489649"/>
              <a:gd name="connsiteY4" fmla="*/ 1576874 h 1576874"/>
              <a:gd name="connsiteX5" fmla="*/ 2565919 w 3489649"/>
              <a:gd name="connsiteY5" fmla="*/ 970384 h 1576874"/>
              <a:gd name="connsiteX6" fmla="*/ 2547258 w 3489649"/>
              <a:gd name="connsiteY6" fmla="*/ 65315 h 1576874"/>
              <a:gd name="connsiteX7" fmla="*/ 3228392 w 3489649"/>
              <a:gd name="connsiteY7" fmla="*/ 401217 h 1576874"/>
              <a:gd name="connsiteX8" fmla="*/ 3275045 w 3489649"/>
              <a:gd name="connsiteY8" fmla="*/ 1474237 h 1576874"/>
              <a:gd name="connsiteX9" fmla="*/ 3489649 w 3489649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875453 w 3526971"/>
              <a:gd name="connsiteY3" fmla="*/ 345234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474237"/>
              <a:gd name="connsiteX1" fmla="*/ 793102 w 3526971"/>
              <a:gd name="connsiteY1" fmla="*/ 970384 h 1474237"/>
              <a:gd name="connsiteX2" fmla="*/ 802433 w 3526971"/>
              <a:gd name="connsiteY2" fmla="*/ 0 h 1474237"/>
              <a:gd name="connsiteX3" fmla="*/ 1875453 w 3526971"/>
              <a:gd name="connsiteY3" fmla="*/ 345234 h 1474237"/>
              <a:gd name="connsiteX4" fmla="*/ 1950098 w 3526971"/>
              <a:gd name="connsiteY4" fmla="*/ 1446246 h 1474237"/>
              <a:gd name="connsiteX5" fmla="*/ 2603241 w 3526971"/>
              <a:gd name="connsiteY5" fmla="*/ 970384 h 1474237"/>
              <a:gd name="connsiteX6" fmla="*/ 2584580 w 3526971"/>
              <a:gd name="connsiteY6" fmla="*/ 65315 h 1474237"/>
              <a:gd name="connsiteX7" fmla="*/ 3265714 w 3526971"/>
              <a:gd name="connsiteY7" fmla="*/ 401217 h 1474237"/>
              <a:gd name="connsiteX8" fmla="*/ 3312367 w 3526971"/>
              <a:gd name="connsiteY8" fmla="*/ 1474237 h 1474237"/>
              <a:gd name="connsiteX9" fmla="*/ 3526971 w 3526971"/>
              <a:gd name="connsiteY9" fmla="*/ 1138335 h 1474237"/>
              <a:gd name="connsiteX0" fmla="*/ 0 w 3526971"/>
              <a:gd name="connsiteY0" fmla="*/ 1315617 h 1483568"/>
              <a:gd name="connsiteX1" fmla="*/ 793102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718457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830424 w 3526971"/>
              <a:gd name="connsiteY1" fmla="*/ 979715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82147 w 3526971"/>
              <a:gd name="connsiteY3" fmla="*/ 373226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359020 w 3526971"/>
              <a:gd name="connsiteY7" fmla="*/ 438540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483568"/>
              <a:gd name="connsiteX1" fmla="*/ 830424 w 3526971"/>
              <a:gd name="connsiteY1" fmla="*/ 998376 h 1483568"/>
              <a:gd name="connsiteX2" fmla="*/ 839756 w 3526971"/>
              <a:gd name="connsiteY2" fmla="*/ 0 h 1483568"/>
              <a:gd name="connsiteX3" fmla="*/ 1679510 w 3526971"/>
              <a:gd name="connsiteY3" fmla="*/ 307911 h 1483568"/>
              <a:gd name="connsiteX4" fmla="*/ 1679510 w 3526971"/>
              <a:gd name="connsiteY4" fmla="*/ 1446247 h 1483568"/>
              <a:gd name="connsiteX5" fmla="*/ 2603241 w 3526971"/>
              <a:gd name="connsiteY5" fmla="*/ 998376 h 1483568"/>
              <a:gd name="connsiteX6" fmla="*/ 2584580 w 3526971"/>
              <a:gd name="connsiteY6" fmla="*/ 93307 h 1483568"/>
              <a:gd name="connsiteX7" fmla="*/ 3359020 w 3526971"/>
              <a:gd name="connsiteY7" fmla="*/ 438540 h 1483568"/>
              <a:gd name="connsiteX8" fmla="*/ 3377681 w 3526971"/>
              <a:gd name="connsiteY8" fmla="*/ 1483568 h 1483568"/>
              <a:gd name="connsiteX9" fmla="*/ 3526971 w 3526971"/>
              <a:gd name="connsiteY9" fmla="*/ 1166327 h 1483568"/>
              <a:gd name="connsiteX0" fmla="*/ 0 w 3573624"/>
              <a:gd name="connsiteY0" fmla="*/ 1334278 h 1483568"/>
              <a:gd name="connsiteX1" fmla="*/ 830424 w 3573624"/>
              <a:gd name="connsiteY1" fmla="*/ 998376 h 1483568"/>
              <a:gd name="connsiteX2" fmla="*/ 839756 w 3573624"/>
              <a:gd name="connsiteY2" fmla="*/ 0 h 1483568"/>
              <a:gd name="connsiteX3" fmla="*/ 1679510 w 3573624"/>
              <a:gd name="connsiteY3" fmla="*/ 307911 h 1483568"/>
              <a:gd name="connsiteX4" fmla="*/ 1679510 w 3573624"/>
              <a:gd name="connsiteY4" fmla="*/ 1446247 h 1483568"/>
              <a:gd name="connsiteX5" fmla="*/ 2603241 w 3573624"/>
              <a:gd name="connsiteY5" fmla="*/ 998376 h 1483568"/>
              <a:gd name="connsiteX6" fmla="*/ 2584580 w 3573624"/>
              <a:gd name="connsiteY6" fmla="*/ 93307 h 1483568"/>
              <a:gd name="connsiteX7" fmla="*/ 3359020 w 3573624"/>
              <a:gd name="connsiteY7" fmla="*/ 438540 h 1483568"/>
              <a:gd name="connsiteX8" fmla="*/ 3377681 w 3573624"/>
              <a:gd name="connsiteY8" fmla="*/ 1483568 h 1483568"/>
              <a:gd name="connsiteX9" fmla="*/ 3573624 w 3573624"/>
              <a:gd name="connsiteY9" fmla="*/ 1184989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84579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38774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01616" h="1483568">
                <a:moveTo>
                  <a:pt x="0" y="1334278"/>
                </a:moveTo>
                <a:cubicBezTo>
                  <a:pt x="233266" y="1150776"/>
                  <a:pt x="559835" y="1060580"/>
                  <a:pt x="830424" y="998376"/>
                </a:cubicBezTo>
                <a:cubicBezTo>
                  <a:pt x="833534" y="674915"/>
                  <a:pt x="836646" y="323461"/>
                  <a:pt x="839756" y="0"/>
                </a:cubicBezTo>
                <a:lnTo>
                  <a:pt x="1642188" y="307911"/>
                </a:lnTo>
                <a:cubicBezTo>
                  <a:pt x="1645298" y="671805"/>
                  <a:pt x="1648408" y="1082353"/>
                  <a:pt x="1651518" y="1446247"/>
                </a:cubicBezTo>
                <a:cubicBezTo>
                  <a:pt x="1912775" y="1212981"/>
                  <a:pt x="2202802" y="1073023"/>
                  <a:pt x="2557365" y="979716"/>
                </a:cubicBezTo>
                <a:cubicBezTo>
                  <a:pt x="2557365" y="681136"/>
                  <a:pt x="2553608" y="366876"/>
                  <a:pt x="2553608" y="68296"/>
                </a:cubicBezTo>
                <a:lnTo>
                  <a:pt x="3333620" y="387740"/>
                </a:lnTo>
                <a:cubicBezTo>
                  <a:pt x="3333490" y="733966"/>
                  <a:pt x="3333361" y="1137342"/>
                  <a:pt x="3333231" y="1483568"/>
                </a:cubicBezTo>
                <a:cubicBezTo>
                  <a:pt x="3454529" y="1306287"/>
                  <a:pt x="3508310" y="1287626"/>
                  <a:pt x="3601616" y="120365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teachIM logo" descr="Icon  Description automatically generated">
            <a:extLst>
              <a:ext uri="{FF2B5EF4-FFF2-40B4-BE49-F238E27FC236}">
                <a16:creationId xmlns:a16="http://schemas.microsoft.com/office/drawing/2014/main" id="{D9F91320-1CAC-4479-A147-54E052EFE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2928994-1C24-4980-B15D-94C10569E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169115"/>
              </p:ext>
            </p:extLst>
          </p:nvPr>
        </p:nvGraphicFramePr>
        <p:xfrm>
          <a:off x="603473" y="3883120"/>
          <a:ext cx="2847944" cy="187395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23972">
                  <a:extLst>
                    <a:ext uri="{9D8B030D-6E8A-4147-A177-3AD203B41FA5}">
                      <a16:colId xmlns:a16="http://schemas.microsoft.com/office/drawing/2014/main" val="3165108358"/>
                    </a:ext>
                  </a:extLst>
                </a:gridCol>
                <a:gridCol w="1423972">
                  <a:extLst>
                    <a:ext uri="{9D8B030D-6E8A-4147-A177-3AD203B41FA5}">
                      <a16:colId xmlns:a16="http://schemas.microsoft.com/office/drawing/2014/main" val="3444388896"/>
                    </a:ext>
                  </a:extLst>
                </a:gridCol>
              </a:tblGrid>
              <a:tr h="3747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FiO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202411"/>
                  </a:ext>
                </a:extLst>
              </a:tr>
              <a:tr h="3747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796022"/>
                  </a:ext>
                </a:extLst>
              </a:tr>
              <a:tr h="3747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152083"/>
                  </a:ext>
                </a:extLst>
              </a:tr>
              <a:tr h="3747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709305"/>
                  </a:ext>
                </a:extLst>
              </a:tr>
              <a:tr h="3747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791481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E159F9CA-6510-4E64-BFE6-40C5D58628CF}"/>
              </a:ext>
            </a:extLst>
          </p:cNvPr>
          <p:cNvGrpSpPr/>
          <p:nvPr/>
        </p:nvGrpSpPr>
        <p:grpSpPr>
          <a:xfrm>
            <a:off x="3544303" y="795500"/>
            <a:ext cx="7676045" cy="425769"/>
            <a:chOff x="3544303" y="795500"/>
            <a:chExt cx="7676045" cy="425769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BFB7A43-9DFE-44A6-83C5-78D7CA9BCB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6051" y="795500"/>
              <a:ext cx="6912436" cy="32012"/>
            </a:xfrm>
            <a:prstGeom prst="line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D76CBF5-6BAA-4801-B06C-21343B362D06}"/>
                </a:ext>
              </a:extLst>
            </p:cNvPr>
            <p:cNvSpPr txBox="1"/>
            <p:nvPr/>
          </p:nvSpPr>
          <p:spPr>
            <a:xfrm>
              <a:off x="3544303" y="851937"/>
              <a:ext cx="11034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Room air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D5CF369-36DB-47CA-9669-9C9FA9CE18F5}"/>
                </a:ext>
              </a:extLst>
            </p:cNvPr>
            <p:cNvSpPr txBox="1"/>
            <p:nvPr/>
          </p:nvSpPr>
          <p:spPr>
            <a:xfrm>
              <a:off x="9500952" y="836749"/>
              <a:ext cx="1719396" cy="368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High O</a:t>
              </a:r>
              <a:r>
                <a:rPr lang="en-US" baseline="-25000" dirty="0"/>
                <a:t xml:space="preserve">2 </a:t>
              </a:r>
              <a:r>
                <a:rPr lang="en-US" dirty="0"/>
                <a:t>support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65994E5-6877-40B1-87AE-F08AEE743D28}"/>
              </a:ext>
            </a:extLst>
          </p:cNvPr>
          <p:cNvSpPr txBox="1"/>
          <p:nvPr/>
        </p:nvSpPr>
        <p:spPr>
          <a:xfrm>
            <a:off x="6560655" y="670284"/>
            <a:ext cx="178315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↑ PEEP, ↑ FiO</a:t>
            </a:r>
            <a:r>
              <a:rPr lang="en-US" baseline="-25000" dirty="0"/>
              <a:t>2</a:t>
            </a:r>
            <a:r>
              <a:rPr lang="en-US" dirty="0"/>
              <a:t xml:space="preserve"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CA0AE9-3A5A-4DA0-BB4A-668990ACE39E}"/>
              </a:ext>
            </a:extLst>
          </p:cNvPr>
          <p:cNvSpPr txBox="1"/>
          <p:nvPr/>
        </p:nvSpPr>
        <p:spPr>
          <a:xfrm>
            <a:off x="4572092" y="36284"/>
            <a:ext cx="56465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WHAT IS THE LEVEL OF O</a:t>
            </a:r>
            <a:r>
              <a:rPr lang="en-US" sz="2800" b="1" baseline="-25000" dirty="0"/>
              <a:t>2</a:t>
            </a:r>
            <a:r>
              <a:rPr lang="en-US" sz="2800" b="1" dirty="0"/>
              <a:t xml:space="preserve"> SUPPORT?</a:t>
            </a:r>
          </a:p>
        </p:txBody>
      </p:sp>
      <p:sp>
        <p:nvSpPr>
          <p:cNvPr id="49" name="question 1">
            <a:hlinkClick r:id="rId4" action="ppaction://hlinksldjump"/>
            <a:extLst>
              <a:ext uri="{FF2B5EF4-FFF2-40B4-BE49-F238E27FC236}">
                <a16:creationId xmlns:a16="http://schemas.microsoft.com/office/drawing/2014/main" id="{2F844638-ABB1-461F-BD43-9AC1180CF5FF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</a:t>
            </a:r>
          </a:p>
        </p:txBody>
      </p:sp>
      <p:sp>
        <p:nvSpPr>
          <p:cNvPr id="50" name="Question 2">
            <a:hlinkClick r:id="rId5" action="ppaction://hlinksldjump"/>
            <a:extLst>
              <a:ext uri="{FF2B5EF4-FFF2-40B4-BE49-F238E27FC236}">
                <a16:creationId xmlns:a16="http://schemas.microsoft.com/office/drawing/2014/main" id="{D8FB95D6-5F18-4697-80E1-33A763A0CF0A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 xml:space="preserve"> support</a:t>
            </a:r>
          </a:p>
        </p:txBody>
      </p:sp>
      <p:sp>
        <p:nvSpPr>
          <p:cNvPr id="51" name="question 4">
            <a:hlinkClick r:id="rId6" action="ppaction://hlinksldjump"/>
            <a:extLst>
              <a:ext uri="{FF2B5EF4-FFF2-40B4-BE49-F238E27FC236}">
                <a16:creationId xmlns:a16="http://schemas.microsoft.com/office/drawing/2014/main" id="{DF3E9064-6539-429F-AFB7-B0E3458E0FCD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Ventilation</a:t>
            </a:r>
          </a:p>
        </p:txBody>
      </p:sp>
      <p:pic>
        <p:nvPicPr>
          <p:cNvPr id="52" name="Graphic 51" descr="Cursor with solid fill">
            <a:extLst>
              <a:ext uri="{FF2B5EF4-FFF2-40B4-BE49-F238E27FC236}">
                <a16:creationId xmlns:a16="http://schemas.microsoft.com/office/drawing/2014/main" id="{375D859B-106C-4F7B-A0D4-98EBCDD7C2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60596" y="945241"/>
            <a:ext cx="301752" cy="301752"/>
          </a:xfrm>
          <a:prstGeom prst="rect">
            <a:avLst/>
          </a:prstGeom>
        </p:spPr>
      </p:pic>
      <p:pic>
        <p:nvPicPr>
          <p:cNvPr id="56" name="Graphic 55" descr="Cursor with solid fill">
            <a:extLst>
              <a:ext uri="{FF2B5EF4-FFF2-40B4-BE49-F238E27FC236}">
                <a16:creationId xmlns:a16="http://schemas.microsoft.com/office/drawing/2014/main" id="{E81D3A68-EDE6-4C75-B1D1-3D474839A0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60596" y="2088760"/>
            <a:ext cx="301752" cy="301752"/>
          </a:xfrm>
          <a:prstGeom prst="rect">
            <a:avLst/>
          </a:prstGeom>
        </p:spPr>
      </p:pic>
      <p:sp>
        <p:nvSpPr>
          <p:cNvPr id="61" name="question 4">
            <a:hlinkClick r:id="rId9" action="ppaction://hlinksldjump"/>
            <a:extLst>
              <a:ext uri="{FF2B5EF4-FFF2-40B4-BE49-F238E27FC236}">
                <a16:creationId xmlns:a16="http://schemas.microsoft.com/office/drawing/2014/main" id="{9720E260-67A8-450A-84AC-BB81CA66E00A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62" name="Graphic 61" descr="Cursor with solid fill">
            <a:extLst>
              <a:ext uri="{FF2B5EF4-FFF2-40B4-BE49-F238E27FC236}">
                <a16:creationId xmlns:a16="http://schemas.microsoft.com/office/drawing/2014/main" id="{C8BE5BAD-3994-439C-A922-AF29C4C535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sp>
        <p:nvSpPr>
          <p:cNvPr id="64" name="question 3">
            <a:hlinkClick r:id="rId10" action="ppaction://hlinksldjump"/>
            <a:extLst>
              <a:ext uri="{FF2B5EF4-FFF2-40B4-BE49-F238E27FC236}">
                <a16:creationId xmlns:a16="http://schemas.microsoft.com/office/drawing/2014/main" id="{08C79552-F093-47B8-ADC5-1F0950E37A82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Mechanics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65" name="Graphic 64" descr="Cursor with solid fill">
            <a:extLst>
              <a:ext uri="{FF2B5EF4-FFF2-40B4-BE49-F238E27FC236}">
                <a16:creationId xmlns:a16="http://schemas.microsoft.com/office/drawing/2014/main" id="{72E5A6D6-4D42-43CB-9176-C520E52FD5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60596" y="2652352"/>
            <a:ext cx="301752" cy="301752"/>
          </a:xfrm>
          <a:prstGeom prst="rect">
            <a:avLst/>
          </a:prstGeom>
        </p:spPr>
      </p:pic>
      <p:sp>
        <p:nvSpPr>
          <p:cNvPr id="66" name="question 1">
            <a:hlinkClick r:id="rId11" action="ppaction://hlinksldjump"/>
            <a:extLst>
              <a:ext uri="{FF2B5EF4-FFF2-40B4-BE49-F238E27FC236}">
                <a16:creationId xmlns:a16="http://schemas.microsoft.com/office/drawing/2014/main" id="{FD79945C-B06E-4CD2-9410-224216A9FA97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Orientation</a:t>
            </a:r>
          </a:p>
        </p:txBody>
      </p:sp>
      <p:pic>
        <p:nvPicPr>
          <p:cNvPr id="67" name="Graphic 66" descr="Cursor with solid fill">
            <a:extLst>
              <a:ext uri="{FF2B5EF4-FFF2-40B4-BE49-F238E27FC236}">
                <a16:creationId xmlns:a16="http://schemas.microsoft.com/office/drawing/2014/main" id="{2985673B-9933-4DC7-AF82-EFDB0A890C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60596" y="422343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6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FC720513-FBB0-F448-A208-378FE35B7AB4}"/>
              </a:ext>
            </a:extLst>
          </p:cNvPr>
          <p:cNvGrpSpPr/>
          <p:nvPr/>
        </p:nvGrpSpPr>
        <p:grpSpPr>
          <a:xfrm>
            <a:off x="3867664" y="1382357"/>
            <a:ext cx="7132845" cy="4811668"/>
            <a:chOff x="3867664" y="1382357"/>
            <a:chExt cx="7132845" cy="4811668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60F832D-0812-ED45-A7C0-670C880FEABA}"/>
                </a:ext>
              </a:extLst>
            </p:cNvPr>
            <p:cNvGrpSpPr/>
            <p:nvPr/>
          </p:nvGrpSpPr>
          <p:grpSpPr>
            <a:xfrm>
              <a:off x="3867664" y="1382357"/>
              <a:ext cx="7132845" cy="4811668"/>
              <a:chOff x="3867664" y="1382357"/>
              <a:chExt cx="7132845" cy="4811668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74474BE-B012-CA4F-A50A-45697069BE52}"/>
                  </a:ext>
                </a:extLst>
              </p:cNvPr>
              <p:cNvSpPr/>
              <p:nvPr/>
            </p:nvSpPr>
            <p:spPr>
              <a:xfrm>
                <a:off x="3867664" y="1382357"/>
                <a:ext cx="7132845" cy="4811668"/>
              </a:xfrm>
              <a:prstGeom prst="rect">
                <a:avLst/>
              </a:prstGeom>
              <a:solidFill>
                <a:schemeClr val="bg2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D88C2ECB-1C02-864A-A827-A1AFD59DB2B9}"/>
                  </a:ext>
                </a:extLst>
              </p:cNvPr>
              <p:cNvSpPr/>
              <p:nvPr/>
            </p:nvSpPr>
            <p:spPr>
              <a:xfrm>
                <a:off x="5404449" y="1673355"/>
                <a:ext cx="4219183" cy="39543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D65A6ED9-E7F2-A148-9334-2EE8DB356152}"/>
                  </a:ext>
                </a:extLst>
              </p:cNvPr>
              <p:cNvSpPr/>
              <p:nvPr/>
            </p:nvSpPr>
            <p:spPr>
              <a:xfrm>
                <a:off x="9897561" y="4995958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35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7658DD1-B41E-A449-89F2-31F14861493C}"/>
                  </a:ext>
                </a:extLst>
              </p:cNvPr>
              <p:cNvSpPr txBox="1"/>
              <p:nvPr/>
            </p:nvSpPr>
            <p:spPr>
              <a:xfrm>
                <a:off x="10058242" y="5757075"/>
                <a:ext cx="5741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FiO</a:t>
                </a:r>
                <a:r>
                  <a:rPr lang="en-US" baseline="-25000" dirty="0"/>
                  <a:t>2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0149814-36D5-F146-8666-304C4852E452}"/>
                  </a:ext>
                </a:extLst>
              </p:cNvPr>
              <p:cNvSpPr txBox="1"/>
              <p:nvPr/>
            </p:nvSpPr>
            <p:spPr>
              <a:xfrm>
                <a:off x="9980610" y="4570030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PEEP</a:t>
                </a:r>
                <a:endParaRPr lang="en-US" baseline="-25000" dirty="0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3E2A522-9436-E54B-B77E-8302B456FF79}"/>
                  </a:ext>
                </a:extLst>
              </p:cNvPr>
              <p:cNvSpPr txBox="1"/>
              <p:nvPr/>
            </p:nvSpPr>
            <p:spPr>
              <a:xfrm>
                <a:off x="10086408" y="2241468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RR</a:t>
                </a:r>
                <a:endParaRPr lang="en-US" baseline="-25000" dirty="0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B7BC94B4-A65A-B746-8A91-E8D6308869D3}"/>
                  </a:ext>
                </a:extLst>
              </p:cNvPr>
              <p:cNvGrpSpPr/>
              <p:nvPr/>
            </p:nvGrpSpPr>
            <p:grpSpPr>
              <a:xfrm>
                <a:off x="5832092" y="1883420"/>
                <a:ext cx="3633805" cy="1416221"/>
                <a:chOff x="5288692" y="1890584"/>
                <a:chExt cx="3633805" cy="1416221"/>
              </a:xfrm>
            </p:grpSpPr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9DEC1CA1-DA50-1B4E-BF58-ABB65E1195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88692" y="1890584"/>
                  <a:ext cx="0" cy="1416219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Arrow Connector 84">
                  <a:extLst>
                    <a:ext uri="{FF2B5EF4-FFF2-40B4-BE49-F238E27FC236}">
                      <a16:creationId xmlns:a16="http://schemas.microsoft.com/office/drawing/2014/main" id="{F846DF16-D834-234D-9351-0C3E0D77C1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91671" y="3306804"/>
                  <a:ext cx="3630826" cy="1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566A771-34F7-964A-BA5F-ED48D0E04B42}"/>
                  </a:ext>
                </a:extLst>
              </p:cNvPr>
              <p:cNvSpPr txBox="1"/>
              <p:nvPr/>
            </p:nvSpPr>
            <p:spPr>
              <a:xfrm>
                <a:off x="7324226" y="3255787"/>
                <a:ext cx="6495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Time</a:t>
                </a:r>
                <a:endParaRPr lang="en-US" baseline="-25000" dirty="0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E478816-17A5-0340-B800-D4C02CFA748E}"/>
                  </a:ext>
                </a:extLst>
              </p:cNvPr>
              <p:cNvSpPr txBox="1"/>
              <p:nvPr/>
            </p:nvSpPr>
            <p:spPr>
              <a:xfrm rot="16200000">
                <a:off x="5161627" y="2406864"/>
                <a:ext cx="9897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Pressure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E424B81-597E-9147-8A16-608E3097F034}"/>
                  </a:ext>
                </a:extLst>
              </p:cNvPr>
              <p:cNvSpPr txBox="1"/>
              <p:nvPr/>
            </p:nvSpPr>
            <p:spPr>
              <a:xfrm>
                <a:off x="10135758" y="3395453"/>
                <a:ext cx="3914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V</a:t>
                </a:r>
                <a:r>
                  <a:rPr lang="en-US" baseline="-25000" dirty="0"/>
                  <a:t>T</a:t>
                </a: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5889ACF3-99B1-AE48-8CF8-8AADF8A6CA65}"/>
                  </a:ext>
                </a:extLst>
              </p:cNvPr>
              <p:cNvSpPr/>
              <p:nvPr/>
            </p:nvSpPr>
            <p:spPr>
              <a:xfrm>
                <a:off x="9897561" y="3816104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5</a:t>
                </a: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FB345990-5261-8947-85A9-398D67DB6D63}"/>
                  </a:ext>
                </a:extLst>
              </p:cNvPr>
              <p:cNvSpPr/>
              <p:nvPr/>
            </p:nvSpPr>
            <p:spPr>
              <a:xfrm>
                <a:off x="9897561" y="1456394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18</a:t>
                </a: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6D7520D7-0759-1349-95DE-DAFA319BA580}"/>
                  </a:ext>
                </a:extLst>
              </p:cNvPr>
              <p:cNvSpPr/>
              <p:nvPr/>
            </p:nvSpPr>
            <p:spPr>
              <a:xfrm>
                <a:off x="9897561" y="2636249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360</a:t>
                </a:r>
              </a:p>
            </p:txBody>
          </p:sp>
        </p:grp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6FB1F7E-2948-094C-8FEC-701A5D912C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2092" y="3754096"/>
              <a:ext cx="0" cy="141621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AA7968B-041D-FB4C-BCD0-9E3151A9B2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5071" y="4737827"/>
              <a:ext cx="3630826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38F2F12-0964-C646-9406-931B1E45D251}"/>
                </a:ext>
              </a:extLst>
            </p:cNvPr>
            <p:cNvSpPr txBox="1"/>
            <p:nvPr/>
          </p:nvSpPr>
          <p:spPr>
            <a:xfrm rot="16200000">
              <a:off x="5341804" y="4277541"/>
              <a:ext cx="629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Flow</a:t>
              </a: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4B97410-8886-D749-BE52-CC71B0D55A57}"/>
              </a:ext>
            </a:extLst>
          </p:cNvPr>
          <p:cNvSpPr/>
          <p:nvPr/>
        </p:nvSpPr>
        <p:spPr>
          <a:xfrm>
            <a:off x="4148770" y="1672521"/>
            <a:ext cx="1053132" cy="3460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5"/>
                </a:solidFill>
              </a:rPr>
              <a:t>P</a:t>
            </a:r>
            <a:r>
              <a:rPr lang="en-US" baseline="-25000" dirty="0">
                <a:solidFill>
                  <a:schemeClr val="accent5"/>
                </a:solidFill>
              </a:rPr>
              <a:t>Peak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22 </a:t>
            </a:r>
            <a:r>
              <a:rPr lang="en-US" sz="1000" dirty="0">
                <a:solidFill>
                  <a:schemeClr val="accent5"/>
                </a:solidFill>
              </a:rPr>
              <a:t>cm H</a:t>
            </a:r>
            <a:r>
              <a:rPr lang="en-US" sz="1000" baseline="-25000" dirty="0">
                <a:solidFill>
                  <a:schemeClr val="accent5"/>
                </a:solidFill>
              </a:rPr>
              <a:t>2</a:t>
            </a:r>
            <a:r>
              <a:rPr lang="en-US" sz="1000" dirty="0">
                <a:solidFill>
                  <a:schemeClr val="accent5"/>
                </a:solidFill>
              </a:rPr>
              <a:t xml:space="preserve">O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355 </a:t>
            </a:r>
            <a:r>
              <a:rPr lang="en-US" sz="1000" dirty="0">
                <a:solidFill>
                  <a:schemeClr val="accent5"/>
                </a:solidFill>
              </a:rPr>
              <a:t>mL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RR</a:t>
            </a:r>
            <a:endParaRPr lang="en-US" baseline="-25000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20 </a:t>
            </a:r>
            <a:r>
              <a:rPr lang="en-US" sz="1000" dirty="0">
                <a:solidFill>
                  <a:schemeClr val="accent5"/>
                </a:solidFill>
              </a:rPr>
              <a:t>min</a:t>
            </a:r>
            <a:r>
              <a:rPr lang="en-US" sz="1000" baseline="30000" dirty="0">
                <a:solidFill>
                  <a:schemeClr val="accent5"/>
                </a:solidFill>
              </a:rPr>
              <a:t>-1</a:t>
            </a:r>
            <a:r>
              <a:rPr lang="en-US" sz="3000" dirty="0">
                <a:solidFill>
                  <a:schemeClr val="accent5"/>
                </a:solidFill>
              </a:rPr>
              <a:t xml:space="preserve">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Min Vent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7.1 </a:t>
            </a:r>
            <a:r>
              <a:rPr lang="en-US" sz="1000" dirty="0">
                <a:solidFill>
                  <a:schemeClr val="accent5"/>
                </a:solidFill>
              </a:rPr>
              <a:t>L/min</a:t>
            </a:r>
          </a:p>
          <a:p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40" name="Ve">
            <a:hlinkClick r:id="rId2" action="ppaction://hlinksldjump"/>
            <a:extLst>
              <a:ext uri="{FF2B5EF4-FFF2-40B4-BE49-F238E27FC236}">
                <a16:creationId xmlns:a16="http://schemas.microsoft.com/office/drawing/2014/main" id="{BBB51CCD-1F0B-3049-AF41-FCE5B4DC36DA}"/>
              </a:ext>
            </a:extLst>
          </p:cNvPr>
          <p:cNvSpPr/>
          <p:nvPr/>
        </p:nvSpPr>
        <p:spPr>
          <a:xfrm>
            <a:off x="3198465" y="721215"/>
            <a:ext cx="3300249" cy="42901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 Check the minute ventilation</a:t>
            </a:r>
          </a:p>
        </p:txBody>
      </p:sp>
      <p:pic>
        <p:nvPicPr>
          <p:cNvPr id="44" name="teachIM logo" descr="Icon  Description automatically generated">
            <a:extLst>
              <a:ext uri="{FF2B5EF4-FFF2-40B4-BE49-F238E27FC236}">
                <a16:creationId xmlns:a16="http://schemas.microsoft.com/office/drawing/2014/main" id="{03A8A175-1202-4A8A-A3B6-F0F95133A0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E91932C-E865-4F4F-AF9C-7EF83F9850F0}"/>
              </a:ext>
            </a:extLst>
          </p:cNvPr>
          <p:cNvSpPr/>
          <p:nvPr/>
        </p:nvSpPr>
        <p:spPr>
          <a:xfrm>
            <a:off x="5823013" y="2087089"/>
            <a:ext cx="3545632" cy="1138598"/>
          </a:xfrm>
          <a:custGeom>
            <a:avLst/>
            <a:gdLst>
              <a:gd name="connsiteX0" fmla="*/ 0 w 3657600"/>
              <a:gd name="connsiteY0" fmla="*/ 951722 h 979714"/>
              <a:gd name="connsiteX1" fmla="*/ 905070 w 3657600"/>
              <a:gd name="connsiteY1" fmla="*/ 933061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70384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42391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536302"/>
              <a:gd name="connsiteY0" fmla="*/ 933060 h 979714"/>
              <a:gd name="connsiteX1" fmla="*/ 783772 w 3536302"/>
              <a:gd name="connsiteY1" fmla="*/ 942392 h 979714"/>
              <a:gd name="connsiteX2" fmla="*/ 793102 w 3536302"/>
              <a:gd name="connsiteY2" fmla="*/ 0 h 979714"/>
              <a:gd name="connsiteX3" fmla="*/ 1660849 w 3536302"/>
              <a:gd name="connsiteY3" fmla="*/ 0 h 979714"/>
              <a:gd name="connsiteX4" fmla="*/ 1651519 w 3536302"/>
              <a:gd name="connsiteY4" fmla="*/ 951722 h 979714"/>
              <a:gd name="connsiteX5" fmla="*/ 2500604 w 3536302"/>
              <a:gd name="connsiteY5" fmla="*/ 942391 h 979714"/>
              <a:gd name="connsiteX6" fmla="*/ 2509935 w 3536302"/>
              <a:gd name="connsiteY6" fmla="*/ 46653 h 979714"/>
              <a:gd name="connsiteX7" fmla="*/ 3284376 w 3536302"/>
              <a:gd name="connsiteY7" fmla="*/ 46653 h 979714"/>
              <a:gd name="connsiteX8" fmla="*/ 3293706 w 3536302"/>
              <a:gd name="connsiteY8" fmla="*/ 970384 h 979714"/>
              <a:gd name="connsiteX9" fmla="*/ 3536302 w 353630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509934 w 3545632"/>
              <a:gd name="connsiteY5" fmla="*/ 94239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70382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00604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1119672"/>
              <a:gd name="connsiteX1" fmla="*/ 793102 w 3545632"/>
              <a:gd name="connsiteY1" fmla="*/ 942392 h 1119672"/>
              <a:gd name="connsiteX2" fmla="*/ 802432 w 3545632"/>
              <a:gd name="connsiteY2" fmla="*/ 0 h 1119672"/>
              <a:gd name="connsiteX3" fmla="*/ 1670179 w 3545632"/>
              <a:gd name="connsiteY3" fmla="*/ 0 h 1119672"/>
              <a:gd name="connsiteX4" fmla="*/ 1660849 w 3545632"/>
              <a:gd name="connsiteY4" fmla="*/ 951722 h 1119672"/>
              <a:gd name="connsiteX5" fmla="*/ 2500602 w 3545632"/>
              <a:gd name="connsiteY5" fmla="*/ 1119672 h 1119672"/>
              <a:gd name="connsiteX6" fmla="*/ 2500604 w 3545632"/>
              <a:gd name="connsiteY6" fmla="*/ 46653 h 1119672"/>
              <a:gd name="connsiteX7" fmla="*/ 3312368 w 3545632"/>
              <a:gd name="connsiteY7" fmla="*/ 46653 h 1119672"/>
              <a:gd name="connsiteX8" fmla="*/ 3303036 w 3545632"/>
              <a:gd name="connsiteY8" fmla="*/ 970384 h 1119672"/>
              <a:gd name="connsiteX9" fmla="*/ 3545632 w 3545632"/>
              <a:gd name="connsiteY9" fmla="*/ 979714 h 1119672"/>
              <a:gd name="connsiteX0" fmla="*/ 0 w 3545632"/>
              <a:gd name="connsiteY0" fmla="*/ 933060 h 1175710"/>
              <a:gd name="connsiteX1" fmla="*/ 793102 w 3545632"/>
              <a:gd name="connsiteY1" fmla="*/ 942392 h 1175710"/>
              <a:gd name="connsiteX2" fmla="*/ 802432 w 3545632"/>
              <a:gd name="connsiteY2" fmla="*/ 0 h 1175710"/>
              <a:gd name="connsiteX3" fmla="*/ 1670179 w 3545632"/>
              <a:gd name="connsiteY3" fmla="*/ 0 h 1175710"/>
              <a:gd name="connsiteX4" fmla="*/ 1660849 w 3545632"/>
              <a:gd name="connsiteY4" fmla="*/ 951722 h 1175710"/>
              <a:gd name="connsiteX5" fmla="*/ 2425248 w 3545632"/>
              <a:gd name="connsiteY5" fmla="*/ 971088 h 1175710"/>
              <a:gd name="connsiteX6" fmla="*/ 2500602 w 3545632"/>
              <a:gd name="connsiteY6" fmla="*/ 1119672 h 1175710"/>
              <a:gd name="connsiteX7" fmla="*/ 2500604 w 3545632"/>
              <a:gd name="connsiteY7" fmla="*/ 46653 h 1175710"/>
              <a:gd name="connsiteX8" fmla="*/ 3312368 w 3545632"/>
              <a:gd name="connsiteY8" fmla="*/ 46653 h 1175710"/>
              <a:gd name="connsiteX9" fmla="*/ 3303036 w 3545632"/>
              <a:gd name="connsiteY9" fmla="*/ 970384 h 1175710"/>
              <a:gd name="connsiteX10" fmla="*/ 3545632 w 3545632"/>
              <a:gd name="connsiteY10" fmla="*/ 979714 h 1175710"/>
              <a:gd name="connsiteX0" fmla="*/ 0 w 3545632"/>
              <a:gd name="connsiteY0" fmla="*/ 933060 h 1175710"/>
              <a:gd name="connsiteX1" fmla="*/ 793102 w 3545632"/>
              <a:gd name="connsiteY1" fmla="*/ 942392 h 1175710"/>
              <a:gd name="connsiteX2" fmla="*/ 802432 w 3545632"/>
              <a:gd name="connsiteY2" fmla="*/ 0 h 1175710"/>
              <a:gd name="connsiteX3" fmla="*/ 1670179 w 3545632"/>
              <a:gd name="connsiteY3" fmla="*/ 0 h 1175710"/>
              <a:gd name="connsiteX4" fmla="*/ 1660849 w 3545632"/>
              <a:gd name="connsiteY4" fmla="*/ 951722 h 1175710"/>
              <a:gd name="connsiteX5" fmla="*/ 2425248 w 3545632"/>
              <a:gd name="connsiteY5" fmla="*/ 971088 h 1175710"/>
              <a:gd name="connsiteX6" fmla="*/ 2500602 w 3545632"/>
              <a:gd name="connsiteY6" fmla="*/ 1119672 h 1175710"/>
              <a:gd name="connsiteX7" fmla="*/ 2500604 w 3545632"/>
              <a:gd name="connsiteY7" fmla="*/ 46653 h 1175710"/>
              <a:gd name="connsiteX8" fmla="*/ 3312368 w 3545632"/>
              <a:gd name="connsiteY8" fmla="*/ 46653 h 1175710"/>
              <a:gd name="connsiteX9" fmla="*/ 3303036 w 3545632"/>
              <a:gd name="connsiteY9" fmla="*/ 970384 h 1175710"/>
              <a:gd name="connsiteX10" fmla="*/ 3545632 w 3545632"/>
              <a:gd name="connsiteY10" fmla="*/ 979714 h 1175710"/>
              <a:gd name="connsiteX0" fmla="*/ 0 w 3545632"/>
              <a:gd name="connsiteY0" fmla="*/ 933060 h 1175710"/>
              <a:gd name="connsiteX1" fmla="*/ 793102 w 3545632"/>
              <a:gd name="connsiteY1" fmla="*/ 942392 h 1175710"/>
              <a:gd name="connsiteX2" fmla="*/ 802432 w 3545632"/>
              <a:gd name="connsiteY2" fmla="*/ 0 h 1175710"/>
              <a:gd name="connsiteX3" fmla="*/ 1670179 w 3545632"/>
              <a:gd name="connsiteY3" fmla="*/ 0 h 1175710"/>
              <a:gd name="connsiteX4" fmla="*/ 1660849 w 3545632"/>
              <a:gd name="connsiteY4" fmla="*/ 951722 h 1175710"/>
              <a:gd name="connsiteX5" fmla="*/ 2425248 w 3545632"/>
              <a:gd name="connsiteY5" fmla="*/ 971088 h 1175710"/>
              <a:gd name="connsiteX6" fmla="*/ 2500602 w 3545632"/>
              <a:gd name="connsiteY6" fmla="*/ 1119672 h 1175710"/>
              <a:gd name="connsiteX7" fmla="*/ 2500604 w 3545632"/>
              <a:gd name="connsiteY7" fmla="*/ 46653 h 1175710"/>
              <a:gd name="connsiteX8" fmla="*/ 3312368 w 3545632"/>
              <a:gd name="connsiteY8" fmla="*/ 46653 h 1175710"/>
              <a:gd name="connsiteX9" fmla="*/ 3303036 w 3545632"/>
              <a:gd name="connsiteY9" fmla="*/ 970384 h 1175710"/>
              <a:gd name="connsiteX10" fmla="*/ 3545632 w 3545632"/>
              <a:gd name="connsiteY10" fmla="*/ 979714 h 1175710"/>
              <a:gd name="connsiteX0" fmla="*/ 0 w 3545632"/>
              <a:gd name="connsiteY0" fmla="*/ 933060 h 1173363"/>
              <a:gd name="connsiteX1" fmla="*/ 793102 w 3545632"/>
              <a:gd name="connsiteY1" fmla="*/ 942392 h 1173363"/>
              <a:gd name="connsiteX2" fmla="*/ 802432 w 3545632"/>
              <a:gd name="connsiteY2" fmla="*/ 0 h 1173363"/>
              <a:gd name="connsiteX3" fmla="*/ 1670179 w 3545632"/>
              <a:gd name="connsiteY3" fmla="*/ 0 h 1173363"/>
              <a:gd name="connsiteX4" fmla="*/ 1660849 w 3545632"/>
              <a:gd name="connsiteY4" fmla="*/ 951722 h 1173363"/>
              <a:gd name="connsiteX5" fmla="*/ 2415918 w 3545632"/>
              <a:gd name="connsiteY5" fmla="*/ 952427 h 1173363"/>
              <a:gd name="connsiteX6" fmla="*/ 2500602 w 3545632"/>
              <a:gd name="connsiteY6" fmla="*/ 1119672 h 1173363"/>
              <a:gd name="connsiteX7" fmla="*/ 2500604 w 3545632"/>
              <a:gd name="connsiteY7" fmla="*/ 46653 h 1173363"/>
              <a:gd name="connsiteX8" fmla="*/ 3312368 w 3545632"/>
              <a:gd name="connsiteY8" fmla="*/ 46653 h 1173363"/>
              <a:gd name="connsiteX9" fmla="*/ 3303036 w 3545632"/>
              <a:gd name="connsiteY9" fmla="*/ 970384 h 1173363"/>
              <a:gd name="connsiteX10" fmla="*/ 3545632 w 3545632"/>
              <a:gd name="connsiteY10" fmla="*/ 979714 h 1173363"/>
              <a:gd name="connsiteX0" fmla="*/ 0 w 3545632"/>
              <a:gd name="connsiteY0" fmla="*/ 933060 h 1173363"/>
              <a:gd name="connsiteX1" fmla="*/ 793102 w 3545632"/>
              <a:gd name="connsiteY1" fmla="*/ 942392 h 1173363"/>
              <a:gd name="connsiteX2" fmla="*/ 802432 w 3545632"/>
              <a:gd name="connsiteY2" fmla="*/ 0 h 1173363"/>
              <a:gd name="connsiteX3" fmla="*/ 1670179 w 3545632"/>
              <a:gd name="connsiteY3" fmla="*/ 0 h 1173363"/>
              <a:gd name="connsiteX4" fmla="*/ 1660849 w 3545632"/>
              <a:gd name="connsiteY4" fmla="*/ 951722 h 1173363"/>
              <a:gd name="connsiteX5" fmla="*/ 2415918 w 3545632"/>
              <a:gd name="connsiteY5" fmla="*/ 952427 h 1173363"/>
              <a:gd name="connsiteX6" fmla="*/ 2500602 w 3545632"/>
              <a:gd name="connsiteY6" fmla="*/ 1119672 h 1173363"/>
              <a:gd name="connsiteX7" fmla="*/ 2500604 w 3545632"/>
              <a:gd name="connsiteY7" fmla="*/ 46653 h 1173363"/>
              <a:gd name="connsiteX8" fmla="*/ 3312368 w 3545632"/>
              <a:gd name="connsiteY8" fmla="*/ 46653 h 1173363"/>
              <a:gd name="connsiteX9" fmla="*/ 3303036 w 3545632"/>
              <a:gd name="connsiteY9" fmla="*/ 970384 h 1173363"/>
              <a:gd name="connsiteX10" fmla="*/ 3545632 w 3545632"/>
              <a:gd name="connsiteY10" fmla="*/ 979714 h 1173363"/>
              <a:gd name="connsiteX0" fmla="*/ 0 w 3545632"/>
              <a:gd name="connsiteY0" fmla="*/ 933060 h 1181501"/>
              <a:gd name="connsiteX1" fmla="*/ 793102 w 3545632"/>
              <a:gd name="connsiteY1" fmla="*/ 942392 h 1181501"/>
              <a:gd name="connsiteX2" fmla="*/ 802432 w 3545632"/>
              <a:gd name="connsiteY2" fmla="*/ 0 h 1181501"/>
              <a:gd name="connsiteX3" fmla="*/ 1670179 w 3545632"/>
              <a:gd name="connsiteY3" fmla="*/ 0 h 1181501"/>
              <a:gd name="connsiteX4" fmla="*/ 1660849 w 3545632"/>
              <a:gd name="connsiteY4" fmla="*/ 951722 h 1181501"/>
              <a:gd name="connsiteX5" fmla="*/ 2415918 w 3545632"/>
              <a:gd name="connsiteY5" fmla="*/ 952427 h 1181501"/>
              <a:gd name="connsiteX6" fmla="*/ 2500602 w 3545632"/>
              <a:gd name="connsiteY6" fmla="*/ 1119672 h 1181501"/>
              <a:gd name="connsiteX7" fmla="*/ 2500604 w 3545632"/>
              <a:gd name="connsiteY7" fmla="*/ 46653 h 1181501"/>
              <a:gd name="connsiteX8" fmla="*/ 3312368 w 3545632"/>
              <a:gd name="connsiteY8" fmla="*/ 46653 h 1181501"/>
              <a:gd name="connsiteX9" fmla="*/ 3303036 w 3545632"/>
              <a:gd name="connsiteY9" fmla="*/ 970384 h 1181501"/>
              <a:gd name="connsiteX10" fmla="*/ 3545632 w 3545632"/>
              <a:gd name="connsiteY10" fmla="*/ 979714 h 1181501"/>
              <a:gd name="connsiteX0" fmla="*/ 0 w 3545632"/>
              <a:gd name="connsiteY0" fmla="*/ 933060 h 1187876"/>
              <a:gd name="connsiteX1" fmla="*/ 793102 w 3545632"/>
              <a:gd name="connsiteY1" fmla="*/ 942392 h 1187876"/>
              <a:gd name="connsiteX2" fmla="*/ 802432 w 3545632"/>
              <a:gd name="connsiteY2" fmla="*/ 0 h 1187876"/>
              <a:gd name="connsiteX3" fmla="*/ 1670179 w 3545632"/>
              <a:gd name="connsiteY3" fmla="*/ 0 h 1187876"/>
              <a:gd name="connsiteX4" fmla="*/ 1660849 w 3545632"/>
              <a:gd name="connsiteY4" fmla="*/ 951722 h 1187876"/>
              <a:gd name="connsiteX5" fmla="*/ 2425249 w 3545632"/>
              <a:gd name="connsiteY5" fmla="*/ 989749 h 1187876"/>
              <a:gd name="connsiteX6" fmla="*/ 2500602 w 3545632"/>
              <a:gd name="connsiteY6" fmla="*/ 1119672 h 1187876"/>
              <a:gd name="connsiteX7" fmla="*/ 2500604 w 3545632"/>
              <a:gd name="connsiteY7" fmla="*/ 46653 h 1187876"/>
              <a:gd name="connsiteX8" fmla="*/ 3312368 w 3545632"/>
              <a:gd name="connsiteY8" fmla="*/ 46653 h 1187876"/>
              <a:gd name="connsiteX9" fmla="*/ 3303036 w 3545632"/>
              <a:gd name="connsiteY9" fmla="*/ 970384 h 1187876"/>
              <a:gd name="connsiteX10" fmla="*/ 3545632 w 3545632"/>
              <a:gd name="connsiteY10" fmla="*/ 979714 h 1187876"/>
              <a:gd name="connsiteX0" fmla="*/ 0 w 3545632"/>
              <a:gd name="connsiteY0" fmla="*/ 933060 h 1182986"/>
              <a:gd name="connsiteX1" fmla="*/ 793102 w 3545632"/>
              <a:gd name="connsiteY1" fmla="*/ 942392 h 1182986"/>
              <a:gd name="connsiteX2" fmla="*/ 802432 w 3545632"/>
              <a:gd name="connsiteY2" fmla="*/ 0 h 1182986"/>
              <a:gd name="connsiteX3" fmla="*/ 1670179 w 3545632"/>
              <a:gd name="connsiteY3" fmla="*/ 0 h 1182986"/>
              <a:gd name="connsiteX4" fmla="*/ 1660849 w 3545632"/>
              <a:gd name="connsiteY4" fmla="*/ 951722 h 1182986"/>
              <a:gd name="connsiteX5" fmla="*/ 2425249 w 3545632"/>
              <a:gd name="connsiteY5" fmla="*/ 961757 h 1182986"/>
              <a:gd name="connsiteX6" fmla="*/ 2500602 w 3545632"/>
              <a:gd name="connsiteY6" fmla="*/ 1119672 h 1182986"/>
              <a:gd name="connsiteX7" fmla="*/ 2500604 w 3545632"/>
              <a:gd name="connsiteY7" fmla="*/ 46653 h 1182986"/>
              <a:gd name="connsiteX8" fmla="*/ 3312368 w 3545632"/>
              <a:gd name="connsiteY8" fmla="*/ 46653 h 1182986"/>
              <a:gd name="connsiteX9" fmla="*/ 3303036 w 3545632"/>
              <a:gd name="connsiteY9" fmla="*/ 970384 h 1182986"/>
              <a:gd name="connsiteX10" fmla="*/ 3545632 w 3545632"/>
              <a:gd name="connsiteY10" fmla="*/ 979714 h 1182986"/>
              <a:gd name="connsiteX0" fmla="*/ 0 w 3545632"/>
              <a:gd name="connsiteY0" fmla="*/ 933060 h 1182986"/>
              <a:gd name="connsiteX1" fmla="*/ 793102 w 3545632"/>
              <a:gd name="connsiteY1" fmla="*/ 942392 h 1182986"/>
              <a:gd name="connsiteX2" fmla="*/ 802432 w 3545632"/>
              <a:gd name="connsiteY2" fmla="*/ 0 h 1182986"/>
              <a:gd name="connsiteX3" fmla="*/ 1670179 w 3545632"/>
              <a:gd name="connsiteY3" fmla="*/ 0 h 1182986"/>
              <a:gd name="connsiteX4" fmla="*/ 1660849 w 3545632"/>
              <a:gd name="connsiteY4" fmla="*/ 951722 h 1182986"/>
              <a:gd name="connsiteX5" fmla="*/ 2425249 w 3545632"/>
              <a:gd name="connsiteY5" fmla="*/ 961757 h 1182986"/>
              <a:gd name="connsiteX6" fmla="*/ 2500602 w 3545632"/>
              <a:gd name="connsiteY6" fmla="*/ 1119672 h 1182986"/>
              <a:gd name="connsiteX7" fmla="*/ 2500604 w 3545632"/>
              <a:gd name="connsiteY7" fmla="*/ 46653 h 1182986"/>
              <a:gd name="connsiteX8" fmla="*/ 3312368 w 3545632"/>
              <a:gd name="connsiteY8" fmla="*/ 46653 h 1182986"/>
              <a:gd name="connsiteX9" fmla="*/ 3303036 w 3545632"/>
              <a:gd name="connsiteY9" fmla="*/ 970384 h 1182986"/>
              <a:gd name="connsiteX10" fmla="*/ 3545632 w 3545632"/>
              <a:gd name="connsiteY10" fmla="*/ 979714 h 1182986"/>
              <a:gd name="connsiteX0" fmla="*/ 0 w 3545632"/>
              <a:gd name="connsiteY0" fmla="*/ 933060 h 1182986"/>
              <a:gd name="connsiteX1" fmla="*/ 577787 w 3545632"/>
              <a:gd name="connsiteY1" fmla="*/ 949882 h 1182986"/>
              <a:gd name="connsiteX2" fmla="*/ 793102 w 3545632"/>
              <a:gd name="connsiteY2" fmla="*/ 942392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577787 w 3545632"/>
              <a:gd name="connsiteY1" fmla="*/ 949882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668471 w 3545632"/>
              <a:gd name="connsiteY1" fmla="*/ 934768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668471 w 3545632"/>
              <a:gd name="connsiteY1" fmla="*/ 934768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668471 w 3545632"/>
              <a:gd name="connsiteY1" fmla="*/ 934768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668471 w 3545632"/>
              <a:gd name="connsiteY1" fmla="*/ 934768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712859 w 3545632"/>
              <a:gd name="connsiteY1" fmla="*/ 943646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712859 w 3545632"/>
              <a:gd name="connsiteY1" fmla="*/ 943646 h 1182986"/>
              <a:gd name="connsiteX2" fmla="*/ 808216 w 3545632"/>
              <a:gd name="connsiteY2" fmla="*/ 1150027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712859 w 3545632"/>
              <a:gd name="connsiteY1" fmla="*/ 943646 h 1182986"/>
              <a:gd name="connsiteX2" fmla="*/ 808216 w 3545632"/>
              <a:gd name="connsiteY2" fmla="*/ 1150027 h 1182986"/>
              <a:gd name="connsiteX3" fmla="*/ 802432 w 3545632"/>
              <a:gd name="connsiteY3" fmla="*/ 0 h 1182986"/>
              <a:gd name="connsiteX4" fmla="*/ 1670179 w 3545632"/>
              <a:gd name="connsiteY4" fmla="*/ 3551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06427 h 1156353"/>
              <a:gd name="connsiteX1" fmla="*/ 712859 w 3545632"/>
              <a:gd name="connsiteY1" fmla="*/ 917013 h 1156353"/>
              <a:gd name="connsiteX2" fmla="*/ 808216 w 3545632"/>
              <a:gd name="connsiteY2" fmla="*/ 1123394 h 1156353"/>
              <a:gd name="connsiteX3" fmla="*/ 802432 w 3545632"/>
              <a:gd name="connsiteY3" fmla="*/ 0 h 1156353"/>
              <a:gd name="connsiteX4" fmla="*/ 1670179 w 3545632"/>
              <a:gd name="connsiteY4" fmla="*/ 8877 h 1156353"/>
              <a:gd name="connsiteX5" fmla="*/ 1660849 w 3545632"/>
              <a:gd name="connsiteY5" fmla="*/ 925089 h 1156353"/>
              <a:gd name="connsiteX6" fmla="*/ 2425249 w 3545632"/>
              <a:gd name="connsiteY6" fmla="*/ 935124 h 1156353"/>
              <a:gd name="connsiteX7" fmla="*/ 2500602 w 3545632"/>
              <a:gd name="connsiteY7" fmla="*/ 1093039 h 1156353"/>
              <a:gd name="connsiteX8" fmla="*/ 2500604 w 3545632"/>
              <a:gd name="connsiteY8" fmla="*/ 20020 h 1156353"/>
              <a:gd name="connsiteX9" fmla="*/ 3312368 w 3545632"/>
              <a:gd name="connsiteY9" fmla="*/ 20020 h 1156353"/>
              <a:gd name="connsiteX10" fmla="*/ 3303036 w 3545632"/>
              <a:gd name="connsiteY10" fmla="*/ 943751 h 1156353"/>
              <a:gd name="connsiteX11" fmla="*/ 3545632 w 3545632"/>
              <a:gd name="connsiteY11" fmla="*/ 953081 h 1156353"/>
              <a:gd name="connsiteX0" fmla="*/ 0 w 3545632"/>
              <a:gd name="connsiteY0" fmla="*/ 897550 h 1147476"/>
              <a:gd name="connsiteX1" fmla="*/ 712859 w 3545632"/>
              <a:gd name="connsiteY1" fmla="*/ 908136 h 1147476"/>
              <a:gd name="connsiteX2" fmla="*/ 808216 w 3545632"/>
              <a:gd name="connsiteY2" fmla="*/ 1114517 h 1147476"/>
              <a:gd name="connsiteX3" fmla="*/ 802432 w 3545632"/>
              <a:gd name="connsiteY3" fmla="*/ 17756 h 1147476"/>
              <a:gd name="connsiteX4" fmla="*/ 1670179 w 3545632"/>
              <a:gd name="connsiteY4" fmla="*/ 0 h 1147476"/>
              <a:gd name="connsiteX5" fmla="*/ 1660849 w 3545632"/>
              <a:gd name="connsiteY5" fmla="*/ 916212 h 1147476"/>
              <a:gd name="connsiteX6" fmla="*/ 2425249 w 3545632"/>
              <a:gd name="connsiteY6" fmla="*/ 926247 h 1147476"/>
              <a:gd name="connsiteX7" fmla="*/ 2500602 w 3545632"/>
              <a:gd name="connsiteY7" fmla="*/ 1084162 h 1147476"/>
              <a:gd name="connsiteX8" fmla="*/ 2500604 w 3545632"/>
              <a:gd name="connsiteY8" fmla="*/ 11143 h 1147476"/>
              <a:gd name="connsiteX9" fmla="*/ 3312368 w 3545632"/>
              <a:gd name="connsiteY9" fmla="*/ 11143 h 1147476"/>
              <a:gd name="connsiteX10" fmla="*/ 3303036 w 3545632"/>
              <a:gd name="connsiteY10" fmla="*/ 934874 h 1147476"/>
              <a:gd name="connsiteX11" fmla="*/ 3545632 w 3545632"/>
              <a:gd name="connsiteY11" fmla="*/ 944204 h 1147476"/>
              <a:gd name="connsiteX0" fmla="*/ 0 w 3545632"/>
              <a:gd name="connsiteY0" fmla="*/ 886407 h 1136333"/>
              <a:gd name="connsiteX1" fmla="*/ 712859 w 3545632"/>
              <a:gd name="connsiteY1" fmla="*/ 896993 h 1136333"/>
              <a:gd name="connsiteX2" fmla="*/ 808216 w 3545632"/>
              <a:gd name="connsiteY2" fmla="*/ 1103374 h 1136333"/>
              <a:gd name="connsiteX3" fmla="*/ 802432 w 3545632"/>
              <a:gd name="connsiteY3" fmla="*/ 6613 h 1136333"/>
              <a:gd name="connsiteX4" fmla="*/ 1670179 w 3545632"/>
              <a:gd name="connsiteY4" fmla="*/ 15490 h 1136333"/>
              <a:gd name="connsiteX5" fmla="*/ 1660849 w 3545632"/>
              <a:gd name="connsiteY5" fmla="*/ 905069 h 1136333"/>
              <a:gd name="connsiteX6" fmla="*/ 2425249 w 3545632"/>
              <a:gd name="connsiteY6" fmla="*/ 915104 h 1136333"/>
              <a:gd name="connsiteX7" fmla="*/ 2500602 w 3545632"/>
              <a:gd name="connsiteY7" fmla="*/ 1073019 h 1136333"/>
              <a:gd name="connsiteX8" fmla="*/ 2500604 w 3545632"/>
              <a:gd name="connsiteY8" fmla="*/ 0 h 1136333"/>
              <a:gd name="connsiteX9" fmla="*/ 3312368 w 3545632"/>
              <a:gd name="connsiteY9" fmla="*/ 0 h 1136333"/>
              <a:gd name="connsiteX10" fmla="*/ 3303036 w 3545632"/>
              <a:gd name="connsiteY10" fmla="*/ 923731 h 1136333"/>
              <a:gd name="connsiteX11" fmla="*/ 3545632 w 3545632"/>
              <a:gd name="connsiteY11" fmla="*/ 933061 h 1136333"/>
              <a:gd name="connsiteX0" fmla="*/ 0 w 3545632"/>
              <a:gd name="connsiteY0" fmla="*/ 888672 h 1138598"/>
              <a:gd name="connsiteX1" fmla="*/ 712859 w 3545632"/>
              <a:gd name="connsiteY1" fmla="*/ 899258 h 1138598"/>
              <a:gd name="connsiteX2" fmla="*/ 808216 w 3545632"/>
              <a:gd name="connsiteY2" fmla="*/ 1105639 h 1138598"/>
              <a:gd name="connsiteX3" fmla="*/ 802432 w 3545632"/>
              <a:gd name="connsiteY3" fmla="*/ 8878 h 1138598"/>
              <a:gd name="connsiteX4" fmla="*/ 1670179 w 3545632"/>
              <a:gd name="connsiteY4" fmla="*/ 0 h 1138598"/>
              <a:gd name="connsiteX5" fmla="*/ 1660849 w 3545632"/>
              <a:gd name="connsiteY5" fmla="*/ 907334 h 1138598"/>
              <a:gd name="connsiteX6" fmla="*/ 2425249 w 3545632"/>
              <a:gd name="connsiteY6" fmla="*/ 917369 h 1138598"/>
              <a:gd name="connsiteX7" fmla="*/ 2500602 w 3545632"/>
              <a:gd name="connsiteY7" fmla="*/ 1075284 h 1138598"/>
              <a:gd name="connsiteX8" fmla="*/ 2500604 w 3545632"/>
              <a:gd name="connsiteY8" fmla="*/ 2265 h 1138598"/>
              <a:gd name="connsiteX9" fmla="*/ 3312368 w 3545632"/>
              <a:gd name="connsiteY9" fmla="*/ 2265 h 1138598"/>
              <a:gd name="connsiteX10" fmla="*/ 3303036 w 3545632"/>
              <a:gd name="connsiteY10" fmla="*/ 925996 h 1138598"/>
              <a:gd name="connsiteX11" fmla="*/ 3545632 w 3545632"/>
              <a:gd name="connsiteY11" fmla="*/ 935326 h 1138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45632" h="1138598">
                <a:moveTo>
                  <a:pt x="0" y="888672"/>
                </a:moveTo>
                <a:cubicBezTo>
                  <a:pt x="222824" y="889241"/>
                  <a:pt x="490035" y="898689"/>
                  <a:pt x="712859" y="899258"/>
                </a:cubicBezTo>
                <a:cubicBezTo>
                  <a:pt x="804784" y="972332"/>
                  <a:pt x="761634" y="1025008"/>
                  <a:pt x="808216" y="1105639"/>
                </a:cubicBezTo>
                <a:lnTo>
                  <a:pt x="802432" y="8878"/>
                </a:lnTo>
                <a:lnTo>
                  <a:pt x="1670179" y="0"/>
                </a:lnTo>
                <a:lnTo>
                  <a:pt x="1660849" y="907334"/>
                </a:lnTo>
                <a:cubicBezTo>
                  <a:pt x="1889331" y="924557"/>
                  <a:pt x="2247967" y="908038"/>
                  <a:pt x="2425249" y="917369"/>
                </a:cubicBezTo>
                <a:cubicBezTo>
                  <a:pt x="2490563" y="1010675"/>
                  <a:pt x="2488043" y="1252683"/>
                  <a:pt x="2500602" y="1075284"/>
                </a:cubicBezTo>
                <a:cubicBezTo>
                  <a:pt x="2503712" y="773594"/>
                  <a:pt x="2497494" y="303955"/>
                  <a:pt x="2500604" y="2265"/>
                </a:cubicBezTo>
                <a:lnTo>
                  <a:pt x="3312368" y="2265"/>
                </a:lnTo>
                <a:cubicBezTo>
                  <a:pt x="3309257" y="310175"/>
                  <a:pt x="3306147" y="618086"/>
                  <a:pt x="3303036" y="925996"/>
                </a:cubicBezTo>
                <a:lnTo>
                  <a:pt x="3545632" y="935326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6C9B889-6610-453B-AD42-66DD0080090C}"/>
              </a:ext>
            </a:extLst>
          </p:cNvPr>
          <p:cNvSpPr/>
          <p:nvPr/>
        </p:nvSpPr>
        <p:spPr>
          <a:xfrm>
            <a:off x="5822303" y="3741573"/>
            <a:ext cx="3601616" cy="1483568"/>
          </a:xfrm>
          <a:custGeom>
            <a:avLst/>
            <a:gdLst>
              <a:gd name="connsiteX0" fmla="*/ 0 w 3489649"/>
              <a:gd name="connsiteY0" fmla="*/ 961053 h 1576874"/>
              <a:gd name="connsiteX1" fmla="*/ 755780 w 3489649"/>
              <a:gd name="connsiteY1" fmla="*/ 970384 h 1576874"/>
              <a:gd name="connsiteX2" fmla="*/ 765111 w 3489649"/>
              <a:gd name="connsiteY2" fmla="*/ 0 h 1576874"/>
              <a:gd name="connsiteX3" fmla="*/ 1576874 w 3489649"/>
              <a:gd name="connsiteY3" fmla="*/ 251927 h 1576874"/>
              <a:gd name="connsiteX4" fmla="*/ 1660849 w 3489649"/>
              <a:gd name="connsiteY4" fmla="*/ 1576874 h 1576874"/>
              <a:gd name="connsiteX5" fmla="*/ 2565919 w 3489649"/>
              <a:gd name="connsiteY5" fmla="*/ 970384 h 1576874"/>
              <a:gd name="connsiteX6" fmla="*/ 2547258 w 3489649"/>
              <a:gd name="connsiteY6" fmla="*/ 65315 h 1576874"/>
              <a:gd name="connsiteX7" fmla="*/ 3228392 w 3489649"/>
              <a:gd name="connsiteY7" fmla="*/ 401217 h 1576874"/>
              <a:gd name="connsiteX8" fmla="*/ 3275045 w 3489649"/>
              <a:gd name="connsiteY8" fmla="*/ 1474237 h 1576874"/>
              <a:gd name="connsiteX9" fmla="*/ 3489649 w 3489649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875453 w 3526971"/>
              <a:gd name="connsiteY3" fmla="*/ 345234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474237"/>
              <a:gd name="connsiteX1" fmla="*/ 793102 w 3526971"/>
              <a:gd name="connsiteY1" fmla="*/ 970384 h 1474237"/>
              <a:gd name="connsiteX2" fmla="*/ 802433 w 3526971"/>
              <a:gd name="connsiteY2" fmla="*/ 0 h 1474237"/>
              <a:gd name="connsiteX3" fmla="*/ 1875453 w 3526971"/>
              <a:gd name="connsiteY3" fmla="*/ 345234 h 1474237"/>
              <a:gd name="connsiteX4" fmla="*/ 1950098 w 3526971"/>
              <a:gd name="connsiteY4" fmla="*/ 1446246 h 1474237"/>
              <a:gd name="connsiteX5" fmla="*/ 2603241 w 3526971"/>
              <a:gd name="connsiteY5" fmla="*/ 970384 h 1474237"/>
              <a:gd name="connsiteX6" fmla="*/ 2584580 w 3526971"/>
              <a:gd name="connsiteY6" fmla="*/ 65315 h 1474237"/>
              <a:gd name="connsiteX7" fmla="*/ 3265714 w 3526971"/>
              <a:gd name="connsiteY7" fmla="*/ 401217 h 1474237"/>
              <a:gd name="connsiteX8" fmla="*/ 3312367 w 3526971"/>
              <a:gd name="connsiteY8" fmla="*/ 1474237 h 1474237"/>
              <a:gd name="connsiteX9" fmla="*/ 3526971 w 3526971"/>
              <a:gd name="connsiteY9" fmla="*/ 1138335 h 1474237"/>
              <a:gd name="connsiteX0" fmla="*/ 0 w 3526971"/>
              <a:gd name="connsiteY0" fmla="*/ 1315617 h 1483568"/>
              <a:gd name="connsiteX1" fmla="*/ 793102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718457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830424 w 3526971"/>
              <a:gd name="connsiteY1" fmla="*/ 979715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82147 w 3526971"/>
              <a:gd name="connsiteY3" fmla="*/ 373226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359020 w 3526971"/>
              <a:gd name="connsiteY7" fmla="*/ 438540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483568"/>
              <a:gd name="connsiteX1" fmla="*/ 830424 w 3526971"/>
              <a:gd name="connsiteY1" fmla="*/ 998376 h 1483568"/>
              <a:gd name="connsiteX2" fmla="*/ 839756 w 3526971"/>
              <a:gd name="connsiteY2" fmla="*/ 0 h 1483568"/>
              <a:gd name="connsiteX3" fmla="*/ 1679510 w 3526971"/>
              <a:gd name="connsiteY3" fmla="*/ 307911 h 1483568"/>
              <a:gd name="connsiteX4" fmla="*/ 1679510 w 3526971"/>
              <a:gd name="connsiteY4" fmla="*/ 1446247 h 1483568"/>
              <a:gd name="connsiteX5" fmla="*/ 2603241 w 3526971"/>
              <a:gd name="connsiteY5" fmla="*/ 998376 h 1483568"/>
              <a:gd name="connsiteX6" fmla="*/ 2584580 w 3526971"/>
              <a:gd name="connsiteY6" fmla="*/ 93307 h 1483568"/>
              <a:gd name="connsiteX7" fmla="*/ 3359020 w 3526971"/>
              <a:gd name="connsiteY7" fmla="*/ 438540 h 1483568"/>
              <a:gd name="connsiteX8" fmla="*/ 3377681 w 3526971"/>
              <a:gd name="connsiteY8" fmla="*/ 1483568 h 1483568"/>
              <a:gd name="connsiteX9" fmla="*/ 3526971 w 3526971"/>
              <a:gd name="connsiteY9" fmla="*/ 1166327 h 1483568"/>
              <a:gd name="connsiteX0" fmla="*/ 0 w 3573624"/>
              <a:gd name="connsiteY0" fmla="*/ 1334278 h 1483568"/>
              <a:gd name="connsiteX1" fmla="*/ 830424 w 3573624"/>
              <a:gd name="connsiteY1" fmla="*/ 998376 h 1483568"/>
              <a:gd name="connsiteX2" fmla="*/ 839756 w 3573624"/>
              <a:gd name="connsiteY2" fmla="*/ 0 h 1483568"/>
              <a:gd name="connsiteX3" fmla="*/ 1679510 w 3573624"/>
              <a:gd name="connsiteY3" fmla="*/ 307911 h 1483568"/>
              <a:gd name="connsiteX4" fmla="*/ 1679510 w 3573624"/>
              <a:gd name="connsiteY4" fmla="*/ 1446247 h 1483568"/>
              <a:gd name="connsiteX5" fmla="*/ 2603241 w 3573624"/>
              <a:gd name="connsiteY5" fmla="*/ 998376 h 1483568"/>
              <a:gd name="connsiteX6" fmla="*/ 2584580 w 3573624"/>
              <a:gd name="connsiteY6" fmla="*/ 93307 h 1483568"/>
              <a:gd name="connsiteX7" fmla="*/ 3359020 w 3573624"/>
              <a:gd name="connsiteY7" fmla="*/ 438540 h 1483568"/>
              <a:gd name="connsiteX8" fmla="*/ 3377681 w 3573624"/>
              <a:gd name="connsiteY8" fmla="*/ 1483568 h 1483568"/>
              <a:gd name="connsiteX9" fmla="*/ 3573624 w 3573624"/>
              <a:gd name="connsiteY9" fmla="*/ 1184989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84579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38774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01616" h="1483568">
                <a:moveTo>
                  <a:pt x="0" y="1334278"/>
                </a:moveTo>
                <a:cubicBezTo>
                  <a:pt x="233266" y="1150776"/>
                  <a:pt x="559835" y="1060580"/>
                  <a:pt x="830424" y="998376"/>
                </a:cubicBezTo>
                <a:cubicBezTo>
                  <a:pt x="833534" y="674915"/>
                  <a:pt x="836646" y="323461"/>
                  <a:pt x="839756" y="0"/>
                </a:cubicBezTo>
                <a:lnTo>
                  <a:pt x="1642188" y="307911"/>
                </a:lnTo>
                <a:cubicBezTo>
                  <a:pt x="1645298" y="671805"/>
                  <a:pt x="1648408" y="1082353"/>
                  <a:pt x="1651518" y="1446247"/>
                </a:cubicBezTo>
                <a:cubicBezTo>
                  <a:pt x="1912775" y="1212981"/>
                  <a:pt x="2202802" y="1073023"/>
                  <a:pt x="2557365" y="979716"/>
                </a:cubicBezTo>
                <a:cubicBezTo>
                  <a:pt x="2557365" y="681136"/>
                  <a:pt x="2553608" y="366876"/>
                  <a:pt x="2553608" y="68296"/>
                </a:cubicBezTo>
                <a:lnTo>
                  <a:pt x="3333620" y="387740"/>
                </a:lnTo>
                <a:cubicBezTo>
                  <a:pt x="3333490" y="733966"/>
                  <a:pt x="3333361" y="1137342"/>
                  <a:pt x="3333231" y="1483568"/>
                </a:cubicBezTo>
                <a:cubicBezTo>
                  <a:pt x="3454529" y="1306287"/>
                  <a:pt x="3508310" y="1287626"/>
                  <a:pt x="3601616" y="120365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Us or them">
            <a:hlinkClick r:id="rId4" action="ppaction://hlinksldjump"/>
            <a:extLst>
              <a:ext uri="{FF2B5EF4-FFF2-40B4-BE49-F238E27FC236}">
                <a16:creationId xmlns:a16="http://schemas.microsoft.com/office/drawing/2014/main" id="{44E95E9E-9677-40CF-BEF5-7E5841DB6490}"/>
              </a:ext>
            </a:extLst>
          </p:cNvPr>
          <p:cNvSpPr/>
          <p:nvPr/>
        </p:nvSpPr>
        <p:spPr>
          <a:xfrm>
            <a:off x="9333002" y="721215"/>
            <a:ext cx="2031906" cy="42901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 Vent or Patient?</a:t>
            </a:r>
          </a:p>
        </p:txBody>
      </p:sp>
      <p:sp>
        <p:nvSpPr>
          <p:cNvPr id="111" name="Is it appropriate?">
            <a:hlinkClick r:id="rId5" action="ppaction://hlinksldjump"/>
            <a:extLst>
              <a:ext uri="{FF2B5EF4-FFF2-40B4-BE49-F238E27FC236}">
                <a16:creationId xmlns:a16="http://schemas.microsoft.com/office/drawing/2014/main" id="{51C52533-8CAD-4DBF-A51B-877503D60B55}"/>
              </a:ext>
            </a:extLst>
          </p:cNvPr>
          <p:cNvSpPr/>
          <p:nvPr/>
        </p:nvSpPr>
        <p:spPr>
          <a:xfrm>
            <a:off x="6821495" y="721215"/>
            <a:ext cx="2169069" cy="42901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 Is it appropriate?</a:t>
            </a:r>
          </a:p>
        </p:txBody>
      </p:sp>
      <p:pic>
        <p:nvPicPr>
          <p:cNvPr id="86" name="Graphic 85" descr="Cursor with solid fill">
            <a:extLst>
              <a:ext uri="{FF2B5EF4-FFF2-40B4-BE49-F238E27FC236}">
                <a16:creationId xmlns:a16="http://schemas.microsoft.com/office/drawing/2014/main" id="{50481D63-1A4D-42FA-8C44-FDA0E156C6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0567" y="1001731"/>
            <a:ext cx="301752" cy="301752"/>
          </a:xfrm>
          <a:prstGeom prst="rect">
            <a:avLst/>
          </a:prstGeom>
        </p:spPr>
      </p:pic>
      <p:pic>
        <p:nvPicPr>
          <p:cNvPr id="87" name="Graphic 86" descr="Cursor with solid fill">
            <a:extLst>
              <a:ext uri="{FF2B5EF4-FFF2-40B4-BE49-F238E27FC236}">
                <a16:creationId xmlns:a16="http://schemas.microsoft.com/office/drawing/2014/main" id="{C1C21C79-7937-4083-BBC0-38B46D9FEC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53404" y="1001731"/>
            <a:ext cx="301752" cy="301752"/>
          </a:xfrm>
          <a:prstGeom prst="rect">
            <a:avLst/>
          </a:prstGeom>
        </p:spPr>
      </p:pic>
      <p:pic>
        <p:nvPicPr>
          <p:cNvPr id="88" name="Graphic 87" descr="Cursor with solid fill">
            <a:extLst>
              <a:ext uri="{FF2B5EF4-FFF2-40B4-BE49-F238E27FC236}">
                <a16:creationId xmlns:a16="http://schemas.microsoft.com/office/drawing/2014/main" id="{797341FE-C989-4698-8AA9-5147C298D1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7748" y="1001731"/>
            <a:ext cx="301752" cy="301752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45A067E5-BAA6-49A4-9310-3460197668D2}"/>
              </a:ext>
            </a:extLst>
          </p:cNvPr>
          <p:cNvSpPr txBox="1"/>
          <p:nvPr/>
        </p:nvSpPr>
        <p:spPr>
          <a:xfrm>
            <a:off x="5051747" y="46286"/>
            <a:ext cx="4845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IS VENTILATION APPROPRIATE?</a:t>
            </a:r>
          </a:p>
        </p:txBody>
      </p:sp>
      <p:sp>
        <p:nvSpPr>
          <p:cNvPr id="43" name="question 1">
            <a:hlinkClick r:id="rId8" action="ppaction://hlinksldjump"/>
            <a:extLst>
              <a:ext uri="{FF2B5EF4-FFF2-40B4-BE49-F238E27FC236}">
                <a16:creationId xmlns:a16="http://schemas.microsoft.com/office/drawing/2014/main" id="{4F902FD0-EAB9-40C6-8275-6FB9DD343937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</a:t>
            </a:r>
          </a:p>
        </p:txBody>
      </p:sp>
      <p:sp>
        <p:nvSpPr>
          <p:cNvPr id="48" name="Question 2">
            <a:hlinkClick r:id="rId9" action="ppaction://hlinksldjump"/>
            <a:extLst>
              <a:ext uri="{FF2B5EF4-FFF2-40B4-BE49-F238E27FC236}">
                <a16:creationId xmlns:a16="http://schemas.microsoft.com/office/drawing/2014/main" id="{1FDCCDC3-EA92-4B4B-92C1-7F1608904433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</a:t>
            </a:r>
            <a:r>
              <a:rPr lang="en-US" baseline="-25000" dirty="0">
                <a:solidFill>
                  <a:sysClr val="windowText" lastClr="000000"/>
                </a:solidFill>
              </a:rPr>
              <a:t>2</a:t>
            </a:r>
            <a:r>
              <a:rPr lang="en-US" dirty="0">
                <a:solidFill>
                  <a:sysClr val="windowText" lastClr="000000"/>
                </a:solidFill>
              </a:rPr>
              <a:t xml:space="preserve"> support</a:t>
            </a:r>
          </a:p>
        </p:txBody>
      </p:sp>
      <p:sp>
        <p:nvSpPr>
          <p:cNvPr id="52" name="question 4">
            <a:hlinkClick r:id="rId10" action="ppaction://hlinksldjump"/>
            <a:extLst>
              <a:ext uri="{FF2B5EF4-FFF2-40B4-BE49-F238E27FC236}">
                <a16:creationId xmlns:a16="http://schemas.microsoft.com/office/drawing/2014/main" id="{D230287D-F5CB-4BC8-A5B9-8D983F77990A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Ventilation</a:t>
            </a:r>
          </a:p>
        </p:txBody>
      </p:sp>
      <p:pic>
        <p:nvPicPr>
          <p:cNvPr id="53" name="Graphic 52" descr="Cursor with solid fill">
            <a:extLst>
              <a:ext uri="{FF2B5EF4-FFF2-40B4-BE49-F238E27FC236}">
                <a16:creationId xmlns:a16="http://schemas.microsoft.com/office/drawing/2014/main" id="{4B374A63-B049-4A52-8341-2B5CE08AF4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945241"/>
            <a:ext cx="301752" cy="301752"/>
          </a:xfrm>
          <a:prstGeom prst="rect">
            <a:avLst/>
          </a:prstGeom>
        </p:spPr>
      </p:pic>
      <p:pic>
        <p:nvPicPr>
          <p:cNvPr id="54" name="Graphic 53" descr="Cursor with solid fill">
            <a:extLst>
              <a:ext uri="{FF2B5EF4-FFF2-40B4-BE49-F238E27FC236}">
                <a16:creationId xmlns:a16="http://schemas.microsoft.com/office/drawing/2014/main" id="{57EE427B-D535-42DE-B9D4-1113245949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1540247"/>
            <a:ext cx="301752" cy="301752"/>
          </a:xfrm>
          <a:prstGeom prst="rect">
            <a:avLst/>
          </a:prstGeom>
        </p:spPr>
      </p:pic>
      <p:sp>
        <p:nvSpPr>
          <p:cNvPr id="58" name="question 4">
            <a:hlinkClick r:id="rId11" action="ppaction://hlinksldjump"/>
            <a:extLst>
              <a:ext uri="{FF2B5EF4-FFF2-40B4-BE49-F238E27FC236}">
                <a16:creationId xmlns:a16="http://schemas.microsoft.com/office/drawing/2014/main" id="{A3022734-DD2B-4E75-8C9D-03E38E34FE71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60" name="Graphic 59" descr="Cursor with solid fill">
            <a:extLst>
              <a:ext uri="{FF2B5EF4-FFF2-40B4-BE49-F238E27FC236}">
                <a16:creationId xmlns:a16="http://schemas.microsoft.com/office/drawing/2014/main" id="{F2A1DCCD-3048-462C-A7CF-B976E91AB7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sp>
        <p:nvSpPr>
          <p:cNvPr id="61" name="question 3">
            <a:hlinkClick r:id="rId12" action="ppaction://hlinksldjump"/>
            <a:extLst>
              <a:ext uri="{FF2B5EF4-FFF2-40B4-BE49-F238E27FC236}">
                <a16:creationId xmlns:a16="http://schemas.microsoft.com/office/drawing/2014/main" id="{7350F8F3-13FF-49D0-AB7A-DC96C99309F1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Mechanics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67" name="Graphic 66" descr="Cursor with solid fill">
            <a:extLst>
              <a:ext uri="{FF2B5EF4-FFF2-40B4-BE49-F238E27FC236}">
                <a16:creationId xmlns:a16="http://schemas.microsoft.com/office/drawing/2014/main" id="{52ECF33D-0510-427B-A788-034CBF9962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2652352"/>
            <a:ext cx="301752" cy="301752"/>
          </a:xfrm>
          <a:prstGeom prst="rect">
            <a:avLst/>
          </a:prstGeom>
        </p:spPr>
      </p:pic>
      <p:sp>
        <p:nvSpPr>
          <p:cNvPr id="89" name="question 1">
            <a:hlinkClick r:id="rId13" action="ppaction://hlinksldjump"/>
            <a:extLst>
              <a:ext uri="{FF2B5EF4-FFF2-40B4-BE49-F238E27FC236}">
                <a16:creationId xmlns:a16="http://schemas.microsoft.com/office/drawing/2014/main" id="{0C6CF6C8-E15A-4C7F-AF3F-E9C96F4DE367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Orientation</a:t>
            </a:r>
          </a:p>
        </p:txBody>
      </p:sp>
      <p:pic>
        <p:nvPicPr>
          <p:cNvPr id="91" name="Graphic 90" descr="Cursor with solid fill">
            <a:extLst>
              <a:ext uri="{FF2B5EF4-FFF2-40B4-BE49-F238E27FC236}">
                <a16:creationId xmlns:a16="http://schemas.microsoft.com/office/drawing/2014/main" id="{12FA7E68-49F3-49A2-AB30-238A5F5819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422343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458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FC720513-FBB0-F448-A208-378FE35B7AB4}"/>
              </a:ext>
            </a:extLst>
          </p:cNvPr>
          <p:cNvGrpSpPr/>
          <p:nvPr/>
        </p:nvGrpSpPr>
        <p:grpSpPr>
          <a:xfrm>
            <a:off x="3867664" y="1382357"/>
            <a:ext cx="7132845" cy="4811668"/>
            <a:chOff x="3867664" y="1382357"/>
            <a:chExt cx="7132845" cy="4811668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60F832D-0812-ED45-A7C0-670C880FEABA}"/>
                </a:ext>
              </a:extLst>
            </p:cNvPr>
            <p:cNvGrpSpPr/>
            <p:nvPr/>
          </p:nvGrpSpPr>
          <p:grpSpPr>
            <a:xfrm>
              <a:off x="3867664" y="1382357"/>
              <a:ext cx="7132845" cy="4811668"/>
              <a:chOff x="3867664" y="1382357"/>
              <a:chExt cx="7132845" cy="4811668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74474BE-B012-CA4F-A50A-45697069BE52}"/>
                  </a:ext>
                </a:extLst>
              </p:cNvPr>
              <p:cNvSpPr/>
              <p:nvPr/>
            </p:nvSpPr>
            <p:spPr>
              <a:xfrm>
                <a:off x="3867664" y="1382357"/>
                <a:ext cx="7132845" cy="4811668"/>
              </a:xfrm>
              <a:prstGeom prst="rect">
                <a:avLst/>
              </a:prstGeom>
              <a:solidFill>
                <a:schemeClr val="bg2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D88C2ECB-1C02-864A-A827-A1AFD59DB2B9}"/>
                  </a:ext>
                </a:extLst>
              </p:cNvPr>
              <p:cNvSpPr/>
              <p:nvPr/>
            </p:nvSpPr>
            <p:spPr>
              <a:xfrm>
                <a:off x="5404449" y="1673355"/>
                <a:ext cx="4219183" cy="39543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D65A6ED9-E7F2-A148-9334-2EE8DB356152}"/>
                  </a:ext>
                </a:extLst>
              </p:cNvPr>
              <p:cNvSpPr/>
              <p:nvPr/>
            </p:nvSpPr>
            <p:spPr>
              <a:xfrm>
                <a:off x="9897561" y="4995958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35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7658DD1-B41E-A449-89F2-31F14861493C}"/>
                  </a:ext>
                </a:extLst>
              </p:cNvPr>
              <p:cNvSpPr txBox="1"/>
              <p:nvPr/>
            </p:nvSpPr>
            <p:spPr>
              <a:xfrm>
                <a:off x="10058242" y="5757075"/>
                <a:ext cx="5741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FiO</a:t>
                </a:r>
                <a:r>
                  <a:rPr lang="en-US" baseline="-25000" dirty="0"/>
                  <a:t>2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0149814-36D5-F146-8666-304C4852E452}"/>
                  </a:ext>
                </a:extLst>
              </p:cNvPr>
              <p:cNvSpPr txBox="1"/>
              <p:nvPr/>
            </p:nvSpPr>
            <p:spPr>
              <a:xfrm>
                <a:off x="9980610" y="4570030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PEEP</a:t>
                </a:r>
                <a:endParaRPr lang="en-US" baseline="-25000" dirty="0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3E2A522-9436-E54B-B77E-8302B456FF79}"/>
                  </a:ext>
                </a:extLst>
              </p:cNvPr>
              <p:cNvSpPr txBox="1"/>
              <p:nvPr/>
            </p:nvSpPr>
            <p:spPr>
              <a:xfrm>
                <a:off x="10086408" y="2241468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RR</a:t>
                </a:r>
                <a:endParaRPr lang="en-US" baseline="-25000" dirty="0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B7BC94B4-A65A-B746-8A91-E8D6308869D3}"/>
                  </a:ext>
                </a:extLst>
              </p:cNvPr>
              <p:cNvGrpSpPr/>
              <p:nvPr/>
            </p:nvGrpSpPr>
            <p:grpSpPr>
              <a:xfrm>
                <a:off x="5832092" y="1883420"/>
                <a:ext cx="3633805" cy="1416221"/>
                <a:chOff x="5288692" y="1890584"/>
                <a:chExt cx="3633805" cy="1416221"/>
              </a:xfrm>
            </p:grpSpPr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9DEC1CA1-DA50-1B4E-BF58-ABB65E1195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88692" y="1890584"/>
                  <a:ext cx="0" cy="1416219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Arrow Connector 84">
                  <a:extLst>
                    <a:ext uri="{FF2B5EF4-FFF2-40B4-BE49-F238E27FC236}">
                      <a16:creationId xmlns:a16="http://schemas.microsoft.com/office/drawing/2014/main" id="{F846DF16-D834-234D-9351-0C3E0D77C1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91671" y="3306804"/>
                  <a:ext cx="3630826" cy="1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566A771-34F7-964A-BA5F-ED48D0E04B42}"/>
                  </a:ext>
                </a:extLst>
              </p:cNvPr>
              <p:cNvSpPr txBox="1"/>
              <p:nvPr/>
            </p:nvSpPr>
            <p:spPr>
              <a:xfrm>
                <a:off x="7324226" y="3255787"/>
                <a:ext cx="6495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Time</a:t>
                </a:r>
                <a:endParaRPr lang="en-US" baseline="-25000" dirty="0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E478816-17A5-0340-B800-D4C02CFA748E}"/>
                  </a:ext>
                </a:extLst>
              </p:cNvPr>
              <p:cNvSpPr txBox="1"/>
              <p:nvPr/>
            </p:nvSpPr>
            <p:spPr>
              <a:xfrm rot="16200000">
                <a:off x="5161627" y="2406864"/>
                <a:ext cx="9897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Pressure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E424B81-597E-9147-8A16-608E3097F034}"/>
                  </a:ext>
                </a:extLst>
              </p:cNvPr>
              <p:cNvSpPr txBox="1"/>
              <p:nvPr/>
            </p:nvSpPr>
            <p:spPr>
              <a:xfrm>
                <a:off x="10135758" y="3395453"/>
                <a:ext cx="3914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V</a:t>
                </a:r>
                <a:r>
                  <a:rPr lang="en-US" baseline="-25000" dirty="0"/>
                  <a:t>T</a:t>
                </a: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5889ACF3-99B1-AE48-8CF8-8AADF8A6CA65}"/>
                  </a:ext>
                </a:extLst>
              </p:cNvPr>
              <p:cNvSpPr/>
              <p:nvPr/>
            </p:nvSpPr>
            <p:spPr>
              <a:xfrm>
                <a:off x="9897561" y="3816104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5</a:t>
                </a: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FB345990-5261-8947-85A9-398D67DB6D63}"/>
                  </a:ext>
                </a:extLst>
              </p:cNvPr>
              <p:cNvSpPr/>
              <p:nvPr/>
            </p:nvSpPr>
            <p:spPr>
              <a:xfrm>
                <a:off x="9897561" y="1456394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18</a:t>
                </a: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6D7520D7-0759-1349-95DE-DAFA319BA580}"/>
                  </a:ext>
                </a:extLst>
              </p:cNvPr>
              <p:cNvSpPr/>
              <p:nvPr/>
            </p:nvSpPr>
            <p:spPr>
              <a:xfrm>
                <a:off x="9897561" y="2636249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360</a:t>
                </a:r>
              </a:p>
            </p:txBody>
          </p:sp>
        </p:grp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6FB1F7E-2948-094C-8FEC-701A5D912C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2092" y="3754096"/>
              <a:ext cx="0" cy="141621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AA7968B-041D-FB4C-BCD0-9E3151A9B2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5071" y="4737827"/>
              <a:ext cx="3630826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38F2F12-0964-C646-9406-931B1E45D251}"/>
                </a:ext>
              </a:extLst>
            </p:cNvPr>
            <p:cNvSpPr txBox="1"/>
            <p:nvPr/>
          </p:nvSpPr>
          <p:spPr>
            <a:xfrm rot="16200000">
              <a:off x="5341804" y="4277541"/>
              <a:ext cx="629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Flow</a:t>
              </a: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4B97410-8886-D749-BE52-CC71B0D55A57}"/>
              </a:ext>
            </a:extLst>
          </p:cNvPr>
          <p:cNvSpPr/>
          <p:nvPr/>
        </p:nvSpPr>
        <p:spPr>
          <a:xfrm>
            <a:off x="4148770" y="1672521"/>
            <a:ext cx="1053132" cy="3460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5"/>
                </a:solidFill>
              </a:rPr>
              <a:t>P</a:t>
            </a:r>
            <a:r>
              <a:rPr lang="en-US" baseline="-25000" dirty="0">
                <a:solidFill>
                  <a:schemeClr val="accent5"/>
                </a:solidFill>
              </a:rPr>
              <a:t>Peak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22 </a:t>
            </a:r>
            <a:r>
              <a:rPr lang="en-US" sz="1000" dirty="0">
                <a:solidFill>
                  <a:schemeClr val="accent5"/>
                </a:solidFill>
              </a:rPr>
              <a:t>cm H</a:t>
            </a:r>
            <a:r>
              <a:rPr lang="en-US" sz="1000" baseline="-25000" dirty="0">
                <a:solidFill>
                  <a:schemeClr val="accent5"/>
                </a:solidFill>
              </a:rPr>
              <a:t>2</a:t>
            </a:r>
            <a:r>
              <a:rPr lang="en-US" sz="1000" dirty="0">
                <a:solidFill>
                  <a:schemeClr val="accent5"/>
                </a:solidFill>
              </a:rPr>
              <a:t xml:space="preserve">O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355 </a:t>
            </a:r>
            <a:r>
              <a:rPr lang="en-US" sz="1000" dirty="0">
                <a:solidFill>
                  <a:schemeClr val="accent5"/>
                </a:solidFill>
              </a:rPr>
              <a:t>mL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RR</a:t>
            </a:r>
            <a:endParaRPr lang="en-US" baseline="-25000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20 </a:t>
            </a:r>
            <a:r>
              <a:rPr lang="en-US" sz="1000" dirty="0">
                <a:solidFill>
                  <a:schemeClr val="accent5"/>
                </a:solidFill>
              </a:rPr>
              <a:t>min</a:t>
            </a:r>
            <a:r>
              <a:rPr lang="en-US" sz="1000" baseline="30000" dirty="0">
                <a:solidFill>
                  <a:schemeClr val="accent5"/>
                </a:solidFill>
              </a:rPr>
              <a:t>-1</a:t>
            </a:r>
            <a:r>
              <a:rPr lang="en-US" sz="3000" dirty="0">
                <a:solidFill>
                  <a:schemeClr val="accent5"/>
                </a:solidFill>
              </a:rPr>
              <a:t xml:space="preserve">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Min Vent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7.1 </a:t>
            </a:r>
            <a:r>
              <a:rPr lang="en-US" sz="1000" dirty="0">
                <a:solidFill>
                  <a:schemeClr val="accent5"/>
                </a:solidFill>
              </a:rPr>
              <a:t>L/min</a:t>
            </a:r>
          </a:p>
          <a:p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DEC9165-DC4F-E645-8935-BFED7289C9B4}"/>
              </a:ext>
            </a:extLst>
          </p:cNvPr>
          <p:cNvSpPr/>
          <p:nvPr/>
        </p:nvSpPr>
        <p:spPr>
          <a:xfrm>
            <a:off x="4181086" y="4305718"/>
            <a:ext cx="995192" cy="7919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teachIM logo" descr="Icon  Description automatically generated">
            <a:extLst>
              <a:ext uri="{FF2B5EF4-FFF2-40B4-BE49-F238E27FC236}">
                <a16:creationId xmlns:a16="http://schemas.microsoft.com/office/drawing/2014/main" id="{03A8A175-1202-4A8A-A3B6-F0F95133A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E91932C-E865-4F4F-AF9C-7EF83F9850F0}"/>
              </a:ext>
            </a:extLst>
          </p:cNvPr>
          <p:cNvSpPr/>
          <p:nvPr/>
        </p:nvSpPr>
        <p:spPr>
          <a:xfrm>
            <a:off x="5823013" y="2087089"/>
            <a:ext cx="3545632" cy="1138598"/>
          </a:xfrm>
          <a:custGeom>
            <a:avLst/>
            <a:gdLst>
              <a:gd name="connsiteX0" fmla="*/ 0 w 3657600"/>
              <a:gd name="connsiteY0" fmla="*/ 951722 h 979714"/>
              <a:gd name="connsiteX1" fmla="*/ 905070 w 3657600"/>
              <a:gd name="connsiteY1" fmla="*/ 933061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70384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42391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536302"/>
              <a:gd name="connsiteY0" fmla="*/ 933060 h 979714"/>
              <a:gd name="connsiteX1" fmla="*/ 783772 w 3536302"/>
              <a:gd name="connsiteY1" fmla="*/ 942392 h 979714"/>
              <a:gd name="connsiteX2" fmla="*/ 793102 w 3536302"/>
              <a:gd name="connsiteY2" fmla="*/ 0 h 979714"/>
              <a:gd name="connsiteX3" fmla="*/ 1660849 w 3536302"/>
              <a:gd name="connsiteY3" fmla="*/ 0 h 979714"/>
              <a:gd name="connsiteX4" fmla="*/ 1651519 w 3536302"/>
              <a:gd name="connsiteY4" fmla="*/ 951722 h 979714"/>
              <a:gd name="connsiteX5" fmla="*/ 2500604 w 3536302"/>
              <a:gd name="connsiteY5" fmla="*/ 942391 h 979714"/>
              <a:gd name="connsiteX6" fmla="*/ 2509935 w 3536302"/>
              <a:gd name="connsiteY6" fmla="*/ 46653 h 979714"/>
              <a:gd name="connsiteX7" fmla="*/ 3284376 w 3536302"/>
              <a:gd name="connsiteY7" fmla="*/ 46653 h 979714"/>
              <a:gd name="connsiteX8" fmla="*/ 3293706 w 3536302"/>
              <a:gd name="connsiteY8" fmla="*/ 970384 h 979714"/>
              <a:gd name="connsiteX9" fmla="*/ 3536302 w 353630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509934 w 3545632"/>
              <a:gd name="connsiteY5" fmla="*/ 94239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70382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00604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1119672"/>
              <a:gd name="connsiteX1" fmla="*/ 793102 w 3545632"/>
              <a:gd name="connsiteY1" fmla="*/ 942392 h 1119672"/>
              <a:gd name="connsiteX2" fmla="*/ 802432 w 3545632"/>
              <a:gd name="connsiteY2" fmla="*/ 0 h 1119672"/>
              <a:gd name="connsiteX3" fmla="*/ 1670179 w 3545632"/>
              <a:gd name="connsiteY3" fmla="*/ 0 h 1119672"/>
              <a:gd name="connsiteX4" fmla="*/ 1660849 w 3545632"/>
              <a:gd name="connsiteY4" fmla="*/ 951722 h 1119672"/>
              <a:gd name="connsiteX5" fmla="*/ 2500602 w 3545632"/>
              <a:gd name="connsiteY5" fmla="*/ 1119672 h 1119672"/>
              <a:gd name="connsiteX6" fmla="*/ 2500604 w 3545632"/>
              <a:gd name="connsiteY6" fmla="*/ 46653 h 1119672"/>
              <a:gd name="connsiteX7" fmla="*/ 3312368 w 3545632"/>
              <a:gd name="connsiteY7" fmla="*/ 46653 h 1119672"/>
              <a:gd name="connsiteX8" fmla="*/ 3303036 w 3545632"/>
              <a:gd name="connsiteY8" fmla="*/ 970384 h 1119672"/>
              <a:gd name="connsiteX9" fmla="*/ 3545632 w 3545632"/>
              <a:gd name="connsiteY9" fmla="*/ 979714 h 1119672"/>
              <a:gd name="connsiteX0" fmla="*/ 0 w 3545632"/>
              <a:gd name="connsiteY0" fmla="*/ 933060 h 1175710"/>
              <a:gd name="connsiteX1" fmla="*/ 793102 w 3545632"/>
              <a:gd name="connsiteY1" fmla="*/ 942392 h 1175710"/>
              <a:gd name="connsiteX2" fmla="*/ 802432 w 3545632"/>
              <a:gd name="connsiteY2" fmla="*/ 0 h 1175710"/>
              <a:gd name="connsiteX3" fmla="*/ 1670179 w 3545632"/>
              <a:gd name="connsiteY3" fmla="*/ 0 h 1175710"/>
              <a:gd name="connsiteX4" fmla="*/ 1660849 w 3545632"/>
              <a:gd name="connsiteY4" fmla="*/ 951722 h 1175710"/>
              <a:gd name="connsiteX5" fmla="*/ 2425248 w 3545632"/>
              <a:gd name="connsiteY5" fmla="*/ 971088 h 1175710"/>
              <a:gd name="connsiteX6" fmla="*/ 2500602 w 3545632"/>
              <a:gd name="connsiteY6" fmla="*/ 1119672 h 1175710"/>
              <a:gd name="connsiteX7" fmla="*/ 2500604 w 3545632"/>
              <a:gd name="connsiteY7" fmla="*/ 46653 h 1175710"/>
              <a:gd name="connsiteX8" fmla="*/ 3312368 w 3545632"/>
              <a:gd name="connsiteY8" fmla="*/ 46653 h 1175710"/>
              <a:gd name="connsiteX9" fmla="*/ 3303036 w 3545632"/>
              <a:gd name="connsiteY9" fmla="*/ 970384 h 1175710"/>
              <a:gd name="connsiteX10" fmla="*/ 3545632 w 3545632"/>
              <a:gd name="connsiteY10" fmla="*/ 979714 h 1175710"/>
              <a:gd name="connsiteX0" fmla="*/ 0 w 3545632"/>
              <a:gd name="connsiteY0" fmla="*/ 933060 h 1175710"/>
              <a:gd name="connsiteX1" fmla="*/ 793102 w 3545632"/>
              <a:gd name="connsiteY1" fmla="*/ 942392 h 1175710"/>
              <a:gd name="connsiteX2" fmla="*/ 802432 w 3545632"/>
              <a:gd name="connsiteY2" fmla="*/ 0 h 1175710"/>
              <a:gd name="connsiteX3" fmla="*/ 1670179 w 3545632"/>
              <a:gd name="connsiteY3" fmla="*/ 0 h 1175710"/>
              <a:gd name="connsiteX4" fmla="*/ 1660849 w 3545632"/>
              <a:gd name="connsiteY4" fmla="*/ 951722 h 1175710"/>
              <a:gd name="connsiteX5" fmla="*/ 2425248 w 3545632"/>
              <a:gd name="connsiteY5" fmla="*/ 971088 h 1175710"/>
              <a:gd name="connsiteX6" fmla="*/ 2500602 w 3545632"/>
              <a:gd name="connsiteY6" fmla="*/ 1119672 h 1175710"/>
              <a:gd name="connsiteX7" fmla="*/ 2500604 w 3545632"/>
              <a:gd name="connsiteY7" fmla="*/ 46653 h 1175710"/>
              <a:gd name="connsiteX8" fmla="*/ 3312368 w 3545632"/>
              <a:gd name="connsiteY8" fmla="*/ 46653 h 1175710"/>
              <a:gd name="connsiteX9" fmla="*/ 3303036 w 3545632"/>
              <a:gd name="connsiteY9" fmla="*/ 970384 h 1175710"/>
              <a:gd name="connsiteX10" fmla="*/ 3545632 w 3545632"/>
              <a:gd name="connsiteY10" fmla="*/ 979714 h 1175710"/>
              <a:gd name="connsiteX0" fmla="*/ 0 w 3545632"/>
              <a:gd name="connsiteY0" fmla="*/ 933060 h 1175710"/>
              <a:gd name="connsiteX1" fmla="*/ 793102 w 3545632"/>
              <a:gd name="connsiteY1" fmla="*/ 942392 h 1175710"/>
              <a:gd name="connsiteX2" fmla="*/ 802432 w 3545632"/>
              <a:gd name="connsiteY2" fmla="*/ 0 h 1175710"/>
              <a:gd name="connsiteX3" fmla="*/ 1670179 w 3545632"/>
              <a:gd name="connsiteY3" fmla="*/ 0 h 1175710"/>
              <a:gd name="connsiteX4" fmla="*/ 1660849 w 3545632"/>
              <a:gd name="connsiteY4" fmla="*/ 951722 h 1175710"/>
              <a:gd name="connsiteX5" fmla="*/ 2425248 w 3545632"/>
              <a:gd name="connsiteY5" fmla="*/ 971088 h 1175710"/>
              <a:gd name="connsiteX6" fmla="*/ 2500602 w 3545632"/>
              <a:gd name="connsiteY6" fmla="*/ 1119672 h 1175710"/>
              <a:gd name="connsiteX7" fmla="*/ 2500604 w 3545632"/>
              <a:gd name="connsiteY7" fmla="*/ 46653 h 1175710"/>
              <a:gd name="connsiteX8" fmla="*/ 3312368 w 3545632"/>
              <a:gd name="connsiteY8" fmla="*/ 46653 h 1175710"/>
              <a:gd name="connsiteX9" fmla="*/ 3303036 w 3545632"/>
              <a:gd name="connsiteY9" fmla="*/ 970384 h 1175710"/>
              <a:gd name="connsiteX10" fmla="*/ 3545632 w 3545632"/>
              <a:gd name="connsiteY10" fmla="*/ 979714 h 1175710"/>
              <a:gd name="connsiteX0" fmla="*/ 0 w 3545632"/>
              <a:gd name="connsiteY0" fmla="*/ 933060 h 1173363"/>
              <a:gd name="connsiteX1" fmla="*/ 793102 w 3545632"/>
              <a:gd name="connsiteY1" fmla="*/ 942392 h 1173363"/>
              <a:gd name="connsiteX2" fmla="*/ 802432 w 3545632"/>
              <a:gd name="connsiteY2" fmla="*/ 0 h 1173363"/>
              <a:gd name="connsiteX3" fmla="*/ 1670179 w 3545632"/>
              <a:gd name="connsiteY3" fmla="*/ 0 h 1173363"/>
              <a:gd name="connsiteX4" fmla="*/ 1660849 w 3545632"/>
              <a:gd name="connsiteY4" fmla="*/ 951722 h 1173363"/>
              <a:gd name="connsiteX5" fmla="*/ 2415918 w 3545632"/>
              <a:gd name="connsiteY5" fmla="*/ 952427 h 1173363"/>
              <a:gd name="connsiteX6" fmla="*/ 2500602 w 3545632"/>
              <a:gd name="connsiteY6" fmla="*/ 1119672 h 1173363"/>
              <a:gd name="connsiteX7" fmla="*/ 2500604 w 3545632"/>
              <a:gd name="connsiteY7" fmla="*/ 46653 h 1173363"/>
              <a:gd name="connsiteX8" fmla="*/ 3312368 w 3545632"/>
              <a:gd name="connsiteY8" fmla="*/ 46653 h 1173363"/>
              <a:gd name="connsiteX9" fmla="*/ 3303036 w 3545632"/>
              <a:gd name="connsiteY9" fmla="*/ 970384 h 1173363"/>
              <a:gd name="connsiteX10" fmla="*/ 3545632 w 3545632"/>
              <a:gd name="connsiteY10" fmla="*/ 979714 h 1173363"/>
              <a:gd name="connsiteX0" fmla="*/ 0 w 3545632"/>
              <a:gd name="connsiteY0" fmla="*/ 933060 h 1173363"/>
              <a:gd name="connsiteX1" fmla="*/ 793102 w 3545632"/>
              <a:gd name="connsiteY1" fmla="*/ 942392 h 1173363"/>
              <a:gd name="connsiteX2" fmla="*/ 802432 w 3545632"/>
              <a:gd name="connsiteY2" fmla="*/ 0 h 1173363"/>
              <a:gd name="connsiteX3" fmla="*/ 1670179 w 3545632"/>
              <a:gd name="connsiteY3" fmla="*/ 0 h 1173363"/>
              <a:gd name="connsiteX4" fmla="*/ 1660849 w 3545632"/>
              <a:gd name="connsiteY4" fmla="*/ 951722 h 1173363"/>
              <a:gd name="connsiteX5" fmla="*/ 2415918 w 3545632"/>
              <a:gd name="connsiteY5" fmla="*/ 952427 h 1173363"/>
              <a:gd name="connsiteX6" fmla="*/ 2500602 w 3545632"/>
              <a:gd name="connsiteY6" fmla="*/ 1119672 h 1173363"/>
              <a:gd name="connsiteX7" fmla="*/ 2500604 w 3545632"/>
              <a:gd name="connsiteY7" fmla="*/ 46653 h 1173363"/>
              <a:gd name="connsiteX8" fmla="*/ 3312368 w 3545632"/>
              <a:gd name="connsiteY8" fmla="*/ 46653 h 1173363"/>
              <a:gd name="connsiteX9" fmla="*/ 3303036 w 3545632"/>
              <a:gd name="connsiteY9" fmla="*/ 970384 h 1173363"/>
              <a:gd name="connsiteX10" fmla="*/ 3545632 w 3545632"/>
              <a:gd name="connsiteY10" fmla="*/ 979714 h 1173363"/>
              <a:gd name="connsiteX0" fmla="*/ 0 w 3545632"/>
              <a:gd name="connsiteY0" fmla="*/ 933060 h 1181501"/>
              <a:gd name="connsiteX1" fmla="*/ 793102 w 3545632"/>
              <a:gd name="connsiteY1" fmla="*/ 942392 h 1181501"/>
              <a:gd name="connsiteX2" fmla="*/ 802432 w 3545632"/>
              <a:gd name="connsiteY2" fmla="*/ 0 h 1181501"/>
              <a:gd name="connsiteX3" fmla="*/ 1670179 w 3545632"/>
              <a:gd name="connsiteY3" fmla="*/ 0 h 1181501"/>
              <a:gd name="connsiteX4" fmla="*/ 1660849 w 3545632"/>
              <a:gd name="connsiteY4" fmla="*/ 951722 h 1181501"/>
              <a:gd name="connsiteX5" fmla="*/ 2415918 w 3545632"/>
              <a:gd name="connsiteY5" fmla="*/ 952427 h 1181501"/>
              <a:gd name="connsiteX6" fmla="*/ 2500602 w 3545632"/>
              <a:gd name="connsiteY6" fmla="*/ 1119672 h 1181501"/>
              <a:gd name="connsiteX7" fmla="*/ 2500604 w 3545632"/>
              <a:gd name="connsiteY7" fmla="*/ 46653 h 1181501"/>
              <a:gd name="connsiteX8" fmla="*/ 3312368 w 3545632"/>
              <a:gd name="connsiteY8" fmla="*/ 46653 h 1181501"/>
              <a:gd name="connsiteX9" fmla="*/ 3303036 w 3545632"/>
              <a:gd name="connsiteY9" fmla="*/ 970384 h 1181501"/>
              <a:gd name="connsiteX10" fmla="*/ 3545632 w 3545632"/>
              <a:gd name="connsiteY10" fmla="*/ 979714 h 1181501"/>
              <a:gd name="connsiteX0" fmla="*/ 0 w 3545632"/>
              <a:gd name="connsiteY0" fmla="*/ 933060 h 1187876"/>
              <a:gd name="connsiteX1" fmla="*/ 793102 w 3545632"/>
              <a:gd name="connsiteY1" fmla="*/ 942392 h 1187876"/>
              <a:gd name="connsiteX2" fmla="*/ 802432 w 3545632"/>
              <a:gd name="connsiteY2" fmla="*/ 0 h 1187876"/>
              <a:gd name="connsiteX3" fmla="*/ 1670179 w 3545632"/>
              <a:gd name="connsiteY3" fmla="*/ 0 h 1187876"/>
              <a:gd name="connsiteX4" fmla="*/ 1660849 w 3545632"/>
              <a:gd name="connsiteY4" fmla="*/ 951722 h 1187876"/>
              <a:gd name="connsiteX5" fmla="*/ 2425249 w 3545632"/>
              <a:gd name="connsiteY5" fmla="*/ 989749 h 1187876"/>
              <a:gd name="connsiteX6" fmla="*/ 2500602 w 3545632"/>
              <a:gd name="connsiteY6" fmla="*/ 1119672 h 1187876"/>
              <a:gd name="connsiteX7" fmla="*/ 2500604 w 3545632"/>
              <a:gd name="connsiteY7" fmla="*/ 46653 h 1187876"/>
              <a:gd name="connsiteX8" fmla="*/ 3312368 w 3545632"/>
              <a:gd name="connsiteY8" fmla="*/ 46653 h 1187876"/>
              <a:gd name="connsiteX9" fmla="*/ 3303036 w 3545632"/>
              <a:gd name="connsiteY9" fmla="*/ 970384 h 1187876"/>
              <a:gd name="connsiteX10" fmla="*/ 3545632 w 3545632"/>
              <a:gd name="connsiteY10" fmla="*/ 979714 h 1187876"/>
              <a:gd name="connsiteX0" fmla="*/ 0 w 3545632"/>
              <a:gd name="connsiteY0" fmla="*/ 933060 h 1182986"/>
              <a:gd name="connsiteX1" fmla="*/ 793102 w 3545632"/>
              <a:gd name="connsiteY1" fmla="*/ 942392 h 1182986"/>
              <a:gd name="connsiteX2" fmla="*/ 802432 w 3545632"/>
              <a:gd name="connsiteY2" fmla="*/ 0 h 1182986"/>
              <a:gd name="connsiteX3" fmla="*/ 1670179 w 3545632"/>
              <a:gd name="connsiteY3" fmla="*/ 0 h 1182986"/>
              <a:gd name="connsiteX4" fmla="*/ 1660849 w 3545632"/>
              <a:gd name="connsiteY4" fmla="*/ 951722 h 1182986"/>
              <a:gd name="connsiteX5" fmla="*/ 2425249 w 3545632"/>
              <a:gd name="connsiteY5" fmla="*/ 961757 h 1182986"/>
              <a:gd name="connsiteX6" fmla="*/ 2500602 w 3545632"/>
              <a:gd name="connsiteY6" fmla="*/ 1119672 h 1182986"/>
              <a:gd name="connsiteX7" fmla="*/ 2500604 w 3545632"/>
              <a:gd name="connsiteY7" fmla="*/ 46653 h 1182986"/>
              <a:gd name="connsiteX8" fmla="*/ 3312368 w 3545632"/>
              <a:gd name="connsiteY8" fmla="*/ 46653 h 1182986"/>
              <a:gd name="connsiteX9" fmla="*/ 3303036 w 3545632"/>
              <a:gd name="connsiteY9" fmla="*/ 970384 h 1182986"/>
              <a:gd name="connsiteX10" fmla="*/ 3545632 w 3545632"/>
              <a:gd name="connsiteY10" fmla="*/ 979714 h 1182986"/>
              <a:gd name="connsiteX0" fmla="*/ 0 w 3545632"/>
              <a:gd name="connsiteY0" fmla="*/ 933060 h 1182986"/>
              <a:gd name="connsiteX1" fmla="*/ 793102 w 3545632"/>
              <a:gd name="connsiteY1" fmla="*/ 942392 h 1182986"/>
              <a:gd name="connsiteX2" fmla="*/ 802432 w 3545632"/>
              <a:gd name="connsiteY2" fmla="*/ 0 h 1182986"/>
              <a:gd name="connsiteX3" fmla="*/ 1670179 w 3545632"/>
              <a:gd name="connsiteY3" fmla="*/ 0 h 1182986"/>
              <a:gd name="connsiteX4" fmla="*/ 1660849 w 3545632"/>
              <a:gd name="connsiteY4" fmla="*/ 951722 h 1182986"/>
              <a:gd name="connsiteX5" fmla="*/ 2425249 w 3545632"/>
              <a:gd name="connsiteY5" fmla="*/ 961757 h 1182986"/>
              <a:gd name="connsiteX6" fmla="*/ 2500602 w 3545632"/>
              <a:gd name="connsiteY6" fmla="*/ 1119672 h 1182986"/>
              <a:gd name="connsiteX7" fmla="*/ 2500604 w 3545632"/>
              <a:gd name="connsiteY7" fmla="*/ 46653 h 1182986"/>
              <a:gd name="connsiteX8" fmla="*/ 3312368 w 3545632"/>
              <a:gd name="connsiteY8" fmla="*/ 46653 h 1182986"/>
              <a:gd name="connsiteX9" fmla="*/ 3303036 w 3545632"/>
              <a:gd name="connsiteY9" fmla="*/ 970384 h 1182986"/>
              <a:gd name="connsiteX10" fmla="*/ 3545632 w 3545632"/>
              <a:gd name="connsiteY10" fmla="*/ 979714 h 1182986"/>
              <a:gd name="connsiteX0" fmla="*/ 0 w 3545632"/>
              <a:gd name="connsiteY0" fmla="*/ 933060 h 1182986"/>
              <a:gd name="connsiteX1" fmla="*/ 577787 w 3545632"/>
              <a:gd name="connsiteY1" fmla="*/ 949882 h 1182986"/>
              <a:gd name="connsiteX2" fmla="*/ 793102 w 3545632"/>
              <a:gd name="connsiteY2" fmla="*/ 942392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577787 w 3545632"/>
              <a:gd name="connsiteY1" fmla="*/ 949882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668471 w 3545632"/>
              <a:gd name="connsiteY1" fmla="*/ 934768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668471 w 3545632"/>
              <a:gd name="connsiteY1" fmla="*/ 934768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668471 w 3545632"/>
              <a:gd name="connsiteY1" fmla="*/ 934768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668471 w 3545632"/>
              <a:gd name="connsiteY1" fmla="*/ 934768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712859 w 3545632"/>
              <a:gd name="connsiteY1" fmla="*/ 943646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712859 w 3545632"/>
              <a:gd name="connsiteY1" fmla="*/ 943646 h 1182986"/>
              <a:gd name="connsiteX2" fmla="*/ 808216 w 3545632"/>
              <a:gd name="connsiteY2" fmla="*/ 1150027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712859 w 3545632"/>
              <a:gd name="connsiteY1" fmla="*/ 943646 h 1182986"/>
              <a:gd name="connsiteX2" fmla="*/ 808216 w 3545632"/>
              <a:gd name="connsiteY2" fmla="*/ 1150027 h 1182986"/>
              <a:gd name="connsiteX3" fmla="*/ 802432 w 3545632"/>
              <a:gd name="connsiteY3" fmla="*/ 0 h 1182986"/>
              <a:gd name="connsiteX4" fmla="*/ 1670179 w 3545632"/>
              <a:gd name="connsiteY4" fmla="*/ 3551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06427 h 1156353"/>
              <a:gd name="connsiteX1" fmla="*/ 712859 w 3545632"/>
              <a:gd name="connsiteY1" fmla="*/ 917013 h 1156353"/>
              <a:gd name="connsiteX2" fmla="*/ 808216 w 3545632"/>
              <a:gd name="connsiteY2" fmla="*/ 1123394 h 1156353"/>
              <a:gd name="connsiteX3" fmla="*/ 802432 w 3545632"/>
              <a:gd name="connsiteY3" fmla="*/ 0 h 1156353"/>
              <a:gd name="connsiteX4" fmla="*/ 1670179 w 3545632"/>
              <a:gd name="connsiteY4" fmla="*/ 8877 h 1156353"/>
              <a:gd name="connsiteX5" fmla="*/ 1660849 w 3545632"/>
              <a:gd name="connsiteY5" fmla="*/ 925089 h 1156353"/>
              <a:gd name="connsiteX6" fmla="*/ 2425249 w 3545632"/>
              <a:gd name="connsiteY6" fmla="*/ 935124 h 1156353"/>
              <a:gd name="connsiteX7" fmla="*/ 2500602 w 3545632"/>
              <a:gd name="connsiteY7" fmla="*/ 1093039 h 1156353"/>
              <a:gd name="connsiteX8" fmla="*/ 2500604 w 3545632"/>
              <a:gd name="connsiteY8" fmla="*/ 20020 h 1156353"/>
              <a:gd name="connsiteX9" fmla="*/ 3312368 w 3545632"/>
              <a:gd name="connsiteY9" fmla="*/ 20020 h 1156353"/>
              <a:gd name="connsiteX10" fmla="*/ 3303036 w 3545632"/>
              <a:gd name="connsiteY10" fmla="*/ 943751 h 1156353"/>
              <a:gd name="connsiteX11" fmla="*/ 3545632 w 3545632"/>
              <a:gd name="connsiteY11" fmla="*/ 953081 h 1156353"/>
              <a:gd name="connsiteX0" fmla="*/ 0 w 3545632"/>
              <a:gd name="connsiteY0" fmla="*/ 897550 h 1147476"/>
              <a:gd name="connsiteX1" fmla="*/ 712859 w 3545632"/>
              <a:gd name="connsiteY1" fmla="*/ 908136 h 1147476"/>
              <a:gd name="connsiteX2" fmla="*/ 808216 w 3545632"/>
              <a:gd name="connsiteY2" fmla="*/ 1114517 h 1147476"/>
              <a:gd name="connsiteX3" fmla="*/ 802432 w 3545632"/>
              <a:gd name="connsiteY3" fmla="*/ 17756 h 1147476"/>
              <a:gd name="connsiteX4" fmla="*/ 1670179 w 3545632"/>
              <a:gd name="connsiteY4" fmla="*/ 0 h 1147476"/>
              <a:gd name="connsiteX5" fmla="*/ 1660849 w 3545632"/>
              <a:gd name="connsiteY5" fmla="*/ 916212 h 1147476"/>
              <a:gd name="connsiteX6" fmla="*/ 2425249 w 3545632"/>
              <a:gd name="connsiteY6" fmla="*/ 926247 h 1147476"/>
              <a:gd name="connsiteX7" fmla="*/ 2500602 w 3545632"/>
              <a:gd name="connsiteY7" fmla="*/ 1084162 h 1147476"/>
              <a:gd name="connsiteX8" fmla="*/ 2500604 w 3545632"/>
              <a:gd name="connsiteY8" fmla="*/ 11143 h 1147476"/>
              <a:gd name="connsiteX9" fmla="*/ 3312368 w 3545632"/>
              <a:gd name="connsiteY9" fmla="*/ 11143 h 1147476"/>
              <a:gd name="connsiteX10" fmla="*/ 3303036 w 3545632"/>
              <a:gd name="connsiteY10" fmla="*/ 934874 h 1147476"/>
              <a:gd name="connsiteX11" fmla="*/ 3545632 w 3545632"/>
              <a:gd name="connsiteY11" fmla="*/ 944204 h 1147476"/>
              <a:gd name="connsiteX0" fmla="*/ 0 w 3545632"/>
              <a:gd name="connsiteY0" fmla="*/ 886407 h 1136333"/>
              <a:gd name="connsiteX1" fmla="*/ 712859 w 3545632"/>
              <a:gd name="connsiteY1" fmla="*/ 896993 h 1136333"/>
              <a:gd name="connsiteX2" fmla="*/ 808216 w 3545632"/>
              <a:gd name="connsiteY2" fmla="*/ 1103374 h 1136333"/>
              <a:gd name="connsiteX3" fmla="*/ 802432 w 3545632"/>
              <a:gd name="connsiteY3" fmla="*/ 6613 h 1136333"/>
              <a:gd name="connsiteX4" fmla="*/ 1670179 w 3545632"/>
              <a:gd name="connsiteY4" fmla="*/ 15490 h 1136333"/>
              <a:gd name="connsiteX5" fmla="*/ 1660849 w 3545632"/>
              <a:gd name="connsiteY5" fmla="*/ 905069 h 1136333"/>
              <a:gd name="connsiteX6" fmla="*/ 2425249 w 3545632"/>
              <a:gd name="connsiteY6" fmla="*/ 915104 h 1136333"/>
              <a:gd name="connsiteX7" fmla="*/ 2500602 w 3545632"/>
              <a:gd name="connsiteY7" fmla="*/ 1073019 h 1136333"/>
              <a:gd name="connsiteX8" fmla="*/ 2500604 w 3545632"/>
              <a:gd name="connsiteY8" fmla="*/ 0 h 1136333"/>
              <a:gd name="connsiteX9" fmla="*/ 3312368 w 3545632"/>
              <a:gd name="connsiteY9" fmla="*/ 0 h 1136333"/>
              <a:gd name="connsiteX10" fmla="*/ 3303036 w 3545632"/>
              <a:gd name="connsiteY10" fmla="*/ 923731 h 1136333"/>
              <a:gd name="connsiteX11" fmla="*/ 3545632 w 3545632"/>
              <a:gd name="connsiteY11" fmla="*/ 933061 h 1136333"/>
              <a:gd name="connsiteX0" fmla="*/ 0 w 3545632"/>
              <a:gd name="connsiteY0" fmla="*/ 888672 h 1138598"/>
              <a:gd name="connsiteX1" fmla="*/ 712859 w 3545632"/>
              <a:gd name="connsiteY1" fmla="*/ 899258 h 1138598"/>
              <a:gd name="connsiteX2" fmla="*/ 808216 w 3545632"/>
              <a:gd name="connsiteY2" fmla="*/ 1105639 h 1138598"/>
              <a:gd name="connsiteX3" fmla="*/ 802432 w 3545632"/>
              <a:gd name="connsiteY3" fmla="*/ 8878 h 1138598"/>
              <a:gd name="connsiteX4" fmla="*/ 1670179 w 3545632"/>
              <a:gd name="connsiteY4" fmla="*/ 0 h 1138598"/>
              <a:gd name="connsiteX5" fmla="*/ 1660849 w 3545632"/>
              <a:gd name="connsiteY5" fmla="*/ 907334 h 1138598"/>
              <a:gd name="connsiteX6" fmla="*/ 2425249 w 3545632"/>
              <a:gd name="connsiteY6" fmla="*/ 917369 h 1138598"/>
              <a:gd name="connsiteX7" fmla="*/ 2500602 w 3545632"/>
              <a:gd name="connsiteY7" fmla="*/ 1075284 h 1138598"/>
              <a:gd name="connsiteX8" fmla="*/ 2500604 w 3545632"/>
              <a:gd name="connsiteY8" fmla="*/ 2265 h 1138598"/>
              <a:gd name="connsiteX9" fmla="*/ 3312368 w 3545632"/>
              <a:gd name="connsiteY9" fmla="*/ 2265 h 1138598"/>
              <a:gd name="connsiteX10" fmla="*/ 3303036 w 3545632"/>
              <a:gd name="connsiteY10" fmla="*/ 925996 h 1138598"/>
              <a:gd name="connsiteX11" fmla="*/ 3545632 w 3545632"/>
              <a:gd name="connsiteY11" fmla="*/ 935326 h 1138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45632" h="1138598">
                <a:moveTo>
                  <a:pt x="0" y="888672"/>
                </a:moveTo>
                <a:cubicBezTo>
                  <a:pt x="222824" y="889241"/>
                  <a:pt x="490035" y="898689"/>
                  <a:pt x="712859" y="899258"/>
                </a:cubicBezTo>
                <a:cubicBezTo>
                  <a:pt x="804784" y="972332"/>
                  <a:pt x="761634" y="1025008"/>
                  <a:pt x="808216" y="1105639"/>
                </a:cubicBezTo>
                <a:lnTo>
                  <a:pt x="802432" y="8878"/>
                </a:lnTo>
                <a:lnTo>
                  <a:pt x="1670179" y="0"/>
                </a:lnTo>
                <a:lnTo>
                  <a:pt x="1660849" y="907334"/>
                </a:lnTo>
                <a:cubicBezTo>
                  <a:pt x="1889331" y="924557"/>
                  <a:pt x="2247967" y="908038"/>
                  <a:pt x="2425249" y="917369"/>
                </a:cubicBezTo>
                <a:cubicBezTo>
                  <a:pt x="2490563" y="1010675"/>
                  <a:pt x="2488043" y="1252683"/>
                  <a:pt x="2500602" y="1075284"/>
                </a:cubicBezTo>
                <a:cubicBezTo>
                  <a:pt x="2503712" y="773594"/>
                  <a:pt x="2497494" y="303955"/>
                  <a:pt x="2500604" y="2265"/>
                </a:cubicBezTo>
                <a:lnTo>
                  <a:pt x="3312368" y="2265"/>
                </a:lnTo>
                <a:cubicBezTo>
                  <a:pt x="3309257" y="310175"/>
                  <a:pt x="3306147" y="618086"/>
                  <a:pt x="3303036" y="925996"/>
                </a:cubicBezTo>
                <a:lnTo>
                  <a:pt x="3545632" y="935326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6C9B889-6610-453B-AD42-66DD0080090C}"/>
              </a:ext>
            </a:extLst>
          </p:cNvPr>
          <p:cNvSpPr/>
          <p:nvPr/>
        </p:nvSpPr>
        <p:spPr>
          <a:xfrm>
            <a:off x="5822303" y="3741573"/>
            <a:ext cx="3601616" cy="1483568"/>
          </a:xfrm>
          <a:custGeom>
            <a:avLst/>
            <a:gdLst>
              <a:gd name="connsiteX0" fmla="*/ 0 w 3489649"/>
              <a:gd name="connsiteY0" fmla="*/ 961053 h 1576874"/>
              <a:gd name="connsiteX1" fmla="*/ 755780 w 3489649"/>
              <a:gd name="connsiteY1" fmla="*/ 970384 h 1576874"/>
              <a:gd name="connsiteX2" fmla="*/ 765111 w 3489649"/>
              <a:gd name="connsiteY2" fmla="*/ 0 h 1576874"/>
              <a:gd name="connsiteX3" fmla="*/ 1576874 w 3489649"/>
              <a:gd name="connsiteY3" fmla="*/ 251927 h 1576874"/>
              <a:gd name="connsiteX4" fmla="*/ 1660849 w 3489649"/>
              <a:gd name="connsiteY4" fmla="*/ 1576874 h 1576874"/>
              <a:gd name="connsiteX5" fmla="*/ 2565919 w 3489649"/>
              <a:gd name="connsiteY5" fmla="*/ 970384 h 1576874"/>
              <a:gd name="connsiteX6" fmla="*/ 2547258 w 3489649"/>
              <a:gd name="connsiteY6" fmla="*/ 65315 h 1576874"/>
              <a:gd name="connsiteX7" fmla="*/ 3228392 w 3489649"/>
              <a:gd name="connsiteY7" fmla="*/ 401217 h 1576874"/>
              <a:gd name="connsiteX8" fmla="*/ 3275045 w 3489649"/>
              <a:gd name="connsiteY8" fmla="*/ 1474237 h 1576874"/>
              <a:gd name="connsiteX9" fmla="*/ 3489649 w 3489649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875453 w 3526971"/>
              <a:gd name="connsiteY3" fmla="*/ 345234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474237"/>
              <a:gd name="connsiteX1" fmla="*/ 793102 w 3526971"/>
              <a:gd name="connsiteY1" fmla="*/ 970384 h 1474237"/>
              <a:gd name="connsiteX2" fmla="*/ 802433 w 3526971"/>
              <a:gd name="connsiteY2" fmla="*/ 0 h 1474237"/>
              <a:gd name="connsiteX3" fmla="*/ 1875453 w 3526971"/>
              <a:gd name="connsiteY3" fmla="*/ 345234 h 1474237"/>
              <a:gd name="connsiteX4" fmla="*/ 1950098 w 3526971"/>
              <a:gd name="connsiteY4" fmla="*/ 1446246 h 1474237"/>
              <a:gd name="connsiteX5" fmla="*/ 2603241 w 3526971"/>
              <a:gd name="connsiteY5" fmla="*/ 970384 h 1474237"/>
              <a:gd name="connsiteX6" fmla="*/ 2584580 w 3526971"/>
              <a:gd name="connsiteY6" fmla="*/ 65315 h 1474237"/>
              <a:gd name="connsiteX7" fmla="*/ 3265714 w 3526971"/>
              <a:gd name="connsiteY7" fmla="*/ 401217 h 1474237"/>
              <a:gd name="connsiteX8" fmla="*/ 3312367 w 3526971"/>
              <a:gd name="connsiteY8" fmla="*/ 1474237 h 1474237"/>
              <a:gd name="connsiteX9" fmla="*/ 3526971 w 3526971"/>
              <a:gd name="connsiteY9" fmla="*/ 1138335 h 1474237"/>
              <a:gd name="connsiteX0" fmla="*/ 0 w 3526971"/>
              <a:gd name="connsiteY0" fmla="*/ 1315617 h 1483568"/>
              <a:gd name="connsiteX1" fmla="*/ 793102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718457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830424 w 3526971"/>
              <a:gd name="connsiteY1" fmla="*/ 979715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82147 w 3526971"/>
              <a:gd name="connsiteY3" fmla="*/ 373226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359020 w 3526971"/>
              <a:gd name="connsiteY7" fmla="*/ 438540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483568"/>
              <a:gd name="connsiteX1" fmla="*/ 830424 w 3526971"/>
              <a:gd name="connsiteY1" fmla="*/ 998376 h 1483568"/>
              <a:gd name="connsiteX2" fmla="*/ 839756 w 3526971"/>
              <a:gd name="connsiteY2" fmla="*/ 0 h 1483568"/>
              <a:gd name="connsiteX3" fmla="*/ 1679510 w 3526971"/>
              <a:gd name="connsiteY3" fmla="*/ 307911 h 1483568"/>
              <a:gd name="connsiteX4" fmla="*/ 1679510 w 3526971"/>
              <a:gd name="connsiteY4" fmla="*/ 1446247 h 1483568"/>
              <a:gd name="connsiteX5" fmla="*/ 2603241 w 3526971"/>
              <a:gd name="connsiteY5" fmla="*/ 998376 h 1483568"/>
              <a:gd name="connsiteX6" fmla="*/ 2584580 w 3526971"/>
              <a:gd name="connsiteY6" fmla="*/ 93307 h 1483568"/>
              <a:gd name="connsiteX7" fmla="*/ 3359020 w 3526971"/>
              <a:gd name="connsiteY7" fmla="*/ 438540 h 1483568"/>
              <a:gd name="connsiteX8" fmla="*/ 3377681 w 3526971"/>
              <a:gd name="connsiteY8" fmla="*/ 1483568 h 1483568"/>
              <a:gd name="connsiteX9" fmla="*/ 3526971 w 3526971"/>
              <a:gd name="connsiteY9" fmla="*/ 1166327 h 1483568"/>
              <a:gd name="connsiteX0" fmla="*/ 0 w 3573624"/>
              <a:gd name="connsiteY0" fmla="*/ 1334278 h 1483568"/>
              <a:gd name="connsiteX1" fmla="*/ 830424 w 3573624"/>
              <a:gd name="connsiteY1" fmla="*/ 998376 h 1483568"/>
              <a:gd name="connsiteX2" fmla="*/ 839756 w 3573624"/>
              <a:gd name="connsiteY2" fmla="*/ 0 h 1483568"/>
              <a:gd name="connsiteX3" fmla="*/ 1679510 w 3573624"/>
              <a:gd name="connsiteY3" fmla="*/ 307911 h 1483568"/>
              <a:gd name="connsiteX4" fmla="*/ 1679510 w 3573624"/>
              <a:gd name="connsiteY4" fmla="*/ 1446247 h 1483568"/>
              <a:gd name="connsiteX5" fmla="*/ 2603241 w 3573624"/>
              <a:gd name="connsiteY5" fmla="*/ 998376 h 1483568"/>
              <a:gd name="connsiteX6" fmla="*/ 2584580 w 3573624"/>
              <a:gd name="connsiteY6" fmla="*/ 93307 h 1483568"/>
              <a:gd name="connsiteX7" fmla="*/ 3359020 w 3573624"/>
              <a:gd name="connsiteY7" fmla="*/ 438540 h 1483568"/>
              <a:gd name="connsiteX8" fmla="*/ 3377681 w 3573624"/>
              <a:gd name="connsiteY8" fmla="*/ 1483568 h 1483568"/>
              <a:gd name="connsiteX9" fmla="*/ 3573624 w 3573624"/>
              <a:gd name="connsiteY9" fmla="*/ 1184989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84579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38774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01616" h="1483568">
                <a:moveTo>
                  <a:pt x="0" y="1334278"/>
                </a:moveTo>
                <a:cubicBezTo>
                  <a:pt x="233266" y="1150776"/>
                  <a:pt x="559835" y="1060580"/>
                  <a:pt x="830424" y="998376"/>
                </a:cubicBezTo>
                <a:cubicBezTo>
                  <a:pt x="833534" y="674915"/>
                  <a:pt x="836646" y="323461"/>
                  <a:pt x="839756" y="0"/>
                </a:cubicBezTo>
                <a:lnTo>
                  <a:pt x="1642188" y="307911"/>
                </a:lnTo>
                <a:cubicBezTo>
                  <a:pt x="1645298" y="671805"/>
                  <a:pt x="1648408" y="1082353"/>
                  <a:pt x="1651518" y="1446247"/>
                </a:cubicBezTo>
                <a:cubicBezTo>
                  <a:pt x="1912775" y="1212981"/>
                  <a:pt x="2202802" y="1073023"/>
                  <a:pt x="2557365" y="979716"/>
                </a:cubicBezTo>
                <a:cubicBezTo>
                  <a:pt x="2557365" y="681136"/>
                  <a:pt x="2553608" y="366876"/>
                  <a:pt x="2553608" y="68296"/>
                </a:cubicBezTo>
                <a:lnTo>
                  <a:pt x="3333620" y="387740"/>
                </a:lnTo>
                <a:cubicBezTo>
                  <a:pt x="3333490" y="733966"/>
                  <a:pt x="3333361" y="1137342"/>
                  <a:pt x="3333231" y="1483568"/>
                </a:cubicBezTo>
                <a:cubicBezTo>
                  <a:pt x="3454529" y="1306287"/>
                  <a:pt x="3508310" y="1287626"/>
                  <a:pt x="3601616" y="120365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5A067E5-BAA6-49A4-9310-3460197668D2}"/>
              </a:ext>
            </a:extLst>
          </p:cNvPr>
          <p:cNvSpPr txBox="1"/>
          <p:nvPr/>
        </p:nvSpPr>
        <p:spPr>
          <a:xfrm>
            <a:off x="5051747" y="46286"/>
            <a:ext cx="4845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IS VENTILATION APPROPRIATE?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54FCB6-F62B-564F-9D88-D0B27F5CE3E8}"/>
              </a:ext>
            </a:extLst>
          </p:cNvPr>
          <p:cNvSpPr txBox="1"/>
          <p:nvPr/>
        </p:nvSpPr>
        <p:spPr>
          <a:xfrm>
            <a:off x="440072" y="3690737"/>
            <a:ext cx="308685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Min Vent (V</a:t>
            </a:r>
            <a:r>
              <a:rPr lang="en-US" sz="2400" baseline="-25000" dirty="0"/>
              <a:t>E</a:t>
            </a:r>
            <a:r>
              <a:rPr lang="en-US" sz="2400" dirty="0"/>
              <a:t>) = V</a:t>
            </a:r>
            <a:r>
              <a:rPr lang="en-US" sz="2400" baseline="-25000" dirty="0"/>
              <a:t>T</a:t>
            </a:r>
            <a:r>
              <a:rPr lang="en-US" sz="2400" dirty="0"/>
              <a:t xml:space="preserve"> x RR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 xml:space="preserve">7.1 L/min </a:t>
            </a:r>
            <a:r>
              <a:rPr lang="en-US" dirty="0"/>
              <a:t>=</a:t>
            </a:r>
            <a:r>
              <a:rPr lang="en-US" dirty="0">
                <a:solidFill>
                  <a:srgbClr val="FF0000"/>
                </a:solidFill>
              </a:rPr>
              <a:t xml:space="preserve"> </a:t>
            </a:r>
            <a:r>
              <a:rPr lang="en-US" dirty="0">
                <a:solidFill>
                  <a:schemeClr val="accent5"/>
                </a:solidFill>
              </a:rPr>
              <a:t>0.355 L</a:t>
            </a:r>
            <a:r>
              <a:rPr lang="en-US" dirty="0"/>
              <a:t xml:space="preserve"> x </a:t>
            </a:r>
            <a:r>
              <a:rPr lang="en-US" dirty="0">
                <a:solidFill>
                  <a:schemeClr val="accent5"/>
                </a:solidFill>
              </a:rPr>
              <a:t>20 min</a:t>
            </a:r>
            <a:r>
              <a:rPr lang="en-US" baseline="30000" dirty="0">
                <a:solidFill>
                  <a:schemeClr val="accent5"/>
                </a:solidFill>
              </a:rPr>
              <a:t>-1</a:t>
            </a:r>
            <a:endParaRPr lang="en-US" dirty="0">
              <a:solidFill>
                <a:srgbClr val="FF0000"/>
              </a:solidFill>
            </a:endParaRPr>
          </a:p>
          <a:p>
            <a:pPr algn="ctr"/>
            <a:endParaRPr lang="en-US" i="1" dirty="0"/>
          </a:p>
          <a:p>
            <a:pPr algn="ctr"/>
            <a:r>
              <a:rPr lang="en-US" i="1" dirty="0"/>
              <a:t>Normal is 4-6 L/min</a:t>
            </a:r>
          </a:p>
          <a:p>
            <a:pPr algn="ctr"/>
            <a:r>
              <a:rPr lang="en-US" i="1" dirty="0"/>
              <a:t>Often much higher when disease is present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7E24172-EE48-394C-A307-7903EB91A79C}"/>
              </a:ext>
            </a:extLst>
          </p:cNvPr>
          <p:cNvSpPr/>
          <p:nvPr/>
        </p:nvSpPr>
        <p:spPr>
          <a:xfrm>
            <a:off x="4180054" y="2599782"/>
            <a:ext cx="995192" cy="1617567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question 1">
            <a:hlinkClick r:id="rId3" action="ppaction://hlinksldjump"/>
            <a:extLst>
              <a:ext uri="{FF2B5EF4-FFF2-40B4-BE49-F238E27FC236}">
                <a16:creationId xmlns:a16="http://schemas.microsoft.com/office/drawing/2014/main" id="{76AAA762-9307-41CC-8B94-8AA25DCDD67D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</a:t>
            </a:r>
          </a:p>
        </p:txBody>
      </p:sp>
      <p:sp>
        <p:nvSpPr>
          <p:cNvPr id="54" name="Question 2">
            <a:hlinkClick r:id="rId4" action="ppaction://hlinksldjump"/>
            <a:extLst>
              <a:ext uri="{FF2B5EF4-FFF2-40B4-BE49-F238E27FC236}">
                <a16:creationId xmlns:a16="http://schemas.microsoft.com/office/drawing/2014/main" id="{A32E0EDB-3380-4946-A428-E761E815685F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</a:t>
            </a:r>
            <a:r>
              <a:rPr lang="en-US" baseline="-25000" dirty="0">
                <a:solidFill>
                  <a:sysClr val="windowText" lastClr="000000"/>
                </a:solidFill>
              </a:rPr>
              <a:t>2</a:t>
            </a:r>
            <a:r>
              <a:rPr lang="en-US" dirty="0">
                <a:solidFill>
                  <a:sysClr val="windowText" lastClr="000000"/>
                </a:solidFill>
              </a:rPr>
              <a:t xml:space="preserve"> support</a:t>
            </a:r>
          </a:p>
        </p:txBody>
      </p:sp>
      <p:sp>
        <p:nvSpPr>
          <p:cNvPr id="56" name="question 4">
            <a:hlinkClick r:id="rId5" action="ppaction://hlinksldjump"/>
            <a:extLst>
              <a:ext uri="{FF2B5EF4-FFF2-40B4-BE49-F238E27FC236}">
                <a16:creationId xmlns:a16="http://schemas.microsoft.com/office/drawing/2014/main" id="{39C174D3-F5F8-4FBD-BF07-8B81855449F9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Ventilation</a:t>
            </a:r>
          </a:p>
        </p:txBody>
      </p:sp>
      <p:pic>
        <p:nvPicPr>
          <p:cNvPr id="58" name="Graphic 57" descr="Cursor with solid fill">
            <a:extLst>
              <a:ext uri="{FF2B5EF4-FFF2-40B4-BE49-F238E27FC236}">
                <a16:creationId xmlns:a16="http://schemas.microsoft.com/office/drawing/2014/main" id="{5F617CA8-1102-4D13-B0B8-FA8B7AF5D8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945241"/>
            <a:ext cx="301752" cy="301752"/>
          </a:xfrm>
          <a:prstGeom prst="rect">
            <a:avLst/>
          </a:prstGeom>
        </p:spPr>
      </p:pic>
      <p:pic>
        <p:nvPicPr>
          <p:cNvPr id="60" name="Graphic 59" descr="Cursor with solid fill">
            <a:extLst>
              <a:ext uri="{FF2B5EF4-FFF2-40B4-BE49-F238E27FC236}">
                <a16:creationId xmlns:a16="http://schemas.microsoft.com/office/drawing/2014/main" id="{90BE7326-9CFC-473C-A9EF-EA9A67401F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1540247"/>
            <a:ext cx="301752" cy="301752"/>
          </a:xfrm>
          <a:prstGeom prst="rect">
            <a:avLst/>
          </a:prstGeom>
        </p:spPr>
      </p:pic>
      <p:sp>
        <p:nvSpPr>
          <p:cNvPr id="61" name="question 4">
            <a:hlinkClick r:id="rId8" action="ppaction://hlinksldjump"/>
            <a:extLst>
              <a:ext uri="{FF2B5EF4-FFF2-40B4-BE49-F238E27FC236}">
                <a16:creationId xmlns:a16="http://schemas.microsoft.com/office/drawing/2014/main" id="{8E42F544-6992-4965-BDFA-851FFF75DEAE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67" name="Graphic 66" descr="Cursor with solid fill">
            <a:extLst>
              <a:ext uri="{FF2B5EF4-FFF2-40B4-BE49-F238E27FC236}">
                <a16:creationId xmlns:a16="http://schemas.microsoft.com/office/drawing/2014/main" id="{55F3020A-6237-4974-9A1F-B50935ABA9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sp>
        <p:nvSpPr>
          <p:cNvPr id="86" name="question 3">
            <a:hlinkClick r:id="rId9" action="ppaction://hlinksldjump"/>
            <a:extLst>
              <a:ext uri="{FF2B5EF4-FFF2-40B4-BE49-F238E27FC236}">
                <a16:creationId xmlns:a16="http://schemas.microsoft.com/office/drawing/2014/main" id="{61284DE5-8C08-43B4-8941-4EB8D533D01E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Mechanics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89" name="Graphic 88" descr="Cursor with solid fill">
            <a:extLst>
              <a:ext uri="{FF2B5EF4-FFF2-40B4-BE49-F238E27FC236}">
                <a16:creationId xmlns:a16="http://schemas.microsoft.com/office/drawing/2014/main" id="{DB79E0A1-85FF-481A-AE4D-1DF33CFAAC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2652352"/>
            <a:ext cx="301752" cy="301752"/>
          </a:xfrm>
          <a:prstGeom prst="rect">
            <a:avLst/>
          </a:prstGeom>
        </p:spPr>
      </p:pic>
      <p:sp>
        <p:nvSpPr>
          <p:cNvPr id="91" name="question 1">
            <a:hlinkClick r:id="rId10" action="ppaction://hlinksldjump"/>
            <a:extLst>
              <a:ext uri="{FF2B5EF4-FFF2-40B4-BE49-F238E27FC236}">
                <a16:creationId xmlns:a16="http://schemas.microsoft.com/office/drawing/2014/main" id="{59593A2B-4A37-4D0E-A9BF-9C60BC9426BD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Orientation</a:t>
            </a:r>
          </a:p>
        </p:txBody>
      </p:sp>
      <p:pic>
        <p:nvPicPr>
          <p:cNvPr id="92" name="Graphic 91" descr="Cursor with solid fill">
            <a:extLst>
              <a:ext uri="{FF2B5EF4-FFF2-40B4-BE49-F238E27FC236}">
                <a16:creationId xmlns:a16="http://schemas.microsoft.com/office/drawing/2014/main" id="{8C84392B-1CB4-4AC7-963D-341690A92C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422343"/>
            <a:ext cx="301752" cy="301752"/>
          </a:xfrm>
          <a:prstGeom prst="rect">
            <a:avLst/>
          </a:prstGeom>
        </p:spPr>
      </p:pic>
      <p:sp>
        <p:nvSpPr>
          <p:cNvPr id="93" name="Ve">
            <a:hlinkClick r:id="rId11" action="ppaction://hlinksldjump"/>
            <a:extLst>
              <a:ext uri="{FF2B5EF4-FFF2-40B4-BE49-F238E27FC236}">
                <a16:creationId xmlns:a16="http://schemas.microsoft.com/office/drawing/2014/main" id="{12974D89-F4A7-4941-B808-ED2366F8D130}"/>
              </a:ext>
            </a:extLst>
          </p:cNvPr>
          <p:cNvSpPr/>
          <p:nvPr/>
        </p:nvSpPr>
        <p:spPr>
          <a:xfrm>
            <a:off x="3198465" y="721215"/>
            <a:ext cx="3300249" cy="429017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1. Check the minute ventilation</a:t>
            </a:r>
          </a:p>
        </p:txBody>
      </p:sp>
      <p:sp>
        <p:nvSpPr>
          <p:cNvPr id="94" name="Us or them">
            <a:hlinkClick r:id="rId12" action="ppaction://hlinksldjump"/>
            <a:extLst>
              <a:ext uri="{FF2B5EF4-FFF2-40B4-BE49-F238E27FC236}">
                <a16:creationId xmlns:a16="http://schemas.microsoft.com/office/drawing/2014/main" id="{F38960C2-F0A9-499D-8BCD-C961720FF85C}"/>
              </a:ext>
            </a:extLst>
          </p:cNvPr>
          <p:cNvSpPr/>
          <p:nvPr/>
        </p:nvSpPr>
        <p:spPr>
          <a:xfrm>
            <a:off x="9333002" y="721215"/>
            <a:ext cx="2031906" cy="42901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 Vent or Patient?</a:t>
            </a:r>
          </a:p>
        </p:txBody>
      </p:sp>
      <p:sp>
        <p:nvSpPr>
          <p:cNvPr id="95" name="Is it appropriate?">
            <a:hlinkClick r:id="rId13" action="ppaction://hlinksldjump"/>
            <a:extLst>
              <a:ext uri="{FF2B5EF4-FFF2-40B4-BE49-F238E27FC236}">
                <a16:creationId xmlns:a16="http://schemas.microsoft.com/office/drawing/2014/main" id="{1F8823F1-0927-4F3B-8068-59AF8CE1F99C}"/>
              </a:ext>
            </a:extLst>
          </p:cNvPr>
          <p:cNvSpPr/>
          <p:nvPr/>
        </p:nvSpPr>
        <p:spPr>
          <a:xfrm>
            <a:off x="6821495" y="721215"/>
            <a:ext cx="2169069" cy="42901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 Is it appropriate?</a:t>
            </a:r>
          </a:p>
        </p:txBody>
      </p:sp>
      <p:pic>
        <p:nvPicPr>
          <p:cNvPr id="97" name="Graphic 96" descr="Cursor with solid fill">
            <a:extLst>
              <a:ext uri="{FF2B5EF4-FFF2-40B4-BE49-F238E27FC236}">
                <a16:creationId xmlns:a16="http://schemas.microsoft.com/office/drawing/2014/main" id="{D94241F5-4FA2-4A37-AC02-ED4202158E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53404" y="1001731"/>
            <a:ext cx="301752" cy="301752"/>
          </a:xfrm>
          <a:prstGeom prst="rect">
            <a:avLst/>
          </a:prstGeom>
        </p:spPr>
      </p:pic>
      <p:pic>
        <p:nvPicPr>
          <p:cNvPr id="98" name="Graphic 97" descr="Cursor with solid fill">
            <a:extLst>
              <a:ext uri="{FF2B5EF4-FFF2-40B4-BE49-F238E27FC236}">
                <a16:creationId xmlns:a16="http://schemas.microsoft.com/office/drawing/2014/main" id="{A1B4E00E-0EC4-459D-9CB2-0FE0A278B1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7748" y="1001731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1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FC720513-FBB0-F448-A208-378FE35B7AB4}"/>
              </a:ext>
            </a:extLst>
          </p:cNvPr>
          <p:cNvGrpSpPr/>
          <p:nvPr/>
        </p:nvGrpSpPr>
        <p:grpSpPr>
          <a:xfrm>
            <a:off x="3867664" y="1382357"/>
            <a:ext cx="7132845" cy="4811668"/>
            <a:chOff x="3867664" y="1382357"/>
            <a:chExt cx="7132845" cy="4811668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60F832D-0812-ED45-A7C0-670C880FEABA}"/>
                </a:ext>
              </a:extLst>
            </p:cNvPr>
            <p:cNvGrpSpPr/>
            <p:nvPr/>
          </p:nvGrpSpPr>
          <p:grpSpPr>
            <a:xfrm>
              <a:off x="3867664" y="1382357"/>
              <a:ext cx="7132845" cy="4811668"/>
              <a:chOff x="3867664" y="1382357"/>
              <a:chExt cx="7132845" cy="4811668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74474BE-B012-CA4F-A50A-45697069BE52}"/>
                  </a:ext>
                </a:extLst>
              </p:cNvPr>
              <p:cNvSpPr/>
              <p:nvPr/>
            </p:nvSpPr>
            <p:spPr>
              <a:xfrm>
                <a:off x="3867664" y="1382357"/>
                <a:ext cx="7132845" cy="4811668"/>
              </a:xfrm>
              <a:prstGeom prst="rect">
                <a:avLst/>
              </a:prstGeom>
              <a:solidFill>
                <a:schemeClr val="bg2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D88C2ECB-1C02-864A-A827-A1AFD59DB2B9}"/>
                  </a:ext>
                </a:extLst>
              </p:cNvPr>
              <p:cNvSpPr/>
              <p:nvPr/>
            </p:nvSpPr>
            <p:spPr>
              <a:xfrm>
                <a:off x="5404449" y="1673355"/>
                <a:ext cx="4219183" cy="39543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D65A6ED9-E7F2-A148-9334-2EE8DB356152}"/>
                  </a:ext>
                </a:extLst>
              </p:cNvPr>
              <p:cNvSpPr/>
              <p:nvPr/>
            </p:nvSpPr>
            <p:spPr>
              <a:xfrm>
                <a:off x="9897561" y="4995958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35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7658DD1-B41E-A449-89F2-31F14861493C}"/>
                  </a:ext>
                </a:extLst>
              </p:cNvPr>
              <p:cNvSpPr txBox="1"/>
              <p:nvPr/>
            </p:nvSpPr>
            <p:spPr>
              <a:xfrm>
                <a:off x="10058242" y="5757075"/>
                <a:ext cx="5741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FiO</a:t>
                </a:r>
                <a:r>
                  <a:rPr lang="en-US" baseline="-25000" dirty="0"/>
                  <a:t>2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0149814-36D5-F146-8666-304C4852E452}"/>
                  </a:ext>
                </a:extLst>
              </p:cNvPr>
              <p:cNvSpPr txBox="1"/>
              <p:nvPr/>
            </p:nvSpPr>
            <p:spPr>
              <a:xfrm>
                <a:off x="9980610" y="4570030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PEEP</a:t>
                </a:r>
                <a:endParaRPr lang="en-US" baseline="-25000" dirty="0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3E2A522-9436-E54B-B77E-8302B456FF79}"/>
                  </a:ext>
                </a:extLst>
              </p:cNvPr>
              <p:cNvSpPr txBox="1"/>
              <p:nvPr/>
            </p:nvSpPr>
            <p:spPr>
              <a:xfrm>
                <a:off x="10086408" y="2241468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RR</a:t>
                </a:r>
                <a:endParaRPr lang="en-US" baseline="-25000" dirty="0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B7BC94B4-A65A-B746-8A91-E8D6308869D3}"/>
                  </a:ext>
                </a:extLst>
              </p:cNvPr>
              <p:cNvGrpSpPr/>
              <p:nvPr/>
            </p:nvGrpSpPr>
            <p:grpSpPr>
              <a:xfrm>
                <a:off x="5832092" y="1883420"/>
                <a:ext cx="3633805" cy="1416221"/>
                <a:chOff x="5288692" y="1890584"/>
                <a:chExt cx="3633805" cy="1416221"/>
              </a:xfrm>
            </p:grpSpPr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9DEC1CA1-DA50-1B4E-BF58-ABB65E1195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88692" y="1890584"/>
                  <a:ext cx="0" cy="1416219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Arrow Connector 84">
                  <a:extLst>
                    <a:ext uri="{FF2B5EF4-FFF2-40B4-BE49-F238E27FC236}">
                      <a16:creationId xmlns:a16="http://schemas.microsoft.com/office/drawing/2014/main" id="{F846DF16-D834-234D-9351-0C3E0D77C1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91671" y="3306804"/>
                  <a:ext cx="3630826" cy="1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566A771-34F7-964A-BA5F-ED48D0E04B42}"/>
                  </a:ext>
                </a:extLst>
              </p:cNvPr>
              <p:cNvSpPr txBox="1"/>
              <p:nvPr/>
            </p:nvSpPr>
            <p:spPr>
              <a:xfrm>
                <a:off x="7324226" y="3255787"/>
                <a:ext cx="6495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Time</a:t>
                </a:r>
                <a:endParaRPr lang="en-US" baseline="-25000" dirty="0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E478816-17A5-0340-B800-D4C02CFA748E}"/>
                  </a:ext>
                </a:extLst>
              </p:cNvPr>
              <p:cNvSpPr txBox="1"/>
              <p:nvPr/>
            </p:nvSpPr>
            <p:spPr>
              <a:xfrm rot="16200000">
                <a:off x="5161627" y="2406864"/>
                <a:ext cx="9897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Pressure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E424B81-597E-9147-8A16-608E3097F034}"/>
                  </a:ext>
                </a:extLst>
              </p:cNvPr>
              <p:cNvSpPr txBox="1"/>
              <p:nvPr/>
            </p:nvSpPr>
            <p:spPr>
              <a:xfrm>
                <a:off x="10135758" y="3395453"/>
                <a:ext cx="3914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V</a:t>
                </a:r>
                <a:r>
                  <a:rPr lang="en-US" baseline="-25000" dirty="0"/>
                  <a:t>T</a:t>
                </a: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5889ACF3-99B1-AE48-8CF8-8AADF8A6CA65}"/>
                  </a:ext>
                </a:extLst>
              </p:cNvPr>
              <p:cNvSpPr/>
              <p:nvPr/>
            </p:nvSpPr>
            <p:spPr>
              <a:xfrm>
                <a:off x="9897561" y="3816104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5</a:t>
                </a: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FB345990-5261-8947-85A9-398D67DB6D63}"/>
                  </a:ext>
                </a:extLst>
              </p:cNvPr>
              <p:cNvSpPr/>
              <p:nvPr/>
            </p:nvSpPr>
            <p:spPr>
              <a:xfrm>
                <a:off x="9897561" y="1456394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18</a:t>
                </a: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6D7520D7-0759-1349-95DE-DAFA319BA580}"/>
                  </a:ext>
                </a:extLst>
              </p:cNvPr>
              <p:cNvSpPr/>
              <p:nvPr/>
            </p:nvSpPr>
            <p:spPr>
              <a:xfrm>
                <a:off x="9897561" y="2636249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360</a:t>
                </a:r>
              </a:p>
            </p:txBody>
          </p:sp>
        </p:grp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6FB1F7E-2948-094C-8FEC-701A5D912C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2092" y="3754096"/>
              <a:ext cx="0" cy="141621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AA7968B-041D-FB4C-BCD0-9E3151A9B2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5071" y="4737827"/>
              <a:ext cx="3630826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38F2F12-0964-C646-9406-931B1E45D251}"/>
                </a:ext>
              </a:extLst>
            </p:cNvPr>
            <p:cNvSpPr txBox="1"/>
            <p:nvPr/>
          </p:nvSpPr>
          <p:spPr>
            <a:xfrm rot="16200000">
              <a:off x="5341804" y="4277541"/>
              <a:ext cx="629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Flow</a:t>
              </a: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4B97410-8886-D749-BE52-CC71B0D55A57}"/>
              </a:ext>
            </a:extLst>
          </p:cNvPr>
          <p:cNvSpPr/>
          <p:nvPr/>
        </p:nvSpPr>
        <p:spPr>
          <a:xfrm>
            <a:off x="4148770" y="1672521"/>
            <a:ext cx="1053132" cy="3460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5"/>
                </a:solidFill>
              </a:rPr>
              <a:t>P</a:t>
            </a:r>
            <a:r>
              <a:rPr lang="en-US" baseline="-25000" dirty="0">
                <a:solidFill>
                  <a:schemeClr val="accent5"/>
                </a:solidFill>
              </a:rPr>
              <a:t>Peak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22 </a:t>
            </a:r>
            <a:r>
              <a:rPr lang="en-US" sz="1000" dirty="0">
                <a:solidFill>
                  <a:schemeClr val="accent5"/>
                </a:solidFill>
              </a:rPr>
              <a:t>cm H</a:t>
            </a:r>
            <a:r>
              <a:rPr lang="en-US" sz="1000" baseline="-25000" dirty="0">
                <a:solidFill>
                  <a:schemeClr val="accent5"/>
                </a:solidFill>
              </a:rPr>
              <a:t>2</a:t>
            </a:r>
            <a:r>
              <a:rPr lang="en-US" sz="1000" dirty="0">
                <a:solidFill>
                  <a:schemeClr val="accent5"/>
                </a:solidFill>
              </a:rPr>
              <a:t xml:space="preserve">O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355 </a:t>
            </a:r>
            <a:r>
              <a:rPr lang="en-US" sz="1000" dirty="0">
                <a:solidFill>
                  <a:schemeClr val="accent5"/>
                </a:solidFill>
              </a:rPr>
              <a:t>mL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RR</a:t>
            </a:r>
            <a:endParaRPr lang="en-US" baseline="-25000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20 </a:t>
            </a:r>
            <a:r>
              <a:rPr lang="en-US" sz="1000" dirty="0">
                <a:solidFill>
                  <a:schemeClr val="accent5"/>
                </a:solidFill>
              </a:rPr>
              <a:t>min</a:t>
            </a:r>
            <a:r>
              <a:rPr lang="en-US" sz="1000" baseline="30000" dirty="0">
                <a:solidFill>
                  <a:schemeClr val="accent5"/>
                </a:solidFill>
              </a:rPr>
              <a:t>-1</a:t>
            </a:r>
            <a:r>
              <a:rPr lang="en-US" sz="3000" dirty="0">
                <a:solidFill>
                  <a:schemeClr val="accent5"/>
                </a:solidFill>
              </a:rPr>
              <a:t xml:space="preserve">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Min Vent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7.1 </a:t>
            </a:r>
            <a:r>
              <a:rPr lang="en-US" sz="1000" dirty="0">
                <a:solidFill>
                  <a:schemeClr val="accent5"/>
                </a:solidFill>
              </a:rPr>
              <a:t>L/min</a:t>
            </a:r>
          </a:p>
          <a:p>
            <a:endParaRPr lang="en-US" sz="3000" dirty="0">
              <a:solidFill>
                <a:schemeClr val="accent5"/>
              </a:solidFill>
            </a:endParaRPr>
          </a:p>
        </p:txBody>
      </p:sp>
      <p:pic>
        <p:nvPicPr>
          <p:cNvPr id="44" name="teachIM logo" descr="Icon  Description automatically generated">
            <a:extLst>
              <a:ext uri="{FF2B5EF4-FFF2-40B4-BE49-F238E27FC236}">
                <a16:creationId xmlns:a16="http://schemas.microsoft.com/office/drawing/2014/main" id="{03A8A175-1202-4A8A-A3B6-F0F95133A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E91932C-E865-4F4F-AF9C-7EF83F9850F0}"/>
              </a:ext>
            </a:extLst>
          </p:cNvPr>
          <p:cNvSpPr/>
          <p:nvPr/>
        </p:nvSpPr>
        <p:spPr>
          <a:xfrm>
            <a:off x="5823013" y="2087089"/>
            <a:ext cx="3545632" cy="1138598"/>
          </a:xfrm>
          <a:custGeom>
            <a:avLst/>
            <a:gdLst>
              <a:gd name="connsiteX0" fmla="*/ 0 w 3657600"/>
              <a:gd name="connsiteY0" fmla="*/ 951722 h 979714"/>
              <a:gd name="connsiteX1" fmla="*/ 905070 w 3657600"/>
              <a:gd name="connsiteY1" fmla="*/ 933061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70384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42391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536302"/>
              <a:gd name="connsiteY0" fmla="*/ 933060 h 979714"/>
              <a:gd name="connsiteX1" fmla="*/ 783772 w 3536302"/>
              <a:gd name="connsiteY1" fmla="*/ 942392 h 979714"/>
              <a:gd name="connsiteX2" fmla="*/ 793102 w 3536302"/>
              <a:gd name="connsiteY2" fmla="*/ 0 h 979714"/>
              <a:gd name="connsiteX3" fmla="*/ 1660849 w 3536302"/>
              <a:gd name="connsiteY3" fmla="*/ 0 h 979714"/>
              <a:gd name="connsiteX4" fmla="*/ 1651519 w 3536302"/>
              <a:gd name="connsiteY4" fmla="*/ 951722 h 979714"/>
              <a:gd name="connsiteX5" fmla="*/ 2500604 w 3536302"/>
              <a:gd name="connsiteY5" fmla="*/ 942391 h 979714"/>
              <a:gd name="connsiteX6" fmla="*/ 2509935 w 3536302"/>
              <a:gd name="connsiteY6" fmla="*/ 46653 h 979714"/>
              <a:gd name="connsiteX7" fmla="*/ 3284376 w 3536302"/>
              <a:gd name="connsiteY7" fmla="*/ 46653 h 979714"/>
              <a:gd name="connsiteX8" fmla="*/ 3293706 w 3536302"/>
              <a:gd name="connsiteY8" fmla="*/ 970384 h 979714"/>
              <a:gd name="connsiteX9" fmla="*/ 3536302 w 353630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509934 w 3545632"/>
              <a:gd name="connsiteY5" fmla="*/ 94239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70382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00604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1119672"/>
              <a:gd name="connsiteX1" fmla="*/ 793102 w 3545632"/>
              <a:gd name="connsiteY1" fmla="*/ 942392 h 1119672"/>
              <a:gd name="connsiteX2" fmla="*/ 802432 w 3545632"/>
              <a:gd name="connsiteY2" fmla="*/ 0 h 1119672"/>
              <a:gd name="connsiteX3" fmla="*/ 1670179 w 3545632"/>
              <a:gd name="connsiteY3" fmla="*/ 0 h 1119672"/>
              <a:gd name="connsiteX4" fmla="*/ 1660849 w 3545632"/>
              <a:gd name="connsiteY4" fmla="*/ 951722 h 1119672"/>
              <a:gd name="connsiteX5" fmla="*/ 2500602 w 3545632"/>
              <a:gd name="connsiteY5" fmla="*/ 1119672 h 1119672"/>
              <a:gd name="connsiteX6" fmla="*/ 2500604 w 3545632"/>
              <a:gd name="connsiteY6" fmla="*/ 46653 h 1119672"/>
              <a:gd name="connsiteX7" fmla="*/ 3312368 w 3545632"/>
              <a:gd name="connsiteY7" fmla="*/ 46653 h 1119672"/>
              <a:gd name="connsiteX8" fmla="*/ 3303036 w 3545632"/>
              <a:gd name="connsiteY8" fmla="*/ 970384 h 1119672"/>
              <a:gd name="connsiteX9" fmla="*/ 3545632 w 3545632"/>
              <a:gd name="connsiteY9" fmla="*/ 979714 h 1119672"/>
              <a:gd name="connsiteX0" fmla="*/ 0 w 3545632"/>
              <a:gd name="connsiteY0" fmla="*/ 933060 h 1175710"/>
              <a:gd name="connsiteX1" fmla="*/ 793102 w 3545632"/>
              <a:gd name="connsiteY1" fmla="*/ 942392 h 1175710"/>
              <a:gd name="connsiteX2" fmla="*/ 802432 w 3545632"/>
              <a:gd name="connsiteY2" fmla="*/ 0 h 1175710"/>
              <a:gd name="connsiteX3" fmla="*/ 1670179 w 3545632"/>
              <a:gd name="connsiteY3" fmla="*/ 0 h 1175710"/>
              <a:gd name="connsiteX4" fmla="*/ 1660849 w 3545632"/>
              <a:gd name="connsiteY4" fmla="*/ 951722 h 1175710"/>
              <a:gd name="connsiteX5" fmla="*/ 2425248 w 3545632"/>
              <a:gd name="connsiteY5" fmla="*/ 971088 h 1175710"/>
              <a:gd name="connsiteX6" fmla="*/ 2500602 w 3545632"/>
              <a:gd name="connsiteY6" fmla="*/ 1119672 h 1175710"/>
              <a:gd name="connsiteX7" fmla="*/ 2500604 w 3545632"/>
              <a:gd name="connsiteY7" fmla="*/ 46653 h 1175710"/>
              <a:gd name="connsiteX8" fmla="*/ 3312368 w 3545632"/>
              <a:gd name="connsiteY8" fmla="*/ 46653 h 1175710"/>
              <a:gd name="connsiteX9" fmla="*/ 3303036 w 3545632"/>
              <a:gd name="connsiteY9" fmla="*/ 970384 h 1175710"/>
              <a:gd name="connsiteX10" fmla="*/ 3545632 w 3545632"/>
              <a:gd name="connsiteY10" fmla="*/ 979714 h 1175710"/>
              <a:gd name="connsiteX0" fmla="*/ 0 w 3545632"/>
              <a:gd name="connsiteY0" fmla="*/ 933060 h 1175710"/>
              <a:gd name="connsiteX1" fmla="*/ 793102 w 3545632"/>
              <a:gd name="connsiteY1" fmla="*/ 942392 h 1175710"/>
              <a:gd name="connsiteX2" fmla="*/ 802432 w 3545632"/>
              <a:gd name="connsiteY2" fmla="*/ 0 h 1175710"/>
              <a:gd name="connsiteX3" fmla="*/ 1670179 w 3545632"/>
              <a:gd name="connsiteY3" fmla="*/ 0 h 1175710"/>
              <a:gd name="connsiteX4" fmla="*/ 1660849 w 3545632"/>
              <a:gd name="connsiteY4" fmla="*/ 951722 h 1175710"/>
              <a:gd name="connsiteX5" fmla="*/ 2425248 w 3545632"/>
              <a:gd name="connsiteY5" fmla="*/ 971088 h 1175710"/>
              <a:gd name="connsiteX6" fmla="*/ 2500602 w 3545632"/>
              <a:gd name="connsiteY6" fmla="*/ 1119672 h 1175710"/>
              <a:gd name="connsiteX7" fmla="*/ 2500604 w 3545632"/>
              <a:gd name="connsiteY7" fmla="*/ 46653 h 1175710"/>
              <a:gd name="connsiteX8" fmla="*/ 3312368 w 3545632"/>
              <a:gd name="connsiteY8" fmla="*/ 46653 h 1175710"/>
              <a:gd name="connsiteX9" fmla="*/ 3303036 w 3545632"/>
              <a:gd name="connsiteY9" fmla="*/ 970384 h 1175710"/>
              <a:gd name="connsiteX10" fmla="*/ 3545632 w 3545632"/>
              <a:gd name="connsiteY10" fmla="*/ 979714 h 1175710"/>
              <a:gd name="connsiteX0" fmla="*/ 0 w 3545632"/>
              <a:gd name="connsiteY0" fmla="*/ 933060 h 1175710"/>
              <a:gd name="connsiteX1" fmla="*/ 793102 w 3545632"/>
              <a:gd name="connsiteY1" fmla="*/ 942392 h 1175710"/>
              <a:gd name="connsiteX2" fmla="*/ 802432 w 3545632"/>
              <a:gd name="connsiteY2" fmla="*/ 0 h 1175710"/>
              <a:gd name="connsiteX3" fmla="*/ 1670179 w 3545632"/>
              <a:gd name="connsiteY3" fmla="*/ 0 h 1175710"/>
              <a:gd name="connsiteX4" fmla="*/ 1660849 w 3545632"/>
              <a:gd name="connsiteY4" fmla="*/ 951722 h 1175710"/>
              <a:gd name="connsiteX5" fmla="*/ 2425248 w 3545632"/>
              <a:gd name="connsiteY5" fmla="*/ 971088 h 1175710"/>
              <a:gd name="connsiteX6" fmla="*/ 2500602 w 3545632"/>
              <a:gd name="connsiteY6" fmla="*/ 1119672 h 1175710"/>
              <a:gd name="connsiteX7" fmla="*/ 2500604 w 3545632"/>
              <a:gd name="connsiteY7" fmla="*/ 46653 h 1175710"/>
              <a:gd name="connsiteX8" fmla="*/ 3312368 w 3545632"/>
              <a:gd name="connsiteY8" fmla="*/ 46653 h 1175710"/>
              <a:gd name="connsiteX9" fmla="*/ 3303036 w 3545632"/>
              <a:gd name="connsiteY9" fmla="*/ 970384 h 1175710"/>
              <a:gd name="connsiteX10" fmla="*/ 3545632 w 3545632"/>
              <a:gd name="connsiteY10" fmla="*/ 979714 h 1175710"/>
              <a:gd name="connsiteX0" fmla="*/ 0 w 3545632"/>
              <a:gd name="connsiteY0" fmla="*/ 933060 h 1173363"/>
              <a:gd name="connsiteX1" fmla="*/ 793102 w 3545632"/>
              <a:gd name="connsiteY1" fmla="*/ 942392 h 1173363"/>
              <a:gd name="connsiteX2" fmla="*/ 802432 w 3545632"/>
              <a:gd name="connsiteY2" fmla="*/ 0 h 1173363"/>
              <a:gd name="connsiteX3" fmla="*/ 1670179 w 3545632"/>
              <a:gd name="connsiteY3" fmla="*/ 0 h 1173363"/>
              <a:gd name="connsiteX4" fmla="*/ 1660849 w 3545632"/>
              <a:gd name="connsiteY4" fmla="*/ 951722 h 1173363"/>
              <a:gd name="connsiteX5" fmla="*/ 2415918 w 3545632"/>
              <a:gd name="connsiteY5" fmla="*/ 952427 h 1173363"/>
              <a:gd name="connsiteX6" fmla="*/ 2500602 w 3545632"/>
              <a:gd name="connsiteY6" fmla="*/ 1119672 h 1173363"/>
              <a:gd name="connsiteX7" fmla="*/ 2500604 w 3545632"/>
              <a:gd name="connsiteY7" fmla="*/ 46653 h 1173363"/>
              <a:gd name="connsiteX8" fmla="*/ 3312368 w 3545632"/>
              <a:gd name="connsiteY8" fmla="*/ 46653 h 1173363"/>
              <a:gd name="connsiteX9" fmla="*/ 3303036 w 3545632"/>
              <a:gd name="connsiteY9" fmla="*/ 970384 h 1173363"/>
              <a:gd name="connsiteX10" fmla="*/ 3545632 w 3545632"/>
              <a:gd name="connsiteY10" fmla="*/ 979714 h 1173363"/>
              <a:gd name="connsiteX0" fmla="*/ 0 w 3545632"/>
              <a:gd name="connsiteY0" fmla="*/ 933060 h 1173363"/>
              <a:gd name="connsiteX1" fmla="*/ 793102 w 3545632"/>
              <a:gd name="connsiteY1" fmla="*/ 942392 h 1173363"/>
              <a:gd name="connsiteX2" fmla="*/ 802432 w 3545632"/>
              <a:gd name="connsiteY2" fmla="*/ 0 h 1173363"/>
              <a:gd name="connsiteX3" fmla="*/ 1670179 w 3545632"/>
              <a:gd name="connsiteY3" fmla="*/ 0 h 1173363"/>
              <a:gd name="connsiteX4" fmla="*/ 1660849 w 3545632"/>
              <a:gd name="connsiteY4" fmla="*/ 951722 h 1173363"/>
              <a:gd name="connsiteX5" fmla="*/ 2415918 w 3545632"/>
              <a:gd name="connsiteY5" fmla="*/ 952427 h 1173363"/>
              <a:gd name="connsiteX6" fmla="*/ 2500602 w 3545632"/>
              <a:gd name="connsiteY6" fmla="*/ 1119672 h 1173363"/>
              <a:gd name="connsiteX7" fmla="*/ 2500604 w 3545632"/>
              <a:gd name="connsiteY7" fmla="*/ 46653 h 1173363"/>
              <a:gd name="connsiteX8" fmla="*/ 3312368 w 3545632"/>
              <a:gd name="connsiteY8" fmla="*/ 46653 h 1173363"/>
              <a:gd name="connsiteX9" fmla="*/ 3303036 w 3545632"/>
              <a:gd name="connsiteY9" fmla="*/ 970384 h 1173363"/>
              <a:gd name="connsiteX10" fmla="*/ 3545632 w 3545632"/>
              <a:gd name="connsiteY10" fmla="*/ 979714 h 1173363"/>
              <a:gd name="connsiteX0" fmla="*/ 0 w 3545632"/>
              <a:gd name="connsiteY0" fmla="*/ 933060 h 1181501"/>
              <a:gd name="connsiteX1" fmla="*/ 793102 w 3545632"/>
              <a:gd name="connsiteY1" fmla="*/ 942392 h 1181501"/>
              <a:gd name="connsiteX2" fmla="*/ 802432 w 3545632"/>
              <a:gd name="connsiteY2" fmla="*/ 0 h 1181501"/>
              <a:gd name="connsiteX3" fmla="*/ 1670179 w 3545632"/>
              <a:gd name="connsiteY3" fmla="*/ 0 h 1181501"/>
              <a:gd name="connsiteX4" fmla="*/ 1660849 w 3545632"/>
              <a:gd name="connsiteY4" fmla="*/ 951722 h 1181501"/>
              <a:gd name="connsiteX5" fmla="*/ 2415918 w 3545632"/>
              <a:gd name="connsiteY5" fmla="*/ 952427 h 1181501"/>
              <a:gd name="connsiteX6" fmla="*/ 2500602 w 3545632"/>
              <a:gd name="connsiteY6" fmla="*/ 1119672 h 1181501"/>
              <a:gd name="connsiteX7" fmla="*/ 2500604 w 3545632"/>
              <a:gd name="connsiteY7" fmla="*/ 46653 h 1181501"/>
              <a:gd name="connsiteX8" fmla="*/ 3312368 w 3545632"/>
              <a:gd name="connsiteY8" fmla="*/ 46653 h 1181501"/>
              <a:gd name="connsiteX9" fmla="*/ 3303036 w 3545632"/>
              <a:gd name="connsiteY9" fmla="*/ 970384 h 1181501"/>
              <a:gd name="connsiteX10" fmla="*/ 3545632 w 3545632"/>
              <a:gd name="connsiteY10" fmla="*/ 979714 h 1181501"/>
              <a:gd name="connsiteX0" fmla="*/ 0 w 3545632"/>
              <a:gd name="connsiteY0" fmla="*/ 933060 h 1187876"/>
              <a:gd name="connsiteX1" fmla="*/ 793102 w 3545632"/>
              <a:gd name="connsiteY1" fmla="*/ 942392 h 1187876"/>
              <a:gd name="connsiteX2" fmla="*/ 802432 w 3545632"/>
              <a:gd name="connsiteY2" fmla="*/ 0 h 1187876"/>
              <a:gd name="connsiteX3" fmla="*/ 1670179 w 3545632"/>
              <a:gd name="connsiteY3" fmla="*/ 0 h 1187876"/>
              <a:gd name="connsiteX4" fmla="*/ 1660849 w 3545632"/>
              <a:gd name="connsiteY4" fmla="*/ 951722 h 1187876"/>
              <a:gd name="connsiteX5" fmla="*/ 2425249 w 3545632"/>
              <a:gd name="connsiteY5" fmla="*/ 989749 h 1187876"/>
              <a:gd name="connsiteX6" fmla="*/ 2500602 w 3545632"/>
              <a:gd name="connsiteY6" fmla="*/ 1119672 h 1187876"/>
              <a:gd name="connsiteX7" fmla="*/ 2500604 w 3545632"/>
              <a:gd name="connsiteY7" fmla="*/ 46653 h 1187876"/>
              <a:gd name="connsiteX8" fmla="*/ 3312368 w 3545632"/>
              <a:gd name="connsiteY8" fmla="*/ 46653 h 1187876"/>
              <a:gd name="connsiteX9" fmla="*/ 3303036 w 3545632"/>
              <a:gd name="connsiteY9" fmla="*/ 970384 h 1187876"/>
              <a:gd name="connsiteX10" fmla="*/ 3545632 w 3545632"/>
              <a:gd name="connsiteY10" fmla="*/ 979714 h 1187876"/>
              <a:gd name="connsiteX0" fmla="*/ 0 w 3545632"/>
              <a:gd name="connsiteY0" fmla="*/ 933060 h 1182986"/>
              <a:gd name="connsiteX1" fmla="*/ 793102 w 3545632"/>
              <a:gd name="connsiteY1" fmla="*/ 942392 h 1182986"/>
              <a:gd name="connsiteX2" fmla="*/ 802432 w 3545632"/>
              <a:gd name="connsiteY2" fmla="*/ 0 h 1182986"/>
              <a:gd name="connsiteX3" fmla="*/ 1670179 w 3545632"/>
              <a:gd name="connsiteY3" fmla="*/ 0 h 1182986"/>
              <a:gd name="connsiteX4" fmla="*/ 1660849 w 3545632"/>
              <a:gd name="connsiteY4" fmla="*/ 951722 h 1182986"/>
              <a:gd name="connsiteX5" fmla="*/ 2425249 w 3545632"/>
              <a:gd name="connsiteY5" fmla="*/ 961757 h 1182986"/>
              <a:gd name="connsiteX6" fmla="*/ 2500602 w 3545632"/>
              <a:gd name="connsiteY6" fmla="*/ 1119672 h 1182986"/>
              <a:gd name="connsiteX7" fmla="*/ 2500604 w 3545632"/>
              <a:gd name="connsiteY7" fmla="*/ 46653 h 1182986"/>
              <a:gd name="connsiteX8" fmla="*/ 3312368 w 3545632"/>
              <a:gd name="connsiteY8" fmla="*/ 46653 h 1182986"/>
              <a:gd name="connsiteX9" fmla="*/ 3303036 w 3545632"/>
              <a:gd name="connsiteY9" fmla="*/ 970384 h 1182986"/>
              <a:gd name="connsiteX10" fmla="*/ 3545632 w 3545632"/>
              <a:gd name="connsiteY10" fmla="*/ 979714 h 1182986"/>
              <a:gd name="connsiteX0" fmla="*/ 0 w 3545632"/>
              <a:gd name="connsiteY0" fmla="*/ 933060 h 1182986"/>
              <a:gd name="connsiteX1" fmla="*/ 793102 w 3545632"/>
              <a:gd name="connsiteY1" fmla="*/ 942392 h 1182986"/>
              <a:gd name="connsiteX2" fmla="*/ 802432 w 3545632"/>
              <a:gd name="connsiteY2" fmla="*/ 0 h 1182986"/>
              <a:gd name="connsiteX3" fmla="*/ 1670179 w 3545632"/>
              <a:gd name="connsiteY3" fmla="*/ 0 h 1182986"/>
              <a:gd name="connsiteX4" fmla="*/ 1660849 w 3545632"/>
              <a:gd name="connsiteY4" fmla="*/ 951722 h 1182986"/>
              <a:gd name="connsiteX5" fmla="*/ 2425249 w 3545632"/>
              <a:gd name="connsiteY5" fmla="*/ 961757 h 1182986"/>
              <a:gd name="connsiteX6" fmla="*/ 2500602 w 3545632"/>
              <a:gd name="connsiteY6" fmla="*/ 1119672 h 1182986"/>
              <a:gd name="connsiteX7" fmla="*/ 2500604 w 3545632"/>
              <a:gd name="connsiteY7" fmla="*/ 46653 h 1182986"/>
              <a:gd name="connsiteX8" fmla="*/ 3312368 w 3545632"/>
              <a:gd name="connsiteY8" fmla="*/ 46653 h 1182986"/>
              <a:gd name="connsiteX9" fmla="*/ 3303036 w 3545632"/>
              <a:gd name="connsiteY9" fmla="*/ 970384 h 1182986"/>
              <a:gd name="connsiteX10" fmla="*/ 3545632 w 3545632"/>
              <a:gd name="connsiteY10" fmla="*/ 979714 h 1182986"/>
              <a:gd name="connsiteX0" fmla="*/ 0 w 3545632"/>
              <a:gd name="connsiteY0" fmla="*/ 933060 h 1182986"/>
              <a:gd name="connsiteX1" fmla="*/ 577787 w 3545632"/>
              <a:gd name="connsiteY1" fmla="*/ 949882 h 1182986"/>
              <a:gd name="connsiteX2" fmla="*/ 793102 w 3545632"/>
              <a:gd name="connsiteY2" fmla="*/ 942392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577787 w 3545632"/>
              <a:gd name="connsiteY1" fmla="*/ 949882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668471 w 3545632"/>
              <a:gd name="connsiteY1" fmla="*/ 934768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668471 w 3545632"/>
              <a:gd name="connsiteY1" fmla="*/ 934768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668471 w 3545632"/>
              <a:gd name="connsiteY1" fmla="*/ 934768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668471 w 3545632"/>
              <a:gd name="connsiteY1" fmla="*/ 934768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712859 w 3545632"/>
              <a:gd name="connsiteY1" fmla="*/ 943646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712859 w 3545632"/>
              <a:gd name="connsiteY1" fmla="*/ 943646 h 1182986"/>
              <a:gd name="connsiteX2" fmla="*/ 808216 w 3545632"/>
              <a:gd name="connsiteY2" fmla="*/ 1150027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712859 w 3545632"/>
              <a:gd name="connsiteY1" fmla="*/ 943646 h 1182986"/>
              <a:gd name="connsiteX2" fmla="*/ 808216 w 3545632"/>
              <a:gd name="connsiteY2" fmla="*/ 1150027 h 1182986"/>
              <a:gd name="connsiteX3" fmla="*/ 802432 w 3545632"/>
              <a:gd name="connsiteY3" fmla="*/ 0 h 1182986"/>
              <a:gd name="connsiteX4" fmla="*/ 1670179 w 3545632"/>
              <a:gd name="connsiteY4" fmla="*/ 3551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06427 h 1156353"/>
              <a:gd name="connsiteX1" fmla="*/ 712859 w 3545632"/>
              <a:gd name="connsiteY1" fmla="*/ 917013 h 1156353"/>
              <a:gd name="connsiteX2" fmla="*/ 808216 w 3545632"/>
              <a:gd name="connsiteY2" fmla="*/ 1123394 h 1156353"/>
              <a:gd name="connsiteX3" fmla="*/ 802432 w 3545632"/>
              <a:gd name="connsiteY3" fmla="*/ 0 h 1156353"/>
              <a:gd name="connsiteX4" fmla="*/ 1670179 w 3545632"/>
              <a:gd name="connsiteY4" fmla="*/ 8877 h 1156353"/>
              <a:gd name="connsiteX5" fmla="*/ 1660849 w 3545632"/>
              <a:gd name="connsiteY5" fmla="*/ 925089 h 1156353"/>
              <a:gd name="connsiteX6" fmla="*/ 2425249 w 3545632"/>
              <a:gd name="connsiteY6" fmla="*/ 935124 h 1156353"/>
              <a:gd name="connsiteX7" fmla="*/ 2500602 w 3545632"/>
              <a:gd name="connsiteY7" fmla="*/ 1093039 h 1156353"/>
              <a:gd name="connsiteX8" fmla="*/ 2500604 w 3545632"/>
              <a:gd name="connsiteY8" fmla="*/ 20020 h 1156353"/>
              <a:gd name="connsiteX9" fmla="*/ 3312368 w 3545632"/>
              <a:gd name="connsiteY9" fmla="*/ 20020 h 1156353"/>
              <a:gd name="connsiteX10" fmla="*/ 3303036 w 3545632"/>
              <a:gd name="connsiteY10" fmla="*/ 943751 h 1156353"/>
              <a:gd name="connsiteX11" fmla="*/ 3545632 w 3545632"/>
              <a:gd name="connsiteY11" fmla="*/ 953081 h 1156353"/>
              <a:gd name="connsiteX0" fmla="*/ 0 w 3545632"/>
              <a:gd name="connsiteY0" fmla="*/ 897550 h 1147476"/>
              <a:gd name="connsiteX1" fmla="*/ 712859 w 3545632"/>
              <a:gd name="connsiteY1" fmla="*/ 908136 h 1147476"/>
              <a:gd name="connsiteX2" fmla="*/ 808216 w 3545632"/>
              <a:gd name="connsiteY2" fmla="*/ 1114517 h 1147476"/>
              <a:gd name="connsiteX3" fmla="*/ 802432 w 3545632"/>
              <a:gd name="connsiteY3" fmla="*/ 17756 h 1147476"/>
              <a:gd name="connsiteX4" fmla="*/ 1670179 w 3545632"/>
              <a:gd name="connsiteY4" fmla="*/ 0 h 1147476"/>
              <a:gd name="connsiteX5" fmla="*/ 1660849 w 3545632"/>
              <a:gd name="connsiteY5" fmla="*/ 916212 h 1147476"/>
              <a:gd name="connsiteX6" fmla="*/ 2425249 w 3545632"/>
              <a:gd name="connsiteY6" fmla="*/ 926247 h 1147476"/>
              <a:gd name="connsiteX7" fmla="*/ 2500602 w 3545632"/>
              <a:gd name="connsiteY7" fmla="*/ 1084162 h 1147476"/>
              <a:gd name="connsiteX8" fmla="*/ 2500604 w 3545632"/>
              <a:gd name="connsiteY8" fmla="*/ 11143 h 1147476"/>
              <a:gd name="connsiteX9" fmla="*/ 3312368 w 3545632"/>
              <a:gd name="connsiteY9" fmla="*/ 11143 h 1147476"/>
              <a:gd name="connsiteX10" fmla="*/ 3303036 w 3545632"/>
              <a:gd name="connsiteY10" fmla="*/ 934874 h 1147476"/>
              <a:gd name="connsiteX11" fmla="*/ 3545632 w 3545632"/>
              <a:gd name="connsiteY11" fmla="*/ 944204 h 1147476"/>
              <a:gd name="connsiteX0" fmla="*/ 0 w 3545632"/>
              <a:gd name="connsiteY0" fmla="*/ 886407 h 1136333"/>
              <a:gd name="connsiteX1" fmla="*/ 712859 w 3545632"/>
              <a:gd name="connsiteY1" fmla="*/ 896993 h 1136333"/>
              <a:gd name="connsiteX2" fmla="*/ 808216 w 3545632"/>
              <a:gd name="connsiteY2" fmla="*/ 1103374 h 1136333"/>
              <a:gd name="connsiteX3" fmla="*/ 802432 w 3545632"/>
              <a:gd name="connsiteY3" fmla="*/ 6613 h 1136333"/>
              <a:gd name="connsiteX4" fmla="*/ 1670179 w 3545632"/>
              <a:gd name="connsiteY4" fmla="*/ 15490 h 1136333"/>
              <a:gd name="connsiteX5" fmla="*/ 1660849 w 3545632"/>
              <a:gd name="connsiteY5" fmla="*/ 905069 h 1136333"/>
              <a:gd name="connsiteX6" fmla="*/ 2425249 w 3545632"/>
              <a:gd name="connsiteY6" fmla="*/ 915104 h 1136333"/>
              <a:gd name="connsiteX7" fmla="*/ 2500602 w 3545632"/>
              <a:gd name="connsiteY7" fmla="*/ 1073019 h 1136333"/>
              <a:gd name="connsiteX8" fmla="*/ 2500604 w 3545632"/>
              <a:gd name="connsiteY8" fmla="*/ 0 h 1136333"/>
              <a:gd name="connsiteX9" fmla="*/ 3312368 w 3545632"/>
              <a:gd name="connsiteY9" fmla="*/ 0 h 1136333"/>
              <a:gd name="connsiteX10" fmla="*/ 3303036 w 3545632"/>
              <a:gd name="connsiteY10" fmla="*/ 923731 h 1136333"/>
              <a:gd name="connsiteX11" fmla="*/ 3545632 w 3545632"/>
              <a:gd name="connsiteY11" fmla="*/ 933061 h 1136333"/>
              <a:gd name="connsiteX0" fmla="*/ 0 w 3545632"/>
              <a:gd name="connsiteY0" fmla="*/ 888672 h 1138598"/>
              <a:gd name="connsiteX1" fmla="*/ 712859 w 3545632"/>
              <a:gd name="connsiteY1" fmla="*/ 899258 h 1138598"/>
              <a:gd name="connsiteX2" fmla="*/ 808216 w 3545632"/>
              <a:gd name="connsiteY2" fmla="*/ 1105639 h 1138598"/>
              <a:gd name="connsiteX3" fmla="*/ 802432 w 3545632"/>
              <a:gd name="connsiteY3" fmla="*/ 8878 h 1138598"/>
              <a:gd name="connsiteX4" fmla="*/ 1670179 w 3545632"/>
              <a:gd name="connsiteY4" fmla="*/ 0 h 1138598"/>
              <a:gd name="connsiteX5" fmla="*/ 1660849 w 3545632"/>
              <a:gd name="connsiteY5" fmla="*/ 907334 h 1138598"/>
              <a:gd name="connsiteX6" fmla="*/ 2425249 w 3545632"/>
              <a:gd name="connsiteY6" fmla="*/ 917369 h 1138598"/>
              <a:gd name="connsiteX7" fmla="*/ 2500602 w 3545632"/>
              <a:gd name="connsiteY7" fmla="*/ 1075284 h 1138598"/>
              <a:gd name="connsiteX8" fmla="*/ 2500604 w 3545632"/>
              <a:gd name="connsiteY8" fmla="*/ 2265 h 1138598"/>
              <a:gd name="connsiteX9" fmla="*/ 3312368 w 3545632"/>
              <a:gd name="connsiteY9" fmla="*/ 2265 h 1138598"/>
              <a:gd name="connsiteX10" fmla="*/ 3303036 w 3545632"/>
              <a:gd name="connsiteY10" fmla="*/ 925996 h 1138598"/>
              <a:gd name="connsiteX11" fmla="*/ 3545632 w 3545632"/>
              <a:gd name="connsiteY11" fmla="*/ 935326 h 1138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45632" h="1138598">
                <a:moveTo>
                  <a:pt x="0" y="888672"/>
                </a:moveTo>
                <a:cubicBezTo>
                  <a:pt x="222824" y="889241"/>
                  <a:pt x="490035" y="898689"/>
                  <a:pt x="712859" y="899258"/>
                </a:cubicBezTo>
                <a:cubicBezTo>
                  <a:pt x="804784" y="972332"/>
                  <a:pt x="761634" y="1025008"/>
                  <a:pt x="808216" y="1105639"/>
                </a:cubicBezTo>
                <a:lnTo>
                  <a:pt x="802432" y="8878"/>
                </a:lnTo>
                <a:lnTo>
                  <a:pt x="1670179" y="0"/>
                </a:lnTo>
                <a:lnTo>
                  <a:pt x="1660849" y="907334"/>
                </a:lnTo>
                <a:cubicBezTo>
                  <a:pt x="1889331" y="924557"/>
                  <a:pt x="2247967" y="908038"/>
                  <a:pt x="2425249" y="917369"/>
                </a:cubicBezTo>
                <a:cubicBezTo>
                  <a:pt x="2490563" y="1010675"/>
                  <a:pt x="2488043" y="1252683"/>
                  <a:pt x="2500602" y="1075284"/>
                </a:cubicBezTo>
                <a:cubicBezTo>
                  <a:pt x="2503712" y="773594"/>
                  <a:pt x="2497494" y="303955"/>
                  <a:pt x="2500604" y="2265"/>
                </a:cubicBezTo>
                <a:lnTo>
                  <a:pt x="3312368" y="2265"/>
                </a:lnTo>
                <a:cubicBezTo>
                  <a:pt x="3309257" y="310175"/>
                  <a:pt x="3306147" y="618086"/>
                  <a:pt x="3303036" y="925996"/>
                </a:cubicBezTo>
                <a:lnTo>
                  <a:pt x="3545632" y="935326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6C9B889-6610-453B-AD42-66DD0080090C}"/>
              </a:ext>
            </a:extLst>
          </p:cNvPr>
          <p:cNvSpPr/>
          <p:nvPr/>
        </p:nvSpPr>
        <p:spPr>
          <a:xfrm>
            <a:off x="5822303" y="3741573"/>
            <a:ext cx="3601616" cy="1483568"/>
          </a:xfrm>
          <a:custGeom>
            <a:avLst/>
            <a:gdLst>
              <a:gd name="connsiteX0" fmla="*/ 0 w 3489649"/>
              <a:gd name="connsiteY0" fmla="*/ 961053 h 1576874"/>
              <a:gd name="connsiteX1" fmla="*/ 755780 w 3489649"/>
              <a:gd name="connsiteY1" fmla="*/ 970384 h 1576874"/>
              <a:gd name="connsiteX2" fmla="*/ 765111 w 3489649"/>
              <a:gd name="connsiteY2" fmla="*/ 0 h 1576874"/>
              <a:gd name="connsiteX3" fmla="*/ 1576874 w 3489649"/>
              <a:gd name="connsiteY3" fmla="*/ 251927 h 1576874"/>
              <a:gd name="connsiteX4" fmla="*/ 1660849 w 3489649"/>
              <a:gd name="connsiteY4" fmla="*/ 1576874 h 1576874"/>
              <a:gd name="connsiteX5" fmla="*/ 2565919 w 3489649"/>
              <a:gd name="connsiteY5" fmla="*/ 970384 h 1576874"/>
              <a:gd name="connsiteX6" fmla="*/ 2547258 w 3489649"/>
              <a:gd name="connsiteY6" fmla="*/ 65315 h 1576874"/>
              <a:gd name="connsiteX7" fmla="*/ 3228392 w 3489649"/>
              <a:gd name="connsiteY7" fmla="*/ 401217 h 1576874"/>
              <a:gd name="connsiteX8" fmla="*/ 3275045 w 3489649"/>
              <a:gd name="connsiteY8" fmla="*/ 1474237 h 1576874"/>
              <a:gd name="connsiteX9" fmla="*/ 3489649 w 3489649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875453 w 3526971"/>
              <a:gd name="connsiteY3" fmla="*/ 345234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474237"/>
              <a:gd name="connsiteX1" fmla="*/ 793102 w 3526971"/>
              <a:gd name="connsiteY1" fmla="*/ 970384 h 1474237"/>
              <a:gd name="connsiteX2" fmla="*/ 802433 w 3526971"/>
              <a:gd name="connsiteY2" fmla="*/ 0 h 1474237"/>
              <a:gd name="connsiteX3" fmla="*/ 1875453 w 3526971"/>
              <a:gd name="connsiteY3" fmla="*/ 345234 h 1474237"/>
              <a:gd name="connsiteX4" fmla="*/ 1950098 w 3526971"/>
              <a:gd name="connsiteY4" fmla="*/ 1446246 h 1474237"/>
              <a:gd name="connsiteX5" fmla="*/ 2603241 w 3526971"/>
              <a:gd name="connsiteY5" fmla="*/ 970384 h 1474237"/>
              <a:gd name="connsiteX6" fmla="*/ 2584580 w 3526971"/>
              <a:gd name="connsiteY6" fmla="*/ 65315 h 1474237"/>
              <a:gd name="connsiteX7" fmla="*/ 3265714 w 3526971"/>
              <a:gd name="connsiteY7" fmla="*/ 401217 h 1474237"/>
              <a:gd name="connsiteX8" fmla="*/ 3312367 w 3526971"/>
              <a:gd name="connsiteY8" fmla="*/ 1474237 h 1474237"/>
              <a:gd name="connsiteX9" fmla="*/ 3526971 w 3526971"/>
              <a:gd name="connsiteY9" fmla="*/ 1138335 h 1474237"/>
              <a:gd name="connsiteX0" fmla="*/ 0 w 3526971"/>
              <a:gd name="connsiteY0" fmla="*/ 1315617 h 1483568"/>
              <a:gd name="connsiteX1" fmla="*/ 793102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718457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830424 w 3526971"/>
              <a:gd name="connsiteY1" fmla="*/ 979715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82147 w 3526971"/>
              <a:gd name="connsiteY3" fmla="*/ 373226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359020 w 3526971"/>
              <a:gd name="connsiteY7" fmla="*/ 438540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483568"/>
              <a:gd name="connsiteX1" fmla="*/ 830424 w 3526971"/>
              <a:gd name="connsiteY1" fmla="*/ 998376 h 1483568"/>
              <a:gd name="connsiteX2" fmla="*/ 839756 w 3526971"/>
              <a:gd name="connsiteY2" fmla="*/ 0 h 1483568"/>
              <a:gd name="connsiteX3" fmla="*/ 1679510 w 3526971"/>
              <a:gd name="connsiteY3" fmla="*/ 307911 h 1483568"/>
              <a:gd name="connsiteX4" fmla="*/ 1679510 w 3526971"/>
              <a:gd name="connsiteY4" fmla="*/ 1446247 h 1483568"/>
              <a:gd name="connsiteX5" fmla="*/ 2603241 w 3526971"/>
              <a:gd name="connsiteY5" fmla="*/ 998376 h 1483568"/>
              <a:gd name="connsiteX6" fmla="*/ 2584580 w 3526971"/>
              <a:gd name="connsiteY6" fmla="*/ 93307 h 1483568"/>
              <a:gd name="connsiteX7" fmla="*/ 3359020 w 3526971"/>
              <a:gd name="connsiteY7" fmla="*/ 438540 h 1483568"/>
              <a:gd name="connsiteX8" fmla="*/ 3377681 w 3526971"/>
              <a:gd name="connsiteY8" fmla="*/ 1483568 h 1483568"/>
              <a:gd name="connsiteX9" fmla="*/ 3526971 w 3526971"/>
              <a:gd name="connsiteY9" fmla="*/ 1166327 h 1483568"/>
              <a:gd name="connsiteX0" fmla="*/ 0 w 3573624"/>
              <a:gd name="connsiteY0" fmla="*/ 1334278 h 1483568"/>
              <a:gd name="connsiteX1" fmla="*/ 830424 w 3573624"/>
              <a:gd name="connsiteY1" fmla="*/ 998376 h 1483568"/>
              <a:gd name="connsiteX2" fmla="*/ 839756 w 3573624"/>
              <a:gd name="connsiteY2" fmla="*/ 0 h 1483568"/>
              <a:gd name="connsiteX3" fmla="*/ 1679510 w 3573624"/>
              <a:gd name="connsiteY3" fmla="*/ 307911 h 1483568"/>
              <a:gd name="connsiteX4" fmla="*/ 1679510 w 3573624"/>
              <a:gd name="connsiteY4" fmla="*/ 1446247 h 1483568"/>
              <a:gd name="connsiteX5" fmla="*/ 2603241 w 3573624"/>
              <a:gd name="connsiteY5" fmla="*/ 998376 h 1483568"/>
              <a:gd name="connsiteX6" fmla="*/ 2584580 w 3573624"/>
              <a:gd name="connsiteY6" fmla="*/ 93307 h 1483568"/>
              <a:gd name="connsiteX7" fmla="*/ 3359020 w 3573624"/>
              <a:gd name="connsiteY7" fmla="*/ 438540 h 1483568"/>
              <a:gd name="connsiteX8" fmla="*/ 3377681 w 3573624"/>
              <a:gd name="connsiteY8" fmla="*/ 1483568 h 1483568"/>
              <a:gd name="connsiteX9" fmla="*/ 3573624 w 3573624"/>
              <a:gd name="connsiteY9" fmla="*/ 1184989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84579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38774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01616" h="1483568">
                <a:moveTo>
                  <a:pt x="0" y="1334278"/>
                </a:moveTo>
                <a:cubicBezTo>
                  <a:pt x="233266" y="1150776"/>
                  <a:pt x="559835" y="1060580"/>
                  <a:pt x="830424" y="998376"/>
                </a:cubicBezTo>
                <a:cubicBezTo>
                  <a:pt x="833534" y="674915"/>
                  <a:pt x="836646" y="323461"/>
                  <a:pt x="839756" y="0"/>
                </a:cubicBezTo>
                <a:lnTo>
                  <a:pt x="1642188" y="307911"/>
                </a:lnTo>
                <a:cubicBezTo>
                  <a:pt x="1645298" y="671805"/>
                  <a:pt x="1648408" y="1082353"/>
                  <a:pt x="1651518" y="1446247"/>
                </a:cubicBezTo>
                <a:cubicBezTo>
                  <a:pt x="1912775" y="1212981"/>
                  <a:pt x="2202802" y="1073023"/>
                  <a:pt x="2557365" y="979716"/>
                </a:cubicBezTo>
                <a:cubicBezTo>
                  <a:pt x="2557365" y="681136"/>
                  <a:pt x="2553608" y="366876"/>
                  <a:pt x="2553608" y="68296"/>
                </a:cubicBezTo>
                <a:lnTo>
                  <a:pt x="3333620" y="387740"/>
                </a:lnTo>
                <a:cubicBezTo>
                  <a:pt x="3333490" y="733966"/>
                  <a:pt x="3333361" y="1137342"/>
                  <a:pt x="3333231" y="1483568"/>
                </a:cubicBezTo>
                <a:cubicBezTo>
                  <a:pt x="3454529" y="1306287"/>
                  <a:pt x="3508310" y="1287626"/>
                  <a:pt x="3601616" y="120365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5A067E5-BAA6-49A4-9310-3460197668D2}"/>
              </a:ext>
            </a:extLst>
          </p:cNvPr>
          <p:cNvSpPr txBox="1"/>
          <p:nvPr/>
        </p:nvSpPr>
        <p:spPr>
          <a:xfrm>
            <a:off x="5051747" y="46286"/>
            <a:ext cx="4845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IS VENTILATION APPROPRIATE?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D7378D-3DC0-4109-8FD7-A7F74FC9EF62}"/>
              </a:ext>
            </a:extLst>
          </p:cNvPr>
          <p:cNvSpPr txBox="1"/>
          <p:nvPr/>
        </p:nvSpPr>
        <p:spPr>
          <a:xfrm>
            <a:off x="720114" y="3707460"/>
            <a:ext cx="2684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pH/pCO</a:t>
            </a:r>
            <a:r>
              <a:rPr lang="en-US" sz="2400" baseline="-25000" dirty="0"/>
              <a:t>2</a:t>
            </a:r>
            <a:r>
              <a:rPr lang="en-US" sz="2400" dirty="0"/>
              <a:t>/pO</a:t>
            </a:r>
            <a:r>
              <a:rPr lang="en-US" sz="2400" baseline="-25000" dirty="0"/>
              <a:t>2</a:t>
            </a:r>
            <a:r>
              <a:rPr lang="en-US" sz="2400" dirty="0"/>
              <a:t>/HCO</a:t>
            </a:r>
            <a:r>
              <a:rPr lang="en-US" sz="2400" baseline="-25000" dirty="0"/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77D18A-5BD5-4CCA-9AA7-742149613BD8}"/>
              </a:ext>
            </a:extLst>
          </p:cNvPr>
          <p:cNvSpPr/>
          <p:nvPr/>
        </p:nvSpPr>
        <p:spPr>
          <a:xfrm>
            <a:off x="776263" y="3725577"/>
            <a:ext cx="452761" cy="4321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331C90C-5093-4611-8227-B9D0F37D08BD}"/>
              </a:ext>
            </a:extLst>
          </p:cNvPr>
          <p:cNvSpPr txBox="1"/>
          <p:nvPr/>
        </p:nvSpPr>
        <p:spPr>
          <a:xfrm>
            <a:off x="705114" y="4423099"/>
            <a:ext cx="2684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General rule is to maintain pH 7.2-7.5</a:t>
            </a:r>
          </a:p>
        </p:txBody>
      </p:sp>
      <p:sp>
        <p:nvSpPr>
          <p:cNvPr id="48" name="question 1">
            <a:hlinkClick r:id="rId3" action="ppaction://hlinksldjump"/>
            <a:extLst>
              <a:ext uri="{FF2B5EF4-FFF2-40B4-BE49-F238E27FC236}">
                <a16:creationId xmlns:a16="http://schemas.microsoft.com/office/drawing/2014/main" id="{08D98DA1-4DEC-453B-8E71-8A38A50814A1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</a:t>
            </a:r>
          </a:p>
        </p:txBody>
      </p:sp>
      <p:sp>
        <p:nvSpPr>
          <p:cNvPr id="54" name="Question 2">
            <a:hlinkClick r:id="rId4" action="ppaction://hlinksldjump"/>
            <a:extLst>
              <a:ext uri="{FF2B5EF4-FFF2-40B4-BE49-F238E27FC236}">
                <a16:creationId xmlns:a16="http://schemas.microsoft.com/office/drawing/2014/main" id="{27753CEA-F3D6-489C-931B-71017C922E84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</a:t>
            </a:r>
            <a:r>
              <a:rPr lang="en-US" baseline="-25000" dirty="0">
                <a:solidFill>
                  <a:sysClr val="windowText" lastClr="000000"/>
                </a:solidFill>
              </a:rPr>
              <a:t>2</a:t>
            </a:r>
            <a:r>
              <a:rPr lang="en-US" dirty="0">
                <a:solidFill>
                  <a:sysClr val="windowText" lastClr="000000"/>
                </a:solidFill>
              </a:rPr>
              <a:t xml:space="preserve"> support</a:t>
            </a:r>
          </a:p>
        </p:txBody>
      </p:sp>
      <p:sp>
        <p:nvSpPr>
          <p:cNvPr id="56" name="question 4">
            <a:hlinkClick r:id="rId5" action="ppaction://hlinksldjump"/>
            <a:extLst>
              <a:ext uri="{FF2B5EF4-FFF2-40B4-BE49-F238E27FC236}">
                <a16:creationId xmlns:a16="http://schemas.microsoft.com/office/drawing/2014/main" id="{7B783EFF-39F1-4D0A-AB0F-9049A7EAEB2E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Ventilation</a:t>
            </a:r>
          </a:p>
        </p:txBody>
      </p:sp>
      <p:pic>
        <p:nvPicPr>
          <p:cNvPr id="58" name="Graphic 57" descr="Cursor with solid fill">
            <a:extLst>
              <a:ext uri="{FF2B5EF4-FFF2-40B4-BE49-F238E27FC236}">
                <a16:creationId xmlns:a16="http://schemas.microsoft.com/office/drawing/2014/main" id="{06B71FF8-4666-46B2-BBDB-F01E674ECF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945241"/>
            <a:ext cx="301752" cy="301752"/>
          </a:xfrm>
          <a:prstGeom prst="rect">
            <a:avLst/>
          </a:prstGeom>
        </p:spPr>
      </p:pic>
      <p:pic>
        <p:nvPicPr>
          <p:cNvPr id="60" name="Graphic 59" descr="Cursor with solid fill">
            <a:extLst>
              <a:ext uri="{FF2B5EF4-FFF2-40B4-BE49-F238E27FC236}">
                <a16:creationId xmlns:a16="http://schemas.microsoft.com/office/drawing/2014/main" id="{F796D9EC-1AAF-4176-981D-9FDD6FA3BA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1540247"/>
            <a:ext cx="301752" cy="301752"/>
          </a:xfrm>
          <a:prstGeom prst="rect">
            <a:avLst/>
          </a:prstGeom>
        </p:spPr>
      </p:pic>
      <p:sp>
        <p:nvSpPr>
          <p:cNvPr id="61" name="question 4">
            <a:hlinkClick r:id="rId8" action="ppaction://hlinksldjump"/>
            <a:extLst>
              <a:ext uri="{FF2B5EF4-FFF2-40B4-BE49-F238E27FC236}">
                <a16:creationId xmlns:a16="http://schemas.microsoft.com/office/drawing/2014/main" id="{400AB92C-BA81-481D-AEE8-F23869D0F9D6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67" name="Graphic 66" descr="Cursor with solid fill">
            <a:extLst>
              <a:ext uri="{FF2B5EF4-FFF2-40B4-BE49-F238E27FC236}">
                <a16:creationId xmlns:a16="http://schemas.microsoft.com/office/drawing/2014/main" id="{0A3253D5-C80D-4A31-8D51-9A6E51DBBE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sp>
        <p:nvSpPr>
          <p:cNvPr id="87" name="question 3">
            <a:hlinkClick r:id="rId9" action="ppaction://hlinksldjump"/>
            <a:extLst>
              <a:ext uri="{FF2B5EF4-FFF2-40B4-BE49-F238E27FC236}">
                <a16:creationId xmlns:a16="http://schemas.microsoft.com/office/drawing/2014/main" id="{00285F97-8801-4B23-99B0-9F7D398343A4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Mechanics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89" name="Graphic 88" descr="Cursor with solid fill">
            <a:extLst>
              <a:ext uri="{FF2B5EF4-FFF2-40B4-BE49-F238E27FC236}">
                <a16:creationId xmlns:a16="http://schemas.microsoft.com/office/drawing/2014/main" id="{C0703EDC-1999-48C8-B734-DE0ADED008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2652352"/>
            <a:ext cx="301752" cy="301752"/>
          </a:xfrm>
          <a:prstGeom prst="rect">
            <a:avLst/>
          </a:prstGeom>
        </p:spPr>
      </p:pic>
      <p:sp>
        <p:nvSpPr>
          <p:cNvPr id="91" name="question 1">
            <a:hlinkClick r:id="rId10" action="ppaction://hlinksldjump"/>
            <a:extLst>
              <a:ext uri="{FF2B5EF4-FFF2-40B4-BE49-F238E27FC236}">
                <a16:creationId xmlns:a16="http://schemas.microsoft.com/office/drawing/2014/main" id="{748F33AF-4EF3-45F8-B531-0CD130361F37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Orientation</a:t>
            </a:r>
          </a:p>
        </p:txBody>
      </p:sp>
      <p:pic>
        <p:nvPicPr>
          <p:cNvPr id="93" name="Graphic 92" descr="Cursor with solid fill">
            <a:extLst>
              <a:ext uri="{FF2B5EF4-FFF2-40B4-BE49-F238E27FC236}">
                <a16:creationId xmlns:a16="http://schemas.microsoft.com/office/drawing/2014/main" id="{66EFBCB5-2847-40B7-AC5F-65FE07CA11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0596" y="422343"/>
            <a:ext cx="301752" cy="301752"/>
          </a:xfrm>
          <a:prstGeom prst="rect">
            <a:avLst/>
          </a:prstGeom>
        </p:spPr>
      </p:pic>
      <p:sp>
        <p:nvSpPr>
          <p:cNvPr id="94" name="Ve">
            <a:hlinkClick r:id="rId11" action="ppaction://hlinksldjump"/>
            <a:extLst>
              <a:ext uri="{FF2B5EF4-FFF2-40B4-BE49-F238E27FC236}">
                <a16:creationId xmlns:a16="http://schemas.microsoft.com/office/drawing/2014/main" id="{3F8CAD79-A738-4479-B248-082A1015FF3C}"/>
              </a:ext>
            </a:extLst>
          </p:cNvPr>
          <p:cNvSpPr/>
          <p:nvPr/>
        </p:nvSpPr>
        <p:spPr>
          <a:xfrm>
            <a:off x="3198465" y="721215"/>
            <a:ext cx="3300249" cy="42901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 Check the minute ventilation</a:t>
            </a:r>
          </a:p>
        </p:txBody>
      </p:sp>
      <p:sp>
        <p:nvSpPr>
          <p:cNvPr id="95" name="Us or them">
            <a:hlinkClick r:id="rId12" action="ppaction://hlinksldjump"/>
            <a:extLst>
              <a:ext uri="{FF2B5EF4-FFF2-40B4-BE49-F238E27FC236}">
                <a16:creationId xmlns:a16="http://schemas.microsoft.com/office/drawing/2014/main" id="{20CAC4CB-BD77-409D-9860-B8B2451B35C6}"/>
              </a:ext>
            </a:extLst>
          </p:cNvPr>
          <p:cNvSpPr/>
          <p:nvPr/>
        </p:nvSpPr>
        <p:spPr>
          <a:xfrm>
            <a:off x="9333002" y="721215"/>
            <a:ext cx="2031906" cy="42901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 Vent or Patient?</a:t>
            </a:r>
          </a:p>
        </p:txBody>
      </p:sp>
      <p:sp>
        <p:nvSpPr>
          <p:cNvPr id="96" name="Is it appropriate?">
            <a:hlinkClick r:id="rId13" action="ppaction://hlinksldjump"/>
            <a:extLst>
              <a:ext uri="{FF2B5EF4-FFF2-40B4-BE49-F238E27FC236}">
                <a16:creationId xmlns:a16="http://schemas.microsoft.com/office/drawing/2014/main" id="{D58CA540-1466-42E7-8F31-0F78AAA41B42}"/>
              </a:ext>
            </a:extLst>
          </p:cNvPr>
          <p:cNvSpPr/>
          <p:nvPr/>
        </p:nvSpPr>
        <p:spPr>
          <a:xfrm>
            <a:off x="6821495" y="721215"/>
            <a:ext cx="2169069" cy="429017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2. Is it appropriate?</a:t>
            </a:r>
          </a:p>
        </p:txBody>
      </p:sp>
      <p:pic>
        <p:nvPicPr>
          <p:cNvPr id="97" name="Graphic 96" descr="Cursor with solid fill">
            <a:extLst>
              <a:ext uri="{FF2B5EF4-FFF2-40B4-BE49-F238E27FC236}">
                <a16:creationId xmlns:a16="http://schemas.microsoft.com/office/drawing/2014/main" id="{6DD4A9CE-BCEF-437E-A168-4DD8AAE372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0567" y="1001731"/>
            <a:ext cx="301752" cy="301752"/>
          </a:xfrm>
          <a:prstGeom prst="rect">
            <a:avLst/>
          </a:prstGeom>
        </p:spPr>
      </p:pic>
      <p:pic>
        <p:nvPicPr>
          <p:cNvPr id="99" name="Graphic 98" descr="Cursor with solid fill">
            <a:extLst>
              <a:ext uri="{FF2B5EF4-FFF2-40B4-BE49-F238E27FC236}">
                <a16:creationId xmlns:a16="http://schemas.microsoft.com/office/drawing/2014/main" id="{370CA023-5958-44A0-8964-F5915B9105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7748" y="1001731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0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o">
            <a:extLst>
              <a:ext uri="{FF2B5EF4-FFF2-40B4-BE49-F238E27FC236}">
                <a16:creationId xmlns:a16="http://schemas.microsoft.com/office/drawing/2014/main" id="{E880CEEB-4A60-40A4-B2D8-995FAC793E91}"/>
              </a:ext>
            </a:extLst>
          </p:cNvPr>
          <p:cNvSpPr/>
          <p:nvPr/>
        </p:nvSpPr>
        <p:spPr>
          <a:xfrm>
            <a:off x="718445" y="4242855"/>
            <a:ext cx="551488" cy="398354"/>
          </a:xfrm>
          <a:prstGeom prst="round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</a:t>
            </a:r>
          </a:p>
        </p:txBody>
      </p:sp>
      <p:sp>
        <p:nvSpPr>
          <p:cNvPr id="112" name="Yes">
            <a:extLst>
              <a:ext uri="{FF2B5EF4-FFF2-40B4-BE49-F238E27FC236}">
                <a16:creationId xmlns:a16="http://schemas.microsoft.com/office/drawing/2014/main" id="{2ADBD880-5CF7-4F47-BFE6-23B21D45F787}"/>
              </a:ext>
            </a:extLst>
          </p:cNvPr>
          <p:cNvSpPr/>
          <p:nvPr/>
        </p:nvSpPr>
        <p:spPr>
          <a:xfrm>
            <a:off x="2446253" y="4251171"/>
            <a:ext cx="575549" cy="408993"/>
          </a:xfrm>
          <a:prstGeom prst="round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yes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C720513-FBB0-F448-A208-378FE35B7AB4}"/>
              </a:ext>
            </a:extLst>
          </p:cNvPr>
          <p:cNvGrpSpPr/>
          <p:nvPr/>
        </p:nvGrpSpPr>
        <p:grpSpPr>
          <a:xfrm>
            <a:off x="3867664" y="1382357"/>
            <a:ext cx="7132845" cy="4811668"/>
            <a:chOff x="3867664" y="1382357"/>
            <a:chExt cx="7132845" cy="4811668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60F832D-0812-ED45-A7C0-670C880FEABA}"/>
                </a:ext>
              </a:extLst>
            </p:cNvPr>
            <p:cNvGrpSpPr/>
            <p:nvPr/>
          </p:nvGrpSpPr>
          <p:grpSpPr>
            <a:xfrm>
              <a:off x="3867664" y="1382357"/>
              <a:ext cx="7132845" cy="4811668"/>
              <a:chOff x="3867664" y="1382357"/>
              <a:chExt cx="7132845" cy="4811668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74474BE-B012-CA4F-A50A-45697069BE52}"/>
                  </a:ext>
                </a:extLst>
              </p:cNvPr>
              <p:cNvSpPr/>
              <p:nvPr/>
            </p:nvSpPr>
            <p:spPr>
              <a:xfrm>
                <a:off x="3867664" y="1382357"/>
                <a:ext cx="7132845" cy="4811668"/>
              </a:xfrm>
              <a:prstGeom prst="rect">
                <a:avLst/>
              </a:prstGeom>
              <a:solidFill>
                <a:schemeClr val="bg2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D88C2ECB-1C02-864A-A827-A1AFD59DB2B9}"/>
                  </a:ext>
                </a:extLst>
              </p:cNvPr>
              <p:cNvSpPr/>
              <p:nvPr/>
            </p:nvSpPr>
            <p:spPr>
              <a:xfrm>
                <a:off x="5404449" y="1673355"/>
                <a:ext cx="4219183" cy="39543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D65A6ED9-E7F2-A148-9334-2EE8DB356152}"/>
                  </a:ext>
                </a:extLst>
              </p:cNvPr>
              <p:cNvSpPr/>
              <p:nvPr/>
            </p:nvSpPr>
            <p:spPr>
              <a:xfrm>
                <a:off x="9897561" y="4995958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35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7658DD1-B41E-A449-89F2-31F14861493C}"/>
                  </a:ext>
                </a:extLst>
              </p:cNvPr>
              <p:cNvSpPr txBox="1"/>
              <p:nvPr/>
            </p:nvSpPr>
            <p:spPr>
              <a:xfrm>
                <a:off x="10058242" y="5757075"/>
                <a:ext cx="5741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FiO</a:t>
                </a:r>
                <a:r>
                  <a:rPr lang="en-US" baseline="-25000" dirty="0"/>
                  <a:t>2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0149814-36D5-F146-8666-304C4852E452}"/>
                  </a:ext>
                </a:extLst>
              </p:cNvPr>
              <p:cNvSpPr txBox="1"/>
              <p:nvPr/>
            </p:nvSpPr>
            <p:spPr>
              <a:xfrm>
                <a:off x="9980610" y="4570030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PEEP</a:t>
                </a:r>
                <a:endParaRPr lang="en-US" baseline="-25000" dirty="0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3E2A522-9436-E54B-B77E-8302B456FF79}"/>
                  </a:ext>
                </a:extLst>
              </p:cNvPr>
              <p:cNvSpPr txBox="1"/>
              <p:nvPr/>
            </p:nvSpPr>
            <p:spPr>
              <a:xfrm>
                <a:off x="10086408" y="2241468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RR</a:t>
                </a:r>
                <a:endParaRPr lang="en-US" baseline="-25000" dirty="0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B7BC94B4-A65A-B746-8A91-E8D6308869D3}"/>
                  </a:ext>
                </a:extLst>
              </p:cNvPr>
              <p:cNvGrpSpPr/>
              <p:nvPr/>
            </p:nvGrpSpPr>
            <p:grpSpPr>
              <a:xfrm>
                <a:off x="5832092" y="1883420"/>
                <a:ext cx="3633805" cy="1416221"/>
                <a:chOff x="5288692" y="1890584"/>
                <a:chExt cx="3633805" cy="1416221"/>
              </a:xfrm>
            </p:grpSpPr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9DEC1CA1-DA50-1B4E-BF58-ABB65E1195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88692" y="1890584"/>
                  <a:ext cx="0" cy="1416219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Arrow Connector 84">
                  <a:extLst>
                    <a:ext uri="{FF2B5EF4-FFF2-40B4-BE49-F238E27FC236}">
                      <a16:creationId xmlns:a16="http://schemas.microsoft.com/office/drawing/2014/main" id="{F846DF16-D834-234D-9351-0C3E0D77C1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91671" y="3306804"/>
                  <a:ext cx="3630826" cy="1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566A771-34F7-964A-BA5F-ED48D0E04B42}"/>
                  </a:ext>
                </a:extLst>
              </p:cNvPr>
              <p:cNvSpPr txBox="1"/>
              <p:nvPr/>
            </p:nvSpPr>
            <p:spPr>
              <a:xfrm>
                <a:off x="7324226" y="3255787"/>
                <a:ext cx="6495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Time</a:t>
                </a:r>
                <a:endParaRPr lang="en-US" baseline="-25000" dirty="0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E478816-17A5-0340-B800-D4C02CFA748E}"/>
                  </a:ext>
                </a:extLst>
              </p:cNvPr>
              <p:cNvSpPr txBox="1"/>
              <p:nvPr/>
            </p:nvSpPr>
            <p:spPr>
              <a:xfrm rot="16200000">
                <a:off x="5161627" y="2406864"/>
                <a:ext cx="9897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Pressure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E424B81-597E-9147-8A16-608E3097F034}"/>
                  </a:ext>
                </a:extLst>
              </p:cNvPr>
              <p:cNvSpPr txBox="1"/>
              <p:nvPr/>
            </p:nvSpPr>
            <p:spPr>
              <a:xfrm>
                <a:off x="10135758" y="3395453"/>
                <a:ext cx="3914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V</a:t>
                </a:r>
                <a:r>
                  <a:rPr lang="en-US" baseline="-25000" dirty="0"/>
                  <a:t>T</a:t>
                </a: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5889ACF3-99B1-AE48-8CF8-8AADF8A6CA65}"/>
                  </a:ext>
                </a:extLst>
              </p:cNvPr>
              <p:cNvSpPr/>
              <p:nvPr/>
            </p:nvSpPr>
            <p:spPr>
              <a:xfrm>
                <a:off x="9897561" y="3816104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5</a:t>
                </a: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FB345990-5261-8947-85A9-398D67DB6D63}"/>
                  </a:ext>
                </a:extLst>
              </p:cNvPr>
              <p:cNvSpPr/>
              <p:nvPr/>
            </p:nvSpPr>
            <p:spPr>
              <a:xfrm>
                <a:off x="9897561" y="1456394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18</a:t>
                </a: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6D7520D7-0759-1349-95DE-DAFA319BA580}"/>
                  </a:ext>
                </a:extLst>
              </p:cNvPr>
              <p:cNvSpPr/>
              <p:nvPr/>
            </p:nvSpPr>
            <p:spPr>
              <a:xfrm>
                <a:off x="9897561" y="2636249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360</a:t>
                </a:r>
              </a:p>
            </p:txBody>
          </p:sp>
        </p:grp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6FB1F7E-2948-094C-8FEC-701A5D912C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2092" y="3754096"/>
              <a:ext cx="0" cy="141621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AA7968B-041D-FB4C-BCD0-9E3151A9B2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5071" y="4737827"/>
              <a:ext cx="3630826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38F2F12-0964-C646-9406-931B1E45D251}"/>
                </a:ext>
              </a:extLst>
            </p:cNvPr>
            <p:cNvSpPr txBox="1"/>
            <p:nvPr/>
          </p:nvSpPr>
          <p:spPr>
            <a:xfrm rot="16200000">
              <a:off x="5341804" y="4277541"/>
              <a:ext cx="629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Flow</a:t>
              </a: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4B97410-8886-D749-BE52-CC71B0D55A57}"/>
              </a:ext>
            </a:extLst>
          </p:cNvPr>
          <p:cNvSpPr/>
          <p:nvPr/>
        </p:nvSpPr>
        <p:spPr>
          <a:xfrm>
            <a:off x="4148770" y="1672521"/>
            <a:ext cx="1053132" cy="3460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5"/>
                </a:solidFill>
              </a:rPr>
              <a:t>P</a:t>
            </a:r>
            <a:r>
              <a:rPr lang="en-US" baseline="-25000" dirty="0">
                <a:solidFill>
                  <a:schemeClr val="accent5"/>
                </a:solidFill>
              </a:rPr>
              <a:t>Peak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22 </a:t>
            </a:r>
            <a:r>
              <a:rPr lang="en-US" sz="1000" dirty="0">
                <a:solidFill>
                  <a:schemeClr val="accent5"/>
                </a:solidFill>
              </a:rPr>
              <a:t>cm H</a:t>
            </a:r>
            <a:r>
              <a:rPr lang="en-US" sz="1000" baseline="-25000" dirty="0">
                <a:solidFill>
                  <a:schemeClr val="accent5"/>
                </a:solidFill>
              </a:rPr>
              <a:t>2</a:t>
            </a:r>
            <a:r>
              <a:rPr lang="en-US" sz="1000" dirty="0">
                <a:solidFill>
                  <a:schemeClr val="accent5"/>
                </a:solidFill>
              </a:rPr>
              <a:t xml:space="preserve">O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355 </a:t>
            </a:r>
            <a:r>
              <a:rPr lang="en-US" sz="1000" dirty="0">
                <a:solidFill>
                  <a:schemeClr val="accent5"/>
                </a:solidFill>
              </a:rPr>
              <a:t>mL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RR</a:t>
            </a:r>
            <a:endParaRPr lang="en-US" baseline="-25000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20 </a:t>
            </a:r>
            <a:r>
              <a:rPr lang="en-US" sz="1000" dirty="0">
                <a:solidFill>
                  <a:schemeClr val="accent5"/>
                </a:solidFill>
              </a:rPr>
              <a:t>min</a:t>
            </a:r>
            <a:r>
              <a:rPr lang="en-US" sz="1000" baseline="30000" dirty="0">
                <a:solidFill>
                  <a:schemeClr val="accent5"/>
                </a:solidFill>
              </a:rPr>
              <a:t>-1</a:t>
            </a:r>
            <a:r>
              <a:rPr lang="en-US" sz="3000" dirty="0">
                <a:solidFill>
                  <a:schemeClr val="accent5"/>
                </a:solidFill>
              </a:rPr>
              <a:t xml:space="preserve">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Min Vent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7.1 </a:t>
            </a:r>
            <a:r>
              <a:rPr lang="en-US" sz="1000" dirty="0">
                <a:solidFill>
                  <a:schemeClr val="accent5"/>
                </a:solidFill>
              </a:rPr>
              <a:t>L/min</a:t>
            </a:r>
          </a:p>
          <a:p>
            <a:endParaRPr lang="en-US" sz="3000" dirty="0">
              <a:solidFill>
                <a:schemeClr val="accent5"/>
              </a:solidFill>
            </a:endParaRPr>
          </a:p>
        </p:txBody>
      </p:sp>
      <p:pic>
        <p:nvPicPr>
          <p:cNvPr id="44" name="teachIM logo" descr="Icon  Description automatically generated">
            <a:extLst>
              <a:ext uri="{FF2B5EF4-FFF2-40B4-BE49-F238E27FC236}">
                <a16:creationId xmlns:a16="http://schemas.microsoft.com/office/drawing/2014/main" id="{03A8A175-1202-4A8A-A3B6-F0F95133A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E91932C-E865-4F4F-AF9C-7EF83F9850F0}"/>
              </a:ext>
            </a:extLst>
          </p:cNvPr>
          <p:cNvSpPr/>
          <p:nvPr/>
        </p:nvSpPr>
        <p:spPr>
          <a:xfrm>
            <a:off x="5823013" y="2087088"/>
            <a:ext cx="3545632" cy="1105639"/>
          </a:xfrm>
          <a:custGeom>
            <a:avLst/>
            <a:gdLst>
              <a:gd name="connsiteX0" fmla="*/ 0 w 3657600"/>
              <a:gd name="connsiteY0" fmla="*/ 951722 h 979714"/>
              <a:gd name="connsiteX1" fmla="*/ 905070 w 3657600"/>
              <a:gd name="connsiteY1" fmla="*/ 933061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70384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42391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536302"/>
              <a:gd name="connsiteY0" fmla="*/ 933060 h 979714"/>
              <a:gd name="connsiteX1" fmla="*/ 783772 w 3536302"/>
              <a:gd name="connsiteY1" fmla="*/ 942392 h 979714"/>
              <a:gd name="connsiteX2" fmla="*/ 793102 w 3536302"/>
              <a:gd name="connsiteY2" fmla="*/ 0 h 979714"/>
              <a:gd name="connsiteX3" fmla="*/ 1660849 w 3536302"/>
              <a:gd name="connsiteY3" fmla="*/ 0 h 979714"/>
              <a:gd name="connsiteX4" fmla="*/ 1651519 w 3536302"/>
              <a:gd name="connsiteY4" fmla="*/ 951722 h 979714"/>
              <a:gd name="connsiteX5" fmla="*/ 2500604 w 3536302"/>
              <a:gd name="connsiteY5" fmla="*/ 942391 h 979714"/>
              <a:gd name="connsiteX6" fmla="*/ 2509935 w 3536302"/>
              <a:gd name="connsiteY6" fmla="*/ 46653 h 979714"/>
              <a:gd name="connsiteX7" fmla="*/ 3284376 w 3536302"/>
              <a:gd name="connsiteY7" fmla="*/ 46653 h 979714"/>
              <a:gd name="connsiteX8" fmla="*/ 3293706 w 3536302"/>
              <a:gd name="connsiteY8" fmla="*/ 970384 h 979714"/>
              <a:gd name="connsiteX9" fmla="*/ 3536302 w 353630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509934 w 3545632"/>
              <a:gd name="connsiteY5" fmla="*/ 94239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70382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00604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1119672"/>
              <a:gd name="connsiteX1" fmla="*/ 793102 w 3545632"/>
              <a:gd name="connsiteY1" fmla="*/ 942392 h 1119672"/>
              <a:gd name="connsiteX2" fmla="*/ 802432 w 3545632"/>
              <a:gd name="connsiteY2" fmla="*/ 0 h 1119672"/>
              <a:gd name="connsiteX3" fmla="*/ 1670179 w 3545632"/>
              <a:gd name="connsiteY3" fmla="*/ 0 h 1119672"/>
              <a:gd name="connsiteX4" fmla="*/ 1660849 w 3545632"/>
              <a:gd name="connsiteY4" fmla="*/ 951722 h 1119672"/>
              <a:gd name="connsiteX5" fmla="*/ 2500602 w 3545632"/>
              <a:gd name="connsiteY5" fmla="*/ 1119672 h 1119672"/>
              <a:gd name="connsiteX6" fmla="*/ 2500604 w 3545632"/>
              <a:gd name="connsiteY6" fmla="*/ 46653 h 1119672"/>
              <a:gd name="connsiteX7" fmla="*/ 3312368 w 3545632"/>
              <a:gd name="connsiteY7" fmla="*/ 46653 h 1119672"/>
              <a:gd name="connsiteX8" fmla="*/ 3303036 w 3545632"/>
              <a:gd name="connsiteY8" fmla="*/ 970384 h 1119672"/>
              <a:gd name="connsiteX9" fmla="*/ 3545632 w 3545632"/>
              <a:gd name="connsiteY9" fmla="*/ 979714 h 1119672"/>
              <a:gd name="connsiteX0" fmla="*/ 0 w 3545632"/>
              <a:gd name="connsiteY0" fmla="*/ 933060 h 1175710"/>
              <a:gd name="connsiteX1" fmla="*/ 793102 w 3545632"/>
              <a:gd name="connsiteY1" fmla="*/ 942392 h 1175710"/>
              <a:gd name="connsiteX2" fmla="*/ 802432 w 3545632"/>
              <a:gd name="connsiteY2" fmla="*/ 0 h 1175710"/>
              <a:gd name="connsiteX3" fmla="*/ 1670179 w 3545632"/>
              <a:gd name="connsiteY3" fmla="*/ 0 h 1175710"/>
              <a:gd name="connsiteX4" fmla="*/ 1660849 w 3545632"/>
              <a:gd name="connsiteY4" fmla="*/ 951722 h 1175710"/>
              <a:gd name="connsiteX5" fmla="*/ 2425248 w 3545632"/>
              <a:gd name="connsiteY5" fmla="*/ 971088 h 1175710"/>
              <a:gd name="connsiteX6" fmla="*/ 2500602 w 3545632"/>
              <a:gd name="connsiteY6" fmla="*/ 1119672 h 1175710"/>
              <a:gd name="connsiteX7" fmla="*/ 2500604 w 3545632"/>
              <a:gd name="connsiteY7" fmla="*/ 46653 h 1175710"/>
              <a:gd name="connsiteX8" fmla="*/ 3312368 w 3545632"/>
              <a:gd name="connsiteY8" fmla="*/ 46653 h 1175710"/>
              <a:gd name="connsiteX9" fmla="*/ 3303036 w 3545632"/>
              <a:gd name="connsiteY9" fmla="*/ 970384 h 1175710"/>
              <a:gd name="connsiteX10" fmla="*/ 3545632 w 3545632"/>
              <a:gd name="connsiteY10" fmla="*/ 979714 h 1175710"/>
              <a:gd name="connsiteX0" fmla="*/ 0 w 3545632"/>
              <a:gd name="connsiteY0" fmla="*/ 933060 h 1175710"/>
              <a:gd name="connsiteX1" fmla="*/ 793102 w 3545632"/>
              <a:gd name="connsiteY1" fmla="*/ 942392 h 1175710"/>
              <a:gd name="connsiteX2" fmla="*/ 802432 w 3545632"/>
              <a:gd name="connsiteY2" fmla="*/ 0 h 1175710"/>
              <a:gd name="connsiteX3" fmla="*/ 1670179 w 3545632"/>
              <a:gd name="connsiteY3" fmla="*/ 0 h 1175710"/>
              <a:gd name="connsiteX4" fmla="*/ 1660849 w 3545632"/>
              <a:gd name="connsiteY4" fmla="*/ 951722 h 1175710"/>
              <a:gd name="connsiteX5" fmla="*/ 2425248 w 3545632"/>
              <a:gd name="connsiteY5" fmla="*/ 971088 h 1175710"/>
              <a:gd name="connsiteX6" fmla="*/ 2500602 w 3545632"/>
              <a:gd name="connsiteY6" fmla="*/ 1119672 h 1175710"/>
              <a:gd name="connsiteX7" fmla="*/ 2500604 w 3545632"/>
              <a:gd name="connsiteY7" fmla="*/ 46653 h 1175710"/>
              <a:gd name="connsiteX8" fmla="*/ 3312368 w 3545632"/>
              <a:gd name="connsiteY8" fmla="*/ 46653 h 1175710"/>
              <a:gd name="connsiteX9" fmla="*/ 3303036 w 3545632"/>
              <a:gd name="connsiteY9" fmla="*/ 970384 h 1175710"/>
              <a:gd name="connsiteX10" fmla="*/ 3545632 w 3545632"/>
              <a:gd name="connsiteY10" fmla="*/ 979714 h 1175710"/>
              <a:gd name="connsiteX0" fmla="*/ 0 w 3545632"/>
              <a:gd name="connsiteY0" fmla="*/ 933060 h 1175710"/>
              <a:gd name="connsiteX1" fmla="*/ 793102 w 3545632"/>
              <a:gd name="connsiteY1" fmla="*/ 942392 h 1175710"/>
              <a:gd name="connsiteX2" fmla="*/ 802432 w 3545632"/>
              <a:gd name="connsiteY2" fmla="*/ 0 h 1175710"/>
              <a:gd name="connsiteX3" fmla="*/ 1670179 w 3545632"/>
              <a:gd name="connsiteY3" fmla="*/ 0 h 1175710"/>
              <a:gd name="connsiteX4" fmla="*/ 1660849 w 3545632"/>
              <a:gd name="connsiteY4" fmla="*/ 951722 h 1175710"/>
              <a:gd name="connsiteX5" fmla="*/ 2425248 w 3545632"/>
              <a:gd name="connsiteY5" fmla="*/ 971088 h 1175710"/>
              <a:gd name="connsiteX6" fmla="*/ 2500602 w 3545632"/>
              <a:gd name="connsiteY6" fmla="*/ 1119672 h 1175710"/>
              <a:gd name="connsiteX7" fmla="*/ 2500604 w 3545632"/>
              <a:gd name="connsiteY7" fmla="*/ 46653 h 1175710"/>
              <a:gd name="connsiteX8" fmla="*/ 3312368 w 3545632"/>
              <a:gd name="connsiteY8" fmla="*/ 46653 h 1175710"/>
              <a:gd name="connsiteX9" fmla="*/ 3303036 w 3545632"/>
              <a:gd name="connsiteY9" fmla="*/ 970384 h 1175710"/>
              <a:gd name="connsiteX10" fmla="*/ 3545632 w 3545632"/>
              <a:gd name="connsiteY10" fmla="*/ 979714 h 1175710"/>
              <a:gd name="connsiteX0" fmla="*/ 0 w 3545632"/>
              <a:gd name="connsiteY0" fmla="*/ 933060 h 1173363"/>
              <a:gd name="connsiteX1" fmla="*/ 793102 w 3545632"/>
              <a:gd name="connsiteY1" fmla="*/ 942392 h 1173363"/>
              <a:gd name="connsiteX2" fmla="*/ 802432 w 3545632"/>
              <a:gd name="connsiteY2" fmla="*/ 0 h 1173363"/>
              <a:gd name="connsiteX3" fmla="*/ 1670179 w 3545632"/>
              <a:gd name="connsiteY3" fmla="*/ 0 h 1173363"/>
              <a:gd name="connsiteX4" fmla="*/ 1660849 w 3545632"/>
              <a:gd name="connsiteY4" fmla="*/ 951722 h 1173363"/>
              <a:gd name="connsiteX5" fmla="*/ 2415918 w 3545632"/>
              <a:gd name="connsiteY5" fmla="*/ 952427 h 1173363"/>
              <a:gd name="connsiteX6" fmla="*/ 2500602 w 3545632"/>
              <a:gd name="connsiteY6" fmla="*/ 1119672 h 1173363"/>
              <a:gd name="connsiteX7" fmla="*/ 2500604 w 3545632"/>
              <a:gd name="connsiteY7" fmla="*/ 46653 h 1173363"/>
              <a:gd name="connsiteX8" fmla="*/ 3312368 w 3545632"/>
              <a:gd name="connsiteY8" fmla="*/ 46653 h 1173363"/>
              <a:gd name="connsiteX9" fmla="*/ 3303036 w 3545632"/>
              <a:gd name="connsiteY9" fmla="*/ 970384 h 1173363"/>
              <a:gd name="connsiteX10" fmla="*/ 3545632 w 3545632"/>
              <a:gd name="connsiteY10" fmla="*/ 979714 h 1173363"/>
              <a:gd name="connsiteX0" fmla="*/ 0 w 3545632"/>
              <a:gd name="connsiteY0" fmla="*/ 933060 h 1173363"/>
              <a:gd name="connsiteX1" fmla="*/ 793102 w 3545632"/>
              <a:gd name="connsiteY1" fmla="*/ 942392 h 1173363"/>
              <a:gd name="connsiteX2" fmla="*/ 802432 w 3545632"/>
              <a:gd name="connsiteY2" fmla="*/ 0 h 1173363"/>
              <a:gd name="connsiteX3" fmla="*/ 1670179 w 3545632"/>
              <a:gd name="connsiteY3" fmla="*/ 0 h 1173363"/>
              <a:gd name="connsiteX4" fmla="*/ 1660849 w 3545632"/>
              <a:gd name="connsiteY4" fmla="*/ 951722 h 1173363"/>
              <a:gd name="connsiteX5" fmla="*/ 2415918 w 3545632"/>
              <a:gd name="connsiteY5" fmla="*/ 952427 h 1173363"/>
              <a:gd name="connsiteX6" fmla="*/ 2500602 w 3545632"/>
              <a:gd name="connsiteY6" fmla="*/ 1119672 h 1173363"/>
              <a:gd name="connsiteX7" fmla="*/ 2500604 w 3545632"/>
              <a:gd name="connsiteY7" fmla="*/ 46653 h 1173363"/>
              <a:gd name="connsiteX8" fmla="*/ 3312368 w 3545632"/>
              <a:gd name="connsiteY8" fmla="*/ 46653 h 1173363"/>
              <a:gd name="connsiteX9" fmla="*/ 3303036 w 3545632"/>
              <a:gd name="connsiteY9" fmla="*/ 970384 h 1173363"/>
              <a:gd name="connsiteX10" fmla="*/ 3545632 w 3545632"/>
              <a:gd name="connsiteY10" fmla="*/ 979714 h 1173363"/>
              <a:gd name="connsiteX0" fmla="*/ 0 w 3545632"/>
              <a:gd name="connsiteY0" fmla="*/ 933060 h 1181501"/>
              <a:gd name="connsiteX1" fmla="*/ 793102 w 3545632"/>
              <a:gd name="connsiteY1" fmla="*/ 942392 h 1181501"/>
              <a:gd name="connsiteX2" fmla="*/ 802432 w 3545632"/>
              <a:gd name="connsiteY2" fmla="*/ 0 h 1181501"/>
              <a:gd name="connsiteX3" fmla="*/ 1670179 w 3545632"/>
              <a:gd name="connsiteY3" fmla="*/ 0 h 1181501"/>
              <a:gd name="connsiteX4" fmla="*/ 1660849 w 3545632"/>
              <a:gd name="connsiteY4" fmla="*/ 951722 h 1181501"/>
              <a:gd name="connsiteX5" fmla="*/ 2415918 w 3545632"/>
              <a:gd name="connsiteY5" fmla="*/ 952427 h 1181501"/>
              <a:gd name="connsiteX6" fmla="*/ 2500602 w 3545632"/>
              <a:gd name="connsiteY6" fmla="*/ 1119672 h 1181501"/>
              <a:gd name="connsiteX7" fmla="*/ 2500604 w 3545632"/>
              <a:gd name="connsiteY7" fmla="*/ 46653 h 1181501"/>
              <a:gd name="connsiteX8" fmla="*/ 3312368 w 3545632"/>
              <a:gd name="connsiteY8" fmla="*/ 46653 h 1181501"/>
              <a:gd name="connsiteX9" fmla="*/ 3303036 w 3545632"/>
              <a:gd name="connsiteY9" fmla="*/ 970384 h 1181501"/>
              <a:gd name="connsiteX10" fmla="*/ 3545632 w 3545632"/>
              <a:gd name="connsiteY10" fmla="*/ 979714 h 1181501"/>
              <a:gd name="connsiteX0" fmla="*/ 0 w 3545632"/>
              <a:gd name="connsiteY0" fmla="*/ 933060 h 1187876"/>
              <a:gd name="connsiteX1" fmla="*/ 793102 w 3545632"/>
              <a:gd name="connsiteY1" fmla="*/ 942392 h 1187876"/>
              <a:gd name="connsiteX2" fmla="*/ 802432 w 3545632"/>
              <a:gd name="connsiteY2" fmla="*/ 0 h 1187876"/>
              <a:gd name="connsiteX3" fmla="*/ 1670179 w 3545632"/>
              <a:gd name="connsiteY3" fmla="*/ 0 h 1187876"/>
              <a:gd name="connsiteX4" fmla="*/ 1660849 w 3545632"/>
              <a:gd name="connsiteY4" fmla="*/ 951722 h 1187876"/>
              <a:gd name="connsiteX5" fmla="*/ 2425249 w 3545632"/>
              <a:gd name="connsiteY5" fmla="*/ 989749 h 1187876"/>
              <a:gd name="connsiteX6" fmla="*/ 2500602 w 3545632"/>
              <a:gd name="connsiteY6" fmla="*/ 1119672 h 1187876"/>
              <a:gd name="connsiteX7" fmla="*/ 2500604 w 3545632"/>
              <a:gd name="connsiteY7" fmla="*/ 46653 h 1187876"/>
              <a:gd name="connsiteX8" fmla="*/ 3312368 w 3545632"/>
              <a:gd name="connsiteY8" fmla="*/ 46653 h 1187876"/>
              <a:gd name="connsiteX9" fmla="*/ 3303036 w 3545632"/>
              <a:gd name="connsiteY9" fmla="*/ 970384 h 1187876"/>
              <a:gd name="connsiteX10" fmla="*/ 3545632 w 3545632"/>
              <a:gd name="connsiteY10" fmla="*/ 979714 h 1187876"/>
              <a:gd name="connsiteX0" fmla="*/ 0 w 3545632"/>
              <a:gd name="connsiteY0" fmla="*/ 933060 h 1182986"/>
              <a:gd name="connsiteX1" fmla="*/ 793102 w 3545632"/>
              <a:gd name="connsiteY1" fmla="*/ 942392 h 1182986"/>
              <a:gd name="connsiteX2" fmla="*/ 802432 w 3545632"/>
              <a:gd name="connsiteY2" fmla="*/ 0 h 1182986"/>
              <a:gd name="connsiteX3" fmla="*/ 1670179 w 3545632"/>
              <a:gd name="connsiteY3" fmla="*/ 0 h 1182986"/>
              <a:gd name="connsiteX4" fmla="*/ 1660849 w 3545632"/>
              <a:gd name="connsiteY4" fmla="*/ 951722 h 1182986"/>
              <a:gd name="connsiteX5" fmla="*/ 2425249 w 3545632"/>
              <a:gd name="connsiteY5" fmla="*/ 961757 h 1182986"/>
              <a:gd name="connsiteX6" fmla="*/ 2500602 w 3545632"/>
              <a:gd name="connsiteY6" fmla="*/ 1119672 h 1182986"/>
              <a:gd name="connsiteX7" fmla="*/ 2500604 w 3545632"/>
              <a:gd name="connsiteY7" fmla="*/ 46653 h 1182986"/>
              <a:gd name="connsiteX8" fmla="*/ 3312368 w 3545632"/>
              <a:gd name="connsiteY8" fmla="*/ 46653 h 1182986"/>
              <a:gd name="connsiteX9" fmla="*/ 3303036 w 3545632"/>
              <a:gd name="connsiteY9" fmla="*/ 970384 h 1182986"/>
              <a:gd name="connsiteX10" fmla="*/ 3545632 w 3545632"/>
              <a:gd name="connsiteY10" fmla="*/ 979714 h 1182986"/>
              <a:gd name="connsiteX0" fmla="*/ 0 w 3545632"/>
              <a:gd name="connsiteY0" fmla="*/ 933060 h 1182986"/>
              <a:gd name="connsiteX1" fmla="*/ 793102 w 3545632"/>
              <a:gd name="connsiteY1" fmla="*/ 942392 h 1182986"/>
              <a:gd name="connsiteX2" fmla="*/ 802432 w 3545632"/>
              <a:gd name="connsiteY2" fmla="*/ 0 h 1182986"/>
              <a:gd name="connsiteX3" fmla="*/ 1670179 w 3545632"/>
              <a:gd name="connsiteY3" fmla="*/ 0 h 1182986"/>
              <a:gd name="connsiteX4" fmla="*/ 1660849 w 3545632"/>
              <a:gd name="connsiteY4" fmla="*/ 951722 h 1182986"/>
              <a:gd name="connsiteX5" fmla="*/ 2425249 w 3545632"/>
              <a:gd name="connsiteY5" fmla="*/ 961757 h 1182986"/>
              <a:gd name="connsiteX6" fmla="*/ 2500602 w 3545632"/>
              <a:gd name="connsiteY6" fmla="*/ 1119672 h 1182986"/>
              <a:gd name="connsiteX7" fmla="*/ 2500604 w 3545632"/>
              <a:gd name="connsiteY7" fmla="*/ 46653 h 1182986"/>
              <a:gd name="connsiteX8" fmla="*/ 3312368 w 3545632"/>
              <a:gd name="connsiteY8" fmla="*/ 46653 h 1182986"/>
              <a:gd name="connsiteX9" fmla="*/ 3303036 w 3545632"/>
              <a:gd name="connsiteY9" fmla="*/ 970384 h 1182986"/>
              <a:gd name="connsiteX10" fmla="*/ 3545632 w 3545632"/>
              <a:gd name="connsiteY10" fmla="*/ 979714 h 1182986"/>
              <a:gd name="connsiteX0" fmla="*/ 0 w 3545632"/>
              <a:gd name="connsiteY0" fmla="*/ 933060 h 1182986"/>
              <a:gd name="connsiteX1" fmla="*/ 577787 w 3545632"/>
              <a:gd name="connsiteY1" fmla="*/ 949882 h 1182986"/>
              <a:gd name="connsiteX2" fmla="*/ 793102 w 3545632"/>
              <a:gd name="connsiteY2" fmla="*/ 942392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577787 w 3545632"/>
              <a:gd name="connsiteY1" fmla="*/ 949882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668471 w 3545632"/>
              <a:gd name="connsiteY1" fmla="*/ 934768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668471 w 3545632"/>
              <a:gd name="connsiteY1" fmla="*/ 934768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668471 w 3545632"/>
              <a:gd name="connsiteY1" fmla="*/ 934768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668471 w 3545632"/>
              <a:gd name="connsiteY1" fmla="*/ 934768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712859 w 3545632"/>
              <a:gd name="connsiteY1" fmla="*/ 943646 h 1182986"/>
              <a:gd name="connsiteX2" fmla="*/ 808216 w 3545632"/>
              <a:gd name="connsiteY2" fmla="*/ 1176660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712859 w 3545632"/>
              <a:gd name="connsiteY1" fmla="*/ 943646 h 1182986"/>
              <a:gd name="connsiteX2" fmla="*/ 808216 w 3545632"/>
              <a:gd name="connsiteY2" fmla="*/ 1150027 h 1182986"/>
              <a:gd name="connsiteX3" fmla="*/ 802432 w 3545632"/>
              <a:gd name="connsiteY3" fmla="*/ 0 h 1182986"/>
              <a:gd name="connsiteX4" fmla="*/ 1670179 w 3545632"/>
              <a:gd name="connsiteY4" fmla="*/ 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33060 h 1182986"/>
              <a:gd name="connsiteX1" fmla="*/ 712859 w 3545632"/>
              <a:gd name="connsiteY1" fmla="*/ 943646 h 1182986"/>
              <a:gd name="connsiteX2" fmla="*/ 808216 w 3545632"/>
              <a:gd name="connsiteY2" fmla="*/ 1150027 h 1182986"/>
              <a:gd name="connsiteX3" fmla="*/ 802432 w 3545632"/>
              <a:gd name="connsiteY3" fmla="*/ 0 h 1182986"/>
              <a:gd name="connsiteX4" fmla="*/ 1670179 w 3545632"/>
              <a:gd name="connsiteY4" fmla="*/ 35510 h 1182986"/>
              <a:gd name="connsiteX5" fmla="*/ 1660849 w 3545632"/>
              <a:gd name="connsiteY5" fmla="*/ 951722 h 1182986"/>
              <a:gd name="connsiteX6" fmla="*/ 2425249 w 3545632"/>
              <a:gd name="connsiteY6" fmla="*/ 961757 h 1182986"/>
              <a:gd name="connsiteX7" fmla="*/ 2500602 w 3545632"/>
              <a:gd name="connsiteY7" fmla="*/ 1119672 h 1182986"/>
              <a:gd name="connsiteX8" fmla="*/ 2500604 w 3545632"/>
              <a:gd name="connsiteY8" fmla="*/ 46653 h 1182986"/>
              <a:gd name="connsiteX9" fmla="*/ 3312368 w 3545632"/>
              <a:gd name="connsiteY9" fmla="*/ 46653 h 1182986"/>
              <a:gd name="connsiteX10" fmla="*/ 3303036 w 3545632"/>
              <a:gd name="connsiteY10" fmla="*/ 970384 h 1182986"/>
              <a:gd name="connsiteX11" fmla="*/ 3545632 w 3545632"/>
              <a:gd name="connsiteY11" fmla="*/ 979714 h 1182986"/>
              <a:gd name="connsiteX0" fmla="*/ 0 w 3545632"/>
              <a:gd name="connsiteY0" fmla="*/ 906427 h 1156353"/>
              <a:gd name="connsiteX1" fmla="*/ 712859 w 3545632"/>
              <a:gd name="connsiteY1" fmla="*/ 917013 h 1156353"/>
              <a:gd name="connsiteX2" fmla="*/ 808216 w 3545632"/>
              <a:gd name="connsiteY2" fmla="*/ 1123394 h 1156353"/>
              <a:gd name="connsiteX3" fmla="*/ 802432 w 3545632"/>
              <a:gd name="connsiteY3" fmla="*/ 0 h 1156353"/>
              <a:gd name="connsiteX4" fmla="*/ 1670179 w 3545632"/>
              <a:gd name="connsiteY4" fmla="*/ 8877 h 1156353"/>
              <a:gd name="connsiteX5" fmla="*/ 1660849 w 3545632"/>
              <a:gd name="connsiteY5" fmla="*/ 925089 h 1156353"/>
              <a:gd name="connsiteX6" fmla="*/ 2425249 w 3545632"/>
              <a:gd name="connsiteY6" fmla="*/ 935124 h 1156353"/>
              <a:gd name="connsiteX7" fmla="*/ 2500602 w 3545632"/>
              <a:gd name="connsiteY7" fmla="*/ 1093039 h 1156353"/>
              <a:gd name="connsiteX8" fmla="*/ 2500604 w 3545632"/>
              <a:gd name="connsiteY8" fmla="*/ 20020 h 1156353"/>
              <a:gd name="connsiteX9" fmla="*/ 3312368 w 3545632"/>
              <a:gd name="connsiteY9" fmla="*/ 20020 h 1156353"/>
              <a:gd name="connsiteX10" fmla="*/ 3303036 w 3545632"/>
              <a:gd name="connsiteY10" fmla="*/ 943751 h 1156353"/>
              <a:gd name="connsiteX11" fmla="*/ 3545632 w 3545632"/>
              <a:gd name="connsiteY11" fmla="*/ 953081 h 1156353"/>
              <a:gd name="connsiteX0" fmla="*/ 0 w 3545632"/>
              <a:gd name="connsiteY0" fmla="*/ 897550 h 1147476"/>
              <a:gd name="connsiteX1" fmla="*/ 712859 w 3545632"/>
              <a:gd name="connsiteY1" fmla="*/ 908136 h 1147476"/>
              <a:gd name="connsiteX2" fmla="*/ 808216 w 3545632"/>
              <a:gd name="connsiteY2" fmla="*/ 1114517 h 1147476"/>
              <a:gd name="connsiteX3" fmla="*/ 802432 w 3545632"/>
              <a:gd name="connsiteY3" fmla="*/ 17756 h 1147476"/>
              <a:gd name="connsiteX4" fmla="*/ 1670179 w 3545632"/>
              <a:gd name="connsiteY4" fmla="*/ 0 h 1147476"/>
              <a:gd name="connsiteX5" fmla="*/ 1660849 w 3545632"/>
              <a:gd name="connsiteY5" fmla="*/ 916212 h 1147476"/>
              <a:gd name="connsiteX6" fmla="*/ 2425249 w 3545632"/>
              <a:gd name="connsiteY6" fmla="*/ 926247 h 1147476"/>
              <a:gd name="connsiteX7" fmla="*/ 2500602 w 3545632"/>
              <a:gd name="connsiteY7" fmla="*/ 1084162 h 1147476"/>
              <a:gd name="connsiteX8" fmla="*/ 2500604 w 3545632"/>
              <a:gd name="connsiteY8" fmla="*/ 11143 h 1147476"/>
              <a:gd name="connsiteX9" fmla="*/ 3312368 w 3545632"/>
              <a:gd name="connsiteY9" fmla="*/ 11143 h 1147476"/>
              <a:gd name="connsiteX10" fmla="*/ 3303036 w 3545632"/>
              <a:gd name="connsiteY10" fmla="*/ 934874 h 1147476"/>
              <a:gd name="connsiteX11" fmla="*/ 3545632 w 3545632"/>
              <a:gd name="connsiteY11" fmla="*/ 944204 h 1147476"/>
              <a:gd name="connsiteX0" fmla="*/ 0 w 3545632"/>
              <a:gd name="connsiteY0" fmla="*/ 886407 h 1136333"/>
              <a:gd name="connsiteX1" fmla="*/ 712859 w 3545632"/>
              <a:gd name="connsiteY1" fmla="*/ 896993 h 1136333"/>
              <a:gd name="connsiteX2" fmla="*/ 808216 w 3545632"/>
              <a:gd name="connsiteY2" fmla="*/ 1103374 h 1136333"/>
              <a:gd name="connsiteX3" fmla="*/ 802432 w 3545632"/>
              <a:gd name="connsiteY3" fmla="*/ 6613 h 1136333"/>
              <a:gd name="connsiteX4" fmla="*/ 1670179 w 3545632"/>
              <a:gd name="connsiteY4" fmla="*/ 15490 h 1136333"/>
              <a:gd name="connsiteX5" fmla="*/ 1660849 w 3545632"/>
              <a:gd name="connsiteY5" fmla="*/ 905069 h 1136333"/>
              <a:gd name="connsiteX6" fmla="*/ 2425249 w 3545632"/>
              <a:gd name="connsiteY6" fmla="*/ 915104 h 1136333"/>
              <a:gd name="connsiteX7" fmla="*/ 2500602 w 3545632"/>
              <a:gd name="connsiteY7" fmla="*/ 1073019 h 1136333"/>
              <a:gd name="connsiteX8" fmla="*/ 2500604 w 3545632"/>
              <a:gd name="connsiteY8" fmla="*/ 0 h 1136333"/>
              <a:gd name="connsiteX9" fmla="*/ 3312368 w 3545632"/>
              <a:gd name="connsiteY9" fmla="*/ 0 h 1136333"/>
              <a:gd name="connsiteX10" fmla="*/ 3303036 w 3545632"/>
              <a:gd name="connsiteY10" fmla="*/ 923731 h 1136333"/>
              <a:gd name="connsiteX11" fmla="*/ 3545632 w 3545632"/>
              <a:gd name="connsiteY11" fmla="*/ 933061 h 1136333"/>
              <a:gd name="connsiteX0" fmla="*/ 0 w 3545632"/>
              <a:gd name="connsiteY0" fmla="*/ 888672 h 1138598"/>
              <a:gd name="connsiteX1" fmla="*/ 712859 w 3545632"/>
              <a:gd name="connsiteY1" fmla="*/ 899258 h 1138598"/>
              <a:gd name="connsiteX2" fmla="*/ 808216 w 3545632"/>
              <a:gd name="connsiteY2" fmla="*/ 1105639 h 1138598"/>
              <a:gd name="connsiteX3" fmla="*/ 802432 w 3545632"/>
              <a:gd name="connsiteY3" fmla="*/ 8878 h 1138598"/>
              <a:gd name="connsiteX4" fmla="*/ 1670179 w 3545632"/>
              <a:gd name="connsiteY4" fmla="*/ 0 h 1138598"/>
              <a:gd name="connsiteX5" fmla="*/ 1660849 w 3545632"/>
              <a:gd name="connsiteY5" fmla="*/ 907334 h 1138598"/>
              <a:gd name="connsiteX6" fmla="*/ 2425249 w 3545632"/>
              <a:gd name="connsiteY6" fmla="*/ 917369 h 1138598"/>
              <a:gd name="connsiteX7" fmla="*/ 2500602 w 3545632"/>
              <a:gd name="connsiteY7" fmla="*/ 1075284 h 1138598"/>
              <a:gd name="connsiteX8" fmla="*/ 2500604 w 3545632"/>
              <a:gd name="connsiteY8" fmla="*/ 2265 h 1138598"/>
              <a:gd name="connsiteX9" fmla="*/ 3312368 w 3545632"/>
              <a:gd name="connsiteY9" fmla="*/ 2265 h 1138598"/>
              <a:gd name="connsiteX10" fmla="*/ 3303036 w 3545632"/>
              <a:gd name="connsiteY10" fmla="*/ 925996 h 1138598"/>
              <a:gd name="connsiteX11" fmla="*/ 3545632 w 3545632"/>
              <a:gd name="connsiteY11" fmla="*/ 935326 h 1138598"/>
              <a:gd name="connsiteX0" fmla="*/ 0 w 3545632"/>
              <a:gd name="connsiteY0" fmla="*/ 888672 h 1138598"/>
              <a:gd name="connsiteX1" fmla="*/ 668035 w 3545632"/>
              <a:gd name="connsiteY1" fmla="*/ 899258 h 1138598"/>
              <a:gd name="connsiteX2" fmla="*/ 808216 w 3545632"/>
              <a:gd name="connsiteY2" fmla="*/ 1105639 h 1138598"/>
              <a:gd name="connsiteX3" fmla="*/ 802432 w 3545632"/>
              <a:gd name="connsiteY3" fmla="*/ 8878 h 1138598"/>
              <a:gd name="connsiteX4" fmla="*/ 1670179 w 3545632"/>
              <a:gd name="connsiteY4" fmla="*/ 0 h 1138598"/>
              <a:gd name="connsiteX5" fmla="*/ 1660849 w 3545632"/>
              <a:gd name="connsiteY5" fmla="*/ 907334 h 1138598"/>
              <a:gd name="connsiteX6" fmla="*/ 2425249 w 3545632"/>
              <a:gd name="connsiteY6" fmla="*/ 917369 h 1138598"/>
              <a:gd name="connsiteX7" fmla="*/ 2500602 w 3545632"/>
              <a:gd name="connsiteY7" fmla="*/ 1075284 h 1138598"/>
              <a:gd name="connsiteX8" fmla="*/ 2500604 w 3545632"/>
              <a:gd name="connsiteY8" fmla="*/ 2265 h 1138598"/>
              <a:gd name="connsiteX9" fmla="*/ 3312368 w 3545632"/>
              <a:gd name="connsiteY9" fmla="*/ 2265 h 1138598"/>
              <a:gd name="connsiteX10" fmla="*/ 3303036 w 3545632"/>
              <a:gd name="connsiteY10" fmla="*/ 925996 h 1138598"/>
              <a:gd name="connsiteX11" fmla="*/ 3545632 w 3545632"/>
              <a:gd name="connsiteY11" fmla="*/ 935326 h 1138598"/>
              <a:gd name="connsiteX0" fmla="*/ 0 w 3545632"/>
              <a:gd name="connsiteY0" fmla="*/ 888672 h 1138598"/>
              <a:gd name="connsiteX1" fmla="*/ 694930 w 3545632"/>
              <a:gd name="connsiteY1" fmla="*/ 899258 h 1138598"/>
              <a:gd name="connsiteX2" fmla="*/ 808216 w 3545632"/>
              <a:gd name="connsiteY2" fmla="*/ 1105639 h 1138598"/>
              <a:gd name="connsiteX3" fmla="*/ 802432 w 3545632"/>
              <a:gd name="connsiteY3" fmla="*/ 8878 h 1138598"/>
              <a:gd name="connsiteX4" fmla="*/ 1670179 w 3545632"/>
              <a:gd name="connsiteY4" fmla="*/ 0 h 1138598"/>
              <a:gd name="connsiteX5" fmla="*/ 1660849 w 3545632"/>
              <a:gd name="connsiteY5" fmla="*/ 907334 h 1138598"/>
              <a:gd name="connsiteX6" fmla="*/ 2425249 w 3545632"/>
              <a:gd name="connsiteY6" fmla="*/ 917369 h 1138598"/>
              <a:gd name="connsiteX7" fmla="*/ 2500602 w 3545632"/>
              <a:gd name="connsiteY7" fmla="*/ 1075284 h 1138598"/>
              <a:gd name="connsiteX8" fmla="*/ 2500604 w 3545632"/>
              <a:gd name="connsiteY8" fmla="*/ 2265 h 1138598"/>
              <a:gd name="connsiteX9" fmla="*/ 3312368 w 3545632"/>
              <a:gd name="connsiteY9" fmla="*/ 2265 h 1138598"/>
              <a:gd name="connsiteX10" fmla="*/ 3303036 w 3545632"/>
              <a:gd name="connsiteY10" fmla="*/ 925996 h 1138598"/>
              <a:gd name="connsiteX11" fmla="*/ 3545632 w 3545632"/>
              <a:gd name="connsiteY11" fmla="*/ 935326 h 1138598"/>
              <a:gd name="connsiteX0" fmla="*/ 0 w 3545632"/>
              <a:gd name="connsiteY0" fmla="*/ 888672 h 1105639"/>
              <a:gd name="connsiteX1" fmla="*/ 694930 w 3545632"/>
              <a:gd name="connsiteY1" fmla="*/ 899258 h 1105639"/>
              <a:gd name="connsiteX2" fmla="*/ 808216 w 3545632"/>
              <a:gd name="connsiteY2" fmla="*/ 1105639 h 1105639"/>
              <a:gd name="connsiteX3" fmla="*/ 802432 w 3545632"/>
              <a:gd name="connsiteY3" fmla="*/ 8878 h 1105639"/>
              <a:gd name="connsiteX4" fmla="*/ 1670179 w 3545632"/>
              <a:gd name="connsiteY4" fmla="*/ 0 h 1105639"/>
              <a:gd name="connsiteX5" fmla="*/ 1660849 w 3545632"/>
              <a:gd name="connsiteY5" fmla="*/ 907334 h 1105639"/>
              <a:gd name="connsiteX6" fmla="*/ 2425249 w 3545632"/>
              <a:gd name="connsiteY6" fmla="*/ 917369 h 1105639"/>
              <a:gd name="connsiteX7" fmla="*/ 2500604 w 3545632"/>
              <a:gd name="connsiteY7" fmla="*/ 2265 h 1105639"/>
              <a:gd name="connsiteX8" fmla="*/ 3312368 w 3545632"/>
              <a:gd name="connsiteY8" fmla="*/ 2265 h 1105639"/>
              <a:gd name="connsiteX9" fmla="*/ 3303036 w 3545632"/>
              <a:gd name="connsiteY9" fmla="*/ 925996 h 1105639"/>
              <a:gd name="connsiteX10" fmla="*/ 3545632 w 3545632"/>
              <a:gd name="connsiteY10" fmla="*/ 935326 h 1105639"/>
              <a:gd name="connsiteX0" fmla="*/ 0 w 3545632"/>
              <a:gd name="connsiteY0" fmla="*/ 888672 h 1105639"/>
              <a:gd name="connsiteX1" fmla="*/ 694930 w 3545632"/>
              <a:gd name="connsiteY1" fmla="*/ 899258 h 1105639"/>
              <a:gd name="connsiteX2" fmla="*/ 808216 w 3545632"/>
              <a:gd name="connsiteY2" fmla="*/ 1105639 h 1105639"/>
              <a:gd name="connsiteX3" fmla="*/ 802432 w 3545632"/>
              <a:gd name="connsiteY3" fmla="*/ 8878 h 1105639"/>
              <a:gd name="connsiteX4" fmla="*/ 1670179 w 3545632"/>
              <a:gd name="connsiteY4" fmla="*/ 0 h 1105639"/>
              <a:gd name="connsiteX5" fmla="*/ 1660849 w 3545632"/>
              <a:gd name="connsiteY5" fmla="*/ 907334 h 1105639"/>
              <a:gd name="connsiteX6" fmla="*/ 2469316 w 3545632"/>
              <a:gd name="connsiteY6" fmla="*/ 928386 h 1105639"/>
              <a:gd name="connsiteX7" fmla="*/ 2500604 w 3545632"/>
              <a:gd name="connsiteY7" fmla="*/ 2265 h 1105639"/>
              <a:gd name="connsiteX8" fmla="*/ 3312368 w 3545632"/>
              <a:gd name="connsiteY8" fmla="*/ 2265 h 1105639"/>
              <a:gd name="connsiteX9" fmla="*/ 3303036 w 3545632"/>
              <a:gd name="connsiteY9" fmla="*/ 925996 h 1105639"/>
              <a:gd name="connsiteX10" fmla="*/ 3545632 w 3545632"/>
              <a:gd name="connsiteY10" fmla="*/ 935326 h 1105639"/>
              <a:gd name="connsiteX0" fmla="*/ 0 w 3545632"/>
              <a:gd name="connsiteY0" fmla="*/ 888672 h 1105639"/>
              <a:gd name="connsiteX1" fmla="*/ 694930 w 3545632"/>
              <a:gd name="connsiteY1" fmla="*/ 899258 h 1105639"/>
              <a:gd name="connsiteX2" fmla="*/ 808216 w 3545632"/>
              <a:gd name="connsiteY2" fmla="*/ 1105639 h 1105639"/>
              <a:gd name="connsiteX3" fmla="*/ 802432 w 3545632"/>
              <a:gd name="connsiteY3" fmla="*/ 8878 h 1105639"/>
              <a:gd name="connsiteX4" fmla="*/ 1670179 w 3545632"/>
              <a:gd name="connsiteY4" fmla="*/ 0 h 1105639"/>
              <a:gd name="connsiteX5" fmla="*/ 1660849 w 3545632"/>
              <a:gd name="connsiteY5" fmla="*/ 907334 h 1105639"/>
              <a:gd name="connsiteX6" fmla="*/ 2469316 w 3545632"/>
              <a:gd name="connsiteY6" fmla="*/ 928386 h 1105639"/>
              <a:gd name="connsiteX7" fmla="*/ 2500604 w 3545632"/>
              <a:gd name="connsiteY7" fmla="*/ 2265 h 1105639"/>
              <a:gd name="connsiteX8" fmla="*/ 3312368 w 3545632"/>
              <a:gd name="connsiteY8" fmla="*/ 2265 h 1105639"/>
              <a:gd name="connsiteX9" fmla="*/ 3303036 w 3545632"/>
              <a:gd name="connsiteY9" fmla="*/ 925996 h 1105639"/>
              <a:gd name="connsiteX10" fmla="*/ 3545632 w 3545632"/>
              <a:gd name="connsiteY10" fmla="*/ 935326 h 1105639"/>
              <a:gd name="connsiteX0" fmla="*/ 0 w 3545632"/>
              <a:gd name="connsiteY0" fmla="*/ 888672 h 1105639"/>
              <a:gd name="connsiteX1" fmla="*/ 694930 w 3545632"/>
              <a:gd name="connsiteY1" fmla="*/ 899258 h 1105639"/>
              <a:gd name="connsiteX2" fmla="*/ 808216 w 3545632"/>
              <a:gd name="connsiteY2" fmla="*/ 1105639 h 1105639"/>
              <a:gd name="connsiteX3" fmla="*/ 802432 w 3545632"/>
              <a:gd name="connsiteY3" fmla="*/ 8878 h 1105639"/>
              <a:gd name="connsiteX4" fmla="*/ 1670179 w 3545632"/>
              <a:gd name="connsiteY4" fmla="*/ 0 h 1105639"/>
              <a:gd name="connsiteX5" fmla="*/ 1660849 w 3545632"/>
              <a:gd name="connsiteY5" fmla="*/ 907334 h 1105639"/>
              <a:gd name="connsiteX6" fmla="*/ 2502367 w 3545632"/>
              <a:gd name="connsiteY6" fmla="*/ 928386 h 1105639"/>
              <a:gd name="connsiteX7" fmla="*/ 2500604 w 3545632"/>
              <a:gd name="connsiteY7" fmla="*/ 2265 h 1105639"/>
              <a:gd name="connsiteX8" fmla="*/ 3312368 w 3545632"/>
              <a:gd name="connsiteY8" fmla="*/ 2265 h 1105639"/>
              <a:gd name="connsiteX9" fmla="*/ 3303036 w 3545632"/>
              <a:gd name="connsiteY9" fmla="*/ 925996 h 1105639"/>
              <a:gd name="connsiteX10" fmla="*/ 3545632 w 3545632"/>
              <a:gd name="connsiteY10" fmla="*/ 935326 h 1105639"/>
              <a:gd name="connsiteX0" fmla="*/ 0 w 3545632"/>
              <a:gd name="connsiteY0" fmla="*/ 888672 h 1105639"/>
              <a:gd name="connsiteX1" fmla="*/ 694930 w 3545632"/>
              <a:gd name="connsiteY1" fmla="*/ 899258 h 1105639"/>
              <a:gd name="connsiteX2" fmla="*/ 808216 w 3545632"/>
              <a:gd name="connsiteY2" fmla="*/ 1105639 h 1105639"/>
              <a:gd name="connsiteX3" fmla="*/ 802432 w 3545632"/>
              <a:gd name="connsiteY3" fmla="*/ 8878 h 1105639"/>
              <a:gd name="connsiteX4" fmla="*/ 1670179 w 3545632"/>
              <a:gd name="connsiteY4" fmla="*/ 0 h 1105639"/>
              <a:gd name="connsiteX5" fmla="*/ 1660849 w 3545632"/>
              <a:gd name="connsiteY5" fmla="*/ 907334 h 1105639"/>
              <a:gd name="connsiteX6" fmla="*/ 2502367 w 3545632"/>
              <a:gd name="connsiteY6" fmla="*/ 928386 h 1105639"/>
              <a:gd name="connsiteX7" fmla="*/ 2500604 w 3545632"/>
              <a:gd name="connsiteY7" fmla="*/ 2265 h 1105639"/>
              <a:gd name="connsiteX8" fmla="*/ 3312368 w 3545632"/>
              <a:gd name="connsiteY8" fmla="*/ 2265 h 1105639"/>
              <a:gd name="connsiteX9" fmla="*/ 3303036 w 3545632"/>
              <a:gd name="connsiteY9" fmla="*/ 925996 h 1105639"/>
              <a:gd name="connsiteX10" fmla="*/ 3545632 w 3545632"/>
              <a:gd name="connsiteY10" fmla="*/ 935326 h 110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45632" h="1105639">
                <a:moveTo>
                  <a:pt x="0" y="888672"/>
                </a:moveTo>
                <a:cubicBezTo>
                  <a:pt x="222824" y="889241"/>
                  <a:pt x="472106" y="898689"/>
                  <a:pt x="694930" y="899258"/>
                </a:cubicBezTo>
                <a:cubicBezTo>
                  <a:pt x="786855" y="972332"/>
                  <a:pt x="761634" y="1025008"/>
                  <a:pt x="808216" y="1105639"/>
                </a:cubicBezTo>
                <a:lnTo>
                  <a:pt x="802432" y="8878"/>
                </a:lnTo>
                <a:lnTo>
                  <a:pt x="1670179" y="0"/>
                </a:lnTo>
                <a:lnTo>
                  <a:pt x="1660849" y="907334"/>
                </a:lnTo>
                <a:cubicBezTo>
                  <a:pt x="1889331" y="924557"/>
                  <a:pt x="2325085" y="919055"/>
                  <a:pt x="2502367" y="928386"/>
                </a:cubicBezTo>
                <a:cubicBezTo>
                  <a:pt x="2521140" y="766524"/>
                  <a:pt x="2495970" y="209867"/>
                  <a:pt x="2500604" y="2265"/>
                </a:cubicBezTo>
                <a:lnTo>
                  <a:pt x="3312368" y="2265"/>
                </a:lnTo>
                <a:cubicBezTo>
                  <a:pt x="3309257" y="310175"/>
                  <a:pt x="3306147" y="618086"/>
                  <a:pt x="3303036" y="925996"/>
                </a:cubicBezTo>
                <a:lnTo>
                  <a:pt x="3545632" y="935326"/>
                </a:lnTo>
              </a:path>
            </a:pathLst>
          </a:custGeom>
          <a:noFill/>
          <a:ln w="38100"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6C9B889-6610-453B-AD42-66DD0080090C}"/>
              </a:ext>
            </a:extLst>
          </p:cNvPr>
          <p:cNvSpPr/>
          <p:nvPr/>
        </p:nvSpPr>
        <p:spPr>
          <a:xfrm>
            <a:off x="5822303" y="3741573"/>
            <a:ext cx="3601616" cy="1483568"/>
          </a:xfrm>
          <a:custGeom>
            <a:avLst/>
            <a:gdLst>
              <a:gd name="connsiteX0" fmla="*/ 0 w 3489649"/>
              <a:gd name="connsiteY0" fmla="*/ 961053 h 1576874"/>
              <a:gd name="connsiteX1" fmla="*/ 755780 w 3489649"/>
              <a:gd name="connsiteY1" fmla="*/ 970384 h 1576874"/>
              <a:gd name="connsiteX2" fmla="*/ 765111 w 3489649"/>
              <a:gd name="connsiteY2" fmla="*/ 0 h 1576874"/>
              <a:gd name="connsiteX3" fmla="*/ 1576874 w 3489649"/>
              <a:gd name="connsiteY3" fmla="*/ 251927 h 1576874"/>
              <a:gd name="connsiteX4" fmla="*/ 1660849 w 3489649"/>
              <a:gd name="connsiteY4" fmla="*/ 1576874 h 1576874"/>
              <a:gd name="connsiteX5" fmla="*/ 2565919 w 3489649"/>
              <a:gd name="connsiteY5" fmla="*/ 970384 h 1576874"/>
              <a:gd name="connsiteX6" fmla="*/ 2547258 w 3489649"/>
              <a:gd name="connsiteY6" fmla="*/ 65315 h 1576874"/>
              <a:gd name="connsiteX7" fmla="*/ 3228392 w 3489649"/>
              <a:gd name="connsiteY7" fmla="*/ 401217 h 1576874"/>
              <a:gd name="connsiteX8" fmla="*/ 3275045 w 3489649"/>
              <a:gd name="connsiteY8" fmla="*/ 1474237 h 1576874"/>
              <a:gd name="connsiteX9" fmla="*/ 3489649 w 3489649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875453 w 3526971"/>
              <a:gd name="connsiteY3" fmla="*/ 345234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474237"/>
              <a:gd name="connsiteX1" fmla="*/ 793102 w 3526971"/>
              <a:gd name="connsiteY1" fmla="*/ 970384 h 1474237"/>
              <a:gd name="connsiteX2" fmla="*/ 802433 w 3526971"/>
              <a:gd name="connsiteY2" fmla="*/ 0 h 1474237"/>
              <a:gd name="connsiteX3" fmla="*/ 1875453 w 3526971"/>
              <a:gd name="connsiteY3" fmla="*/ 345234 h 1474237"/>
              <a:gd name="connsiteX4" fmla="*/ 1950098 w 3526971"/>
              <a:gd name="connsiteY4" fmla="*/ 1446246 h 1474237"/>
              <a:gd name="connsiteX5" fmla="*/ 2603241 w 3526971"/>
              <a:gd name="connsiteY5" fmla="*/ 970384 h 1474237"/>
              <a:gd name="connsiteX6" fmla="*/ 2584580 w 3526971"/>
              <a:gd name="connsiteY6" fmla="*/ 65315 h 1474237"/>
              <a:gd name="connsiteX7" fmla="*/ 3265714 w 3526971"/>
              <a:gd name="connsiteY7" fmla="*/ 401217 h 1474237"/>
              <a:gd name="connsiteX8" fmla="*/ 3312367 w 3526971"/>
              <a:gd name="connsiteY8" fmla="*/ 1474237 h 1474237"/>
              <a:gd name="connsiteX9" fmla="*/ 3526971 w 3526971"/>
              <a:gd name="connsiteY9" fmla="*/ 1138335 h 1474237"/>
              <a:gd name="connsiteX0" fmla="*/ 0 w 3526971"/>
              <a:gd name="connsiteY0" fmla="*/ 1315617 h 1483568"/>
              <a:gd name="connsiteX1" fmla="*/ 793102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718457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830424 w 3526971"/>
              <a:gd name="connsiteY1" fmla="*/ 979715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82147 w 3526971"/>
              <a:gd name="connsiteY3" fmla="*/ 373226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359020 w 3526971"/>
              <a:gd name="connsiteY7" fmla="*/ 438540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483568"/>
              <a:gd name="connsiteX1" fmla="*/ 830424 w 3526971"/>
              <a:gd name="connsiteY1" fmla="*/ 998376 h 1483568"/>
              <a:gd name="connsiteX2" fmla="*/ 839756 w 3526971"/>
              <a:gd name="connsiteY2" fmla="*/ 0 h 1483568"/>
              <a:gd name="connsiteX3" fmla="*/ 1679510 w 3526971"/>
              <a:gd name="connsiteY3" fmla="*/ 307911 h 1483568"/>
              <a:gd name="connsiteX4" fmla="*/ 1679510 w 3526971"/>
              <a:gd name="connsiteY4" fmla="*/ 1446247 h 1483568"/>
              <a:gd name="connsiteX5" fmla="*/ 2603241 w 3526971"/>
              <a:gd name="connsiteY5" fmla="*/ 998376 h 1483568"/>
              <a:gd name="connsiteX6" fmla="*/ 2584580 w 3526971"/>
              <a:gd name="connsiteY6" fmla="*/ 93307 h 1483568"/>
              <a:gd name="connsiteX7" fmla="*/ 3359020 w 3526971"/>
              <a:gd name="connsiteY7" fmla="*/ 438540 h 1483568"/>
              <a:gd name="connsiteX8" fmla="*/ 3377681 w 3526971"/>
              <a:gd name="connsiteY8" fmla="*/ 1483568 h 1483568"/>
              <a:gd name="connsiteX9" fmla="*/ 3526971 w 3526971"/>
              <a:gd name="connsiteY9" fmla="*/ 1166327 h 1483568"/>
              <a:gd name="connsiteX0" fmla="*/ 0 w 3573624"/>
              <a:gd name="connsiteY0" fmla="*/ 1334278 h 1483568"/>
              <a:gd name="connsiteX1" fmla="*/ 830424 w 3573624"/>
              <a:gd name="connsiteY1" fmla="*/ 998376 h 1483568"/>
              <a:gd name="connsiteX2" fmla="*/ 839756 w 3573624"/>
              <a:gd name="connsiteY2" fmla="*/ 0 h 1483568"/>
              <a:gd name="connsiteX3" fmla="*/ 1679510 w 3573624"/>
              <a:gd name="connsiteY3" fmla="*/ 307911 h 1483568"/>
              <a:gd name="connsiteX4" fmla="*/ 1679510 w 3573624"/>
              <a:gd name="connsiteY4" fmla="*/ 1446247 h 1483568"/>
              <a:gd name="connsiteX5" fmla="*/ 2603241 w 3573624"/>
              <a:gd name="connsiteY5" fmla="*/ 998376 h 1483568"/>
              <a:gd name="connsiteX6" fmla="*/ 2584580 w 3573624"/>
              <a:gd name="connsiteY6" fmla="*/ 93307 h 1483568"/>
              <a:gd name="connsiteX7" fmla="*/ 3359020 w 3573624"/>
              <a:gd name="connsiteY7" fmla="*/ 438540 h 1483568"/>
              <a:gd name="connsiteX8" fmla="*/ 3377681 w 3573624"/>
              <a:gd name="connsiteY8" fmla="*/ 1483568 h 1483568"/>
              <a:gd name="connsiteX9" fmla="*/ 3573624 w 3573624"/>
              <a:gd name="connsiteY9" fmla="*/ 1184989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84579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38774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01616" h="1483568">
                <a:moveTo>
                  <a:pt x="0" y="1334278"/>
                </a:moveTo>
                <a:cubicBezTo>
                  <a:pt x="233266" y="1150776"/>
                  <a:pt x="559835" y="1060580"/>
                  <a:pt x="830424" y="998376"/>
                </a:cubicBezTo>
                <a:cubicBezTo>
                  <a:pt x="833534" y="674915"/>
                  <a:pt x="836646" y="323461"/>
                  <a:pt x="839756" y="0"/>
                </a:cubicBezTo>
                <a:lnTo>
                  <a:pt x="1642188" y="307911"/>
                </a:lnTo>
                <a:cubicBezTo>
                  <a:pt x="1645298" y="671805"/>
                  <a:pt x="1648408" y="1082353"/>
                  <a:pt x="1651518" y="1446247"/>
                </a:cubicBezTo>
                <a:cubicBezTo>
                  <a:pt x="1912775" y="1212981"/>
                  <a:pt x="2202802" y="1073023"/>
                  <a:pt x="2557365" y="979716"/>
                </a:cubicBezTo>
                <a:cubicBezTo>
                  <a:pt x="2557365" y="681136"/>
                  <a:pt x="2553608" y="366876"/>
                  <a:pt x="2553608" y="68296"/>
                </a:cubicBezTo>
                <a:lnTo>
                  <a:pt x="3333620" y="387740"/>
                </a:lnTo>
                <a:cubicBezTo>
                  <a:pt x="3333490" y="733966"/>
                  <a:pt x="3333361" y="1137342"/>
                  <a:pt x="3333231" y="1483568"/>
                </a:cubicBezTo>
                <a:cubicBezTo>
                  <a:pt x="3454529" y="1306287"/>
                  <a:pt x="3508310" y="1287626"/>
                  <a:pt x="3601616" y="120365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5A067E5-BAA6-49A4-9310-3460197668D2}"/>
              </a:ext>
            </a:extLst>
          </p:cNvPr>
          <p:cNvSpPr txBox="1"/>
          <p:nvPr/>
        </p:nvSpPr>
        <p:spPr>
          <a:xfrm>
            <a:off x="5051747" y="46286"/>
            <a:ext cx="4845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IS VENTILATION APPROPRIATE?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E55423-0CAE-42C2-83C6-863C9641BCED}"/>
              </a:ext>
            </a:extLst>
          </p:cNvPr>
          <p:cNvSpPr txBox="1"/>
          <p:nvPr/>
        </p:nvSpPr>
        <p:spPr>
          <a:xfrm>
            <a:off x="197047" y="3505075"/>
            <a:ext cx="346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Is patient triggering breaths?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5A65725-659A-4061-AB3F-FDB3B291A363}"/>
              </a:ext>
            </a:extLst>
          </p:cNvPr>
          <p:cNvSpPr/>
          <p:nvPr/>
        </p:nvSpPr>
        <p:spPr>
          <a:xfrm>
            <a:off x="6360567" y="2698481"/>
            <a:ext cx="500881" cy="640487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D5F44327-D2A6-4F5D-95B6-DE6982FF5674}"/>
              </a:ext>
            </a:extLst>
          </p:cNvPr>
          <p:cNvCxnSpPr>
            <a:cxnSpLocks/>
            <a:stCxn id="3" idx="2"/>
          </p:cNvCxnSpPr>
          <p:nvPr/>
        </p:nvCxnSpPr>
        <p:spPr>
          <a:xfrm rot="16200000" flipH="1">
            <a:off x="2158517" y="3674531"/>
            <a:ext cx="340020" cy="80132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EF082B0A-A9CA-4C1B-A346-85385616D2B3}"/>
              </a:ext>
            </a:extLst>
          </p:cNvPr>
          <p:cNvCxnSpPr>
            <a:cxnSpLocks/>
            <a:stCxn id="3" idx="2"/>
          </p:cNvCxnSpPr>
          <p:nvPr/>
        </p:nvCxnSpPr>
        <p:spPr>
          <a:xfrm rot="5400000">
            <a:off x="1295556" y="3612898"/>
            <a:ext cx="340020" cy="92459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464BE7F-0F58-4C5A-ABB0-7D356D8D10B3}"/>
              </a:ext>
            </a:extLst>
          </p:cNvPr>
          <p:cNvSpPr txBox="1"/>
          <p:nvPr/>
        </p:nvSpPr>
        <p:spPr>
          <a:xfrm>
            <a:off x="140546" y="4731529"/>
            <a:ext cx="17220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Adjust ventilator settings</a:t>
            </a:r>
          </a:p>
          <a:p>
            <a:pPr algn="ctr"/>
            <a:endParaRPr lang="en-US" sz="800" dirty="0">
              <a:solidFill>
                <a:srgbClr val="FF0000"/>
              </a:solidFill>
            </a:endParaRPr>
          </a:p>
          <a:p>
            <a:pPr algn="ctr"/>
            <a:r>
              <a:rPr lang="en-US" sz="1600" dirty="0">
                <a:solidFill>
                  <a:srgbClr val="FF0000"/>
                </a:solidFill>
              </a:rPr>
              <a:t>V</a:t>
            </a:r>
            <a:r>
              <a:rPr lang="en-US" sz="1600" baseline="-25000" dirty="0">
                <a:solidFill>
                  <a:srgbClr val="FF0000"/>
                </a:solidFill>
              </a:rPr>
              <a:t>E</a:t>
            </a:r>
            <a:r>
              <a:rPr lang="en-US" sz="1600" dirty="0">
                <a:solidFill>
                  <a:srgbClr val="FF0000"/>
                </a:solidFill>
              </a:rPr>
              <a:t xml:space="preserve"> = V</a:t>
            </a:r>
            <a:r>
              <a:rPr lang="en-US" sz="1600" baseline="-25000" dirty="0">
                <a:solidFill>
                  <a:srgbClr val="FF0000"/>
                </a:solidFill>
              </a:rPr>
              <a:t>T</a:t>
            </a:r>
            <a:r>
              <a:rPr lang="en-US" sz="1600" dirty="0">
                <a:solidFill>
                  <a:srgbClr val="FF0000"/>
                </a:solidFill>
              </a:rPr>
              <a:t xml:space="preserve"> x RR</a:t>
            </a:r>
          </a:p>
        </p:txBody>
      </p:sp>
      <p:sp>
        <p:nvSpPr>
          <p:cNvPr id="15" name="Yes">
            <a:extLst>
              <a:ext uri="{FF2B5EF4-FFF2-40B4-BE49-F238E27FC236}">
                <a16:creationId xmlns:a16="http://schemas.microsoft.com/office/drawing/2014/main" id="{2975AA90-E58D-4698-895E-44E9AE3F7705}"/>
              </a:ext>
            </a:extLst>
          </p:cNvPr>
          <p:cNvSpPr/>
          <p:nvPr/>
        </p:nvSpPr>
        <p:spPr>
          <a:xfrm>
            <a:off x="2441417" y="4245202"/>
            <a:ext cx="575549" cy="408993"/>
          </a:xfrm>
          <a:prstGeom prst="roundRect">
            <a:avLst/>
          </a:prstGeom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sp>
        <p:nvSpPr>
          <p:cNvPr id="67" name="No">
            <a:extLst>
              <a:ext uri="{FF2B5EF4-FFF2-40B4-BE49-F238E27FC236}">
                <a16:creationId xmlns:a16="http://schemas.microsoft.com/office/drawing/2014/main" id="{3E369F6E-80A6-4CF3-8770-1DADB8CFD70D}"/>
              </a:ext>
            </a:extLst>
          </p:cNvPr>
          <p:cNvSpPr/>
          <p:nvPr/>
        </p:nvSpPr>
        <p:spPr>
          <a:xfrm>
            <a:off x="725461" y="4245202"/>
            <a:ext cx="551488" cy="398354"/>
          </a:xfrm>
          <a:prstGeom prst="roundRect">
            <a:avLst/>
          </a:prstGeom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AE85D8-7D72-344C-ACF9-6B82AD06AFB7}"/>
              </a:ext>
            </a:extLst>
          </p:cNvPr>
          <p:cNvSpPr/>
          <p:nvPr/>
        </p:nvSpPr>
        <p:spPr>
          <a:xfrm>
            <a:off x="4170804" y="3450065"/>
            <a:ext cx="981750" cy="802445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question 1" hidden="1">
            <a:hlinkClick r:id="rId3" action="ppaction://hlinksldjump"/>
            <a:extLst>
              <a:ext uri="{FF2B5EF4-FFF2-40B4-BE49-F238E27FC236}">
                <a16:creationId xmlns:a16="http://schemas.microsoft.com/office/drawing/2014/main" id="{31F5EACB-6363-B747-A0A9-072E1987B2E5}"/>
              </a:ext>
            </a:extLst>
          </p:cNvPr>
          <p:cNvSpPr txBox="1"/>
          <p:nvPr/>
        </p:nvSpPr>
        <p:spPr>
          <a:xfrm>
            <a:off x="1735375" y="4781775"/>
            <a:ext cx="1599890" cy="71508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Look for patient causes</a:t>
            </a:r>
          </a:p>
        </p:txBody>
      </p:sp>
      <p:pic>
        <p:nvPicPr>
          <p:cNvPr id="58" name="Graphic 57" descr="Cursor with solid fill" hidden="1">
            <a:extLst>
              <a:ext uri="{FF2B5EF4-FFF2-40B4-BE49-F238E27FC236}">
                <a16:creationId xmlns:a16="http://schemas.microsoft.com/office/drawing/2014/main" id="{B24F35A7-8180-1D46-BE38-E662917235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69028" y="5349334"/>
            <a:ext cx="274320" cy="274320"/>
          </a:xfrm>
          <a:prstGeom prst="rect">
            <a:avLst/>
          </a:prstGeom>
        </p:spPr>
      </p:pic>
      <p:pic>
        <p:nvPicPr>
          <p:cNvPr id="88" name="Graphic 87" descr="Cursor with solid fill">
            <a:extLst>
              <a:ext uri="{FF2B5EF4-FFF2-40B4-BE49-F238E27FC236}">
                <a16:creationId xmlns:a16="http://schemas.microsoft.com/office/drawing/2014/main" id="{141D01A2-C9CD-4444-9651-5267648773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9789" y="4506396"/>
            <a:ext cx="301752" cy="301752"/>
          </a:xfrm>
          <a:prstGeom prst="rect">
            <a:avLst/>
          </a:prstGeom>
        </p:spPr>
      </p:pic>
      <p:pic>
        <p:nvPicPr>
          <p:cNvPr id="89" name="Graphic 88" descr="Cursor with solid fill">
            <a:extLst>
              <a:ext uri="{FF2B5EF4-FFF2-40B4-BE49-F238E27FC236}">
                <a16:creationId xmlns:a16="http://schemas.microsoft.com/office/drawing/2014/main" id="{BBAF12D3-B950-47F7-A0DA-53827EE48D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81156" y="4506396"/>
            <a:ext cx="301752" cy="301752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02AB6DA4-FA01-4B99-B5D0-256B9273290C}"/>
              </a:ext>
            </a:extLst>
          </p:cNvPr>
          <p:cNvSpPr txBox="1"/>
          <p:nvPr/>
        </p:nvSpPr>
        <p:spPr>
          <a:xfrm>
            <a:off x="1871680" y="4731529"/>
            <a:ext cx="1722055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Look for patient causes</a:t>
            </a:r>
          </a:p>
          <a:p>
            <a:pPr algn="ctr"/>
            <a:endParaRPr lang="en-US" sz="700" dirty="0"/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CNS suppression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CNS injury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Pain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Salicylates</a:t>
            </a:r>
          </a:p>
        </p:txBody>
      </p:sp>
      <p:sp>
        <p:nvSpPr>
          <p:cNvPr id="60" name="question 1">
            <a:hlinkClick r:id="rId6" action="ppaction://hlinksldjump"/>
            <a:extLst>
              <a:ext uri="{FF2B5EF4-FFF2-40B4-BE49-F238E27FC236}">
                <a16:creationId xmlns:a16="http://schemas.microsoft.com/office/drawing/2014/main" id="{FFCD7896-4398-4344-891E-01142982B4FA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</a:t>
            </a:r>
          </a:p>
        </p:txBody>
      </p:sp>
      <p:sp>
        <p:nvSpPr>
          <p:cNvPr id="61" name="Question 2">
            <a:hlinkClick r:id="rId7" action="ppaction://hlinksldjump"/>
            <a:extLst>
              <a:ext uri="{FF2B5EF4-FFF2-40B4-BE49-F238E27FC236}">
                <a16:creationId xmlns:a16="http://schemas.microsoft.com/office/drawing/2014/main" id="{A006C4AA-99E6-48E3-AC9C-D437E1A3503B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</a:t>
            </a:r>
            <a:r>
              <a:rPr lang="en-US" baseline="-25000" dirty="0">
                <a:solidFill>
                  <a:sysClr val="windowText" lastClr="000000"/>
                </a:solidFill>
              </a:rPr>
              <a:t>2</a:t>
            </a:r>
            <a:r>
              <a:rPr lang="en-US" dirty="0">
                <a:solidFill>
                  <a:sysClr val="windowText" lastClr="000000"/>
                </a:solidFill>
              </a:rPr>
              <a:t xml:space="preserve"> support</a:t>
            </a:r>
          </a:p>
        </p:txBody>
      </p:sp>
      <p:sp>
        <p:nvSpPr>
          <p:cNvPr id="92" name="question 4">
            <a:hlinkClick r:id="rId8" action="ppaction://hlinksldjump"/>
            <a:extLst>
              <a:ext uri="{FF2B5EF4-FFF2-40B4-BE49-F238E27FC236}">
                <a16:creationId xmlns:a16="http://schemas.microsoft.com/office/drawing/2014/main" id="{F82B0AC2-C4D1-455A-AEF0-FC984F90C48D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Ventilation</a:t>
            </a:r>
          </a:p>
        </p:txBody>
      </p:sp>
      <p:pic>
        <p:nvPicPr>
          <p:cNvPr id="93" name="Graphic 92" descr="Cursor with solid fill">
            <a:extLst>
              <a:ext uri="{FF2B5EF4-FFF2-40B4-BE49-F238E27FC236}">
                <a16:creationId xmlns:a16="http://schemas.microsoft.com/office/drawing/2014/main" id="{B1D770FE-77C5-4CD1-BF77-532EE25F8E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945241"/>
            <a:ext cx="301752" cy="301752"/>
          </a:xfrm>
          <a:prstGeom prst="rect">
            <a:avLst/>
          </a:prstGeom>
        </p:spPr>
      </p:pic>
      <p:pic>
        <p:nvPicPr>
          <p:cNvPr id="94" name="Graphic 93" descr="Cursor with solid fill">
            <a:extLst>
              <a:ext uri="{FF2B5EF4-FFF2-40B4-BE49-F238E27FC236}">
                <a16:creationId xmlns:a16="http://schemas.microsoft.com/office/drawing/2014/main" id="{70B7B8EB-D15F-4734-807B-882DAEDD3B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1540247"/>
            <a:ext cx="301752" cy="301752"/>
          </a:xfrm>
          <a:prstGeom prst="rect">
            <a:avLst/>
          </a:prstGeom>
        </p:spPr>
      </p:pic>
      <p:sp>
        <p:nvSpPr>
          <p:cNvPr id="95" name="question 4">
            <a:hlinkClick r:id="rId9" action="ppaction://hlinksldjump"/>
            <a:extLst>
              <a:ext uri="{FF2B5EF4-FFF2-40B4-BE49-F238E27FC236}">
                <a16:creationId xmlns:a16="http://schemas.microsoft.com/office/drawing/2014/main" id="{DEDA2EB1-6B57-45A2-B467-B912E4E6B80F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96" name="Graphic 95" descr="Cursor with solid fill">
            <a:extLst>
              <a:ext uri="{FF2B5EF4-FFF2-40B4-BE49-F238E27FC236}">
                <a16:creationId xmlns:a16="http://schemas.microsoft.com/office/drawing/2014/main" id="{77261205-4CA3-4BD9-9A0D-C4150CD9D5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sp>
        <p:nvSpPr>
          <p:cNvPr id="97" name="question 3">
            <a:hlinkClick r:id="rId3" action="ppaction://hlinksldjump"/>
            <a:extLst>
              <a:ext uri="{FF2B5EF4-FFF2-40B4-BE49-F238E27FC236}">
                <a16:creationId xmlns:a16="http://schemas.microsoft.com/office/drawing/2014/main" id="{0CDD3476-2550-429C-86B3-1A27F473089D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Mechanics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98" name="Graphic 97" descr="Cursor with solid fill">
            <a:extLst>
              <a:ext uri="{FF2B5EF4-FFF2-40B4-BE49-F238E27FC236}">
                <a16:creationId xmlns:a16="http://schemas.microsoft.com/office/drawing/2014/main" id="{5EDAE659-8202-4081-99E1-8132B3F87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2652352"/>
            <a:ext cx="301752" cy="301752"/>
          </a:xfrm>
          <a:prstGeom prst="rect">
            <a:avLst/>
          </a:prstGeom>
        </p:spPr>
      </p:pic>
      <p:sp>
        <p:nvSpPr>
          <p:cNvPr id="99" name="question 1">
            <a:hlinkClick r:id="rId10" action="ppaction://hlinksldjump"/>
            <a:extLst>
              <a:ext uri="{FF2B5EF4-FFF2-40B4-BE49-F238E27FC236}">
                <a16:creationId xmlns:a16="http://schemas.microsoft.com/office/drawing/2014/main" id="{DE29DD4B-416F-4679-8657-EAE707B0C460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Orientation</a:t>
            </a:r>
          </a:p>
        </p:txBody>
      </p:sp>
      <p:pic>
        <p:nvPicPr>
          <p:cNvPr id="100" name="Graphic 99" descr="Cursor with solid fill">
            <a:extLst>
              <a:ext uri="{FF2B5EF4-FFF2-40B4-BE49-F238E27FC236}">
                <a16:creationId xmlns:a16="http://schemas.microsoft.com/office/drawing/2014/main" id="{08B65248-58F4-40D8-A783-69DC0D513C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422343"/>
            <a:ext cx="301752" cy="301752"/>
          </a:xfrm>
          <a:prstGeom prst="rect">
            <a:avLst/>
          </a:prstGeom>
        </p:spPr>
      </p:pic>
      <p:sp>
        <p:nvSpPr>
          <p:cNvPr id="102" name="Ve">
            <a:hlinkClick r:id="rId11" action="ppaction://hlinksldjump"/>
            <a:extLst>
              <a:ext uri="{FF2B5EF4-FFF2-40B4-BE49-F238E27FC236}">
                <a16:creationId xmlns:a16="http://schemas.microsoft.com/office/drawing/2014/main" id="{81816305-3B77-47E5-B605-F08CAE58B126}"/>
              </a:ext>
            </a:extLst>
          </p:cNvPr>
          <p:cNvSpPr/>
          <p:nvPr/>
        </p:nvSpPr>
        <p:spPr>
          <a:xfrm>
            <a:off x="3198465" y="721215"/>
            <a:ext cx="3300249" cy="42901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 Check the minute ventilation</a:t>
            </a:r>
          </a:p>
        </p:txBody>
      </p:sp>
      <p:sp>
        <p:nvSpPr>
          <p:cNvPr id="104" name="Us or them">
            <a:hlinkClick r:id="rId12" action="ppaction://hlinksldjump"/>
            <a:extLst>
              <a:ext uri="{FF2B5EF4-FFF2-40B4-BE49-F238E27FC236}">
                <a16:creationId xmlns:a16="http://schemas.microsoft.com/office/drawing/2014/main" id="{03196E29-4F14-493A-95EF-978AA5277721}"/>
              </a:ext>
            </a:extLst>
          </p:cNvPr>
          <p:cNvSpPr/>
          <p:nvPr/>
        </p:nvSpPr>
        <p:spPr>
          <a:xfrm>
            <a:off x="9333002" y="721215"/>
            <a:ext cx="2031906" cy="429017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3. Vent or Patient?</a:t>
            </a:r>
          </a:p>
        </p:txBody>
      </p:sp>
      <p:sp>
        <p:nvSpPr>
          <p:cNvPr id="105" name="Is it appropriate?">
            <a:hlinkClick r:id="rId13" action="ppaction://hlinksldjump"/>
            <a:extLst>
              <a:ext uri="{FF2B5EF4-FFF2-40B4-BE49-F238E27FC236}">
                <a16:creationId xmlns:a16="http://schemas.microsoft.com/office/drawing/2014/main" id="{6B74971D-6DB2-473D-B4F1-6AD39A9FF101}"/>
              </a:ext>
            </a:extLst>
          </p:cNvPr>
          <p:cNvSpPr/>
          <p:nvPr/>
        </p:nvSpPr>
        <p:spPr>
          <a:xfrm>
            <a:off x="6821495" y="721215"/>
            <a:ext cx="2169069" cy="42901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 Is it appropriate?</a:t>
            </a:r>
          </a:p>
        </p:txBody>
      </p:sp>
      <p:pic>
        <p:nvPicPr>
          <p:cNvPr id="106" name="Graphic 105" descr="Cursor with solid fill">
            <a:extLst>
              <a:ext uri="{FF2B5EF4-FFF2-40B4-BE49-F238E27FC236}">
                <a16:creationId xmlns:a16="http://schemas.microsoft.com/office/drawing/2014/main" id="{A3BB8CF7-D537-4A93-8E00-B1DA8B94F9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0567" y="1001731"/>
            <a:ext cx="301752" cy="301752"/>
          </a:xfrm>
          <a:prstGeom prst="rect">
            <a:avLst/>
          </a:prstGeom>
        </p:spPr>
      </p:pic>
      <p:pic>
        <p:nvPicPr>
          <p:cNvPr id="107" name="Graphic 106" descr="Cursor with solid fill">
            <a:extLst>
              <a:ext uri="{FF2B5EF4-FFF2-40B4-BE49-F238E27FC236}">
                <a16:creationId xmlns:a16="http://schemas.microsoft.com/office/drawing/2014/main" id="{03F7FA8D-D4C0-4635-AE72-47B1F31FBD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53404" y="1001731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37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</p:childTnLst>
        </p:cTn>
      </p:par>
    </p:tnLst>
    <p:bldLst>
      <p:bldP spid="4" grpId="0" animBg="1"/>
      <p:bldP spid="56" grpId="0"/>
      <p:bldP spid="15" grpId="0" animBg="1"/>
      <p:bldP spid="67" grpId="0" animBg="1"/>
      <p:bldP spid="2" grpId="0" animBg="1"/>
      <p:bldP spid="9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ase 1 Question 4">
            <a:extLst>
              <a:ext uri="{FF2B5EF4-FFF2-40B4-BE49-F238E27FC236}">
                <a16:creationId xmlns:a16="http://schemas.microsoft.com/office/drawing/2014/main" id="{A8877E24-2997-4138-8A8F-57F0C52BEE9C}"/>
              </a:ext>
            </a:extLst>
          </p:cNvPr>
          <p:cNvSpPr/>
          <p:nvPr/>
        </p:nvSpPr>
        <p:spPr>
          <a:xfrm>
            <a:off x="8058566" y="1204622"/>
            <a:ext cx="2634789" cy="408623"/>
          </a:xfrm>
          <a:prstGeom prst="round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Volume-Targeted Modes</a:t>
            </a:r>
          </a:p>
        </p:txBody>
      </p:sp>
      <p:sp>
        <p:nvSpPr>
          <p:cNvPr id="61" name="Case 1 Question 4">
            <a:extLst>
              <a:ext uri="{FF2B5EF4-FFF2-40B4-BE49-F238E27FC236}">
                <a16:creationId xmlns:a16="http://schemas.microsoft.com/office/drawing/2014/main" id="{FC64E671-E012-4496-92FD-30C18A7ED6C0}"/>
              </a:ext>
            </a:extLst>
          </p:cNvPr>
          <p:cNvSpPr/>
          <p:nvPr/>
        </p:nvSpPr>
        <p:spPr>
          <a:xfrm>
            <a:off x="3308502" y="1204622"/>
            <a:ext cx="2664308" cy="429591"/>
          </a:xfrm>
          <a:prstGeom prst="round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Pressure-Targeted Modes</a:t>
            </a:r>
          </a:p>
        </p:txBody>
      </p:sp>
      <p:sp>
        <p:nvSpPr>
          <p:cNvPr id="49" name="Case 1 - Q1">
            <a:extLst>
              <a:ext uri="{FF2B5EF4-FFF2-40B4-BE49-F238E27FC236}">
                <a16:creationId xmlns:a16="http://schemas.microsoft.com/office/drawing/2014/main" id="{616A22CC-61A3-9D4B-987F-3D3CFC1FBD23}"/>
              </a:ext>
            </a:extLst>
          </p:cNvPr>
          <p:cNvSpPr/>
          <p:nvPr/>
        </p:nvSpPr>
        <p:spPr>
          <a:xfrm>
            <a:off x="7928072" y="1848617"/>
            <a:ext cx="3059090" cy="173637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 xml:space="preserve">Key Parameter: </a:t>
            </a:r>
            <a:r>
              <a:rPr lang="en-US" dirty="0">
                <a:solidFill>
                  <a:schemeClr val="accent6"/>
                </a:solidFill>
              </a:rPr>
              <a:t>ΔP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 xml:space="preserve">Most lungs with good mechanics require a ΔP of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&lt;10 cm H</a:t>
            </a:r>
            <a:r>
              <a:rPr lang="en-US" b="1" baseline="-25000" dirty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 xml:space="preserve">O </a:t>
            </a:r>
            <a:r>
              <a:rPr lang="en-US" dirty="0">
                <a:solidFill>
                  <a:schemeClr val="tx1"/>
                </a:solidFill>
              </a:rPr>
              <a:t xml:space="preserve">to achieve a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6 mL/kg tidal volume</a:t>
            </a:r>
          </a:p>
        </p:txBody>
      </p:sp>
      <p:pic>
        <p:nvPicPr>
          <p:cNvPr id="51" name="teachIM logo" descr="Icon  Description automatically generated">
            <a:extLst>
              <a:ext uri="{FF2B5EF4-FFF2-40B4-BE49-F238E27FC236}">
                <a16:creationId xmlns:a16="http://schemas.microsoft.com/office/drawing/2014/main" id="{132D695F-84B0-4B42-8BA3-E9C45F901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46CC034-D2F8-104F-AD34-9FC0F02CF1B3}"/>
              </a:ext>
            </a:extLst>
          </p:cNvPr>
          <p:cNvGrpSpPr/>
          <p:nvPr/>
        </p:nvGrpSpPr>
        <p:grpSpPr>
          <a:xfrm>
            <a:off x="7460588" y="3776652"/>
            <a:ext cx="3994057" cy="1741699"/>
            <a:chOff x="7316980" y="3535609"/>
            <a:chExt cx="3994057" cy="1741699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004772D-F9F3-264D-9F28-4725960135F9}"/>
                </a:ext>
              </a:extLst>
            </p:cNvPr>
            <p:cNvSpPr txBox="1"/>
            <p:nvPr/>
          </p:nvSpPr>
          <p:spPr>
            <a:xfrm>
              <a:off x="9169366" y="4907976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818E8763-8D73-C74B-B0FE-538420BBC3C5}"/>
                </a:ext>
              </a:extLst>
            </p:cNvPr>
            <p:cNvGrpSpPr/>
            <p:nvPr/>
          </p:nvGrpSpPr>
          <p:grpSpPr>
            <a:xfrm>
              <a:off x="7677232" y="3535609"/>
              <a:ext cx="3633805" cy="1416221"/>
              <a:chOff x="5288692" y="1890584"/>
              <a:chExt cx="3633805" cy="1416221"/>
            </a:xfrm>
          </p:grpSpPr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12971542-30E1-8A47-8BC0-410EB6B94A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88692" y="1890584"/>
                <a:ext cx="0" cy="1416219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E6B8183B-81A7-4948-A3C0-24EA9895D4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91671" y="3306804"/>
                <a:ext cx="3630826" cy="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B40A5B7-3BF9-0647-B482-CB78F3FBD022}"/>
                </a:ext>
              </a:extLst>
            </p:cNvPr>
            <p:cNvSpPr txBox="1"/>
            <p:nvPr/>
          </p:nvSpPr>
          <p:spPr>
            <a:xfrm rot="16200000">
              <a:off x="7006767" y="4059053"/>
              <a:ext cx="989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Pressure</a:t>
              </a:r>
            </a:p>
          </p:txBody>
        </p:sp>
        <p:sp>
          <p:nvSpPr>
            <p:cNvPr id="93" name="Freeform: Shape 8">
              <a:extLst>
                <a:ext uri="{FF2B5EF4-FFF2-40B4-BE49-F238E27FC236}">
                  <a16:creationId xmlns:a16="http://schemas.microsoft.com/office/drawing/2014/main" id="{BE7821A1-D9CE-5146-A390-89869B81A3B5}"/>
                </a:ext>
              </a:extLst>
            </p:cNvPr>
            <p:cNvSpPr/>
            <p:nvPr/>
          </p:nvSpPr>
          <p:spPr>
            <a:xfrm>
              <a:off x="7698608" y="3669683"/>
              <a:ext cx="3405674" cy="1045028"/>
            </a:xfrm>
            <a:custGeom>
              <a:avLst/>
              <a:gdLst>
                <a:gd name="connsiteX0" fmla="*/ 0 w 3526972"/>
                <a:gd name="connsiteY0" fmla="*/ 989045 h 1007707"/>
                <a:gd name="connsiteX1" fmla="*/ 373225 w 3526972"/>
                <a:gd name="connsiteY1" fmla="*/ 989045 h 1007707"/>
                <a:gd name="connsiteX2" fmla="*/ 363894 w 3526972"/>
                <a:gd name="connsiteY2" fmla="*/ 354564 h 1007707"/>
                <a:gd name="connsiteX3" fmla="*/ 979715 w 3526972"/>
                <a:gd name="connsiteY3" fmla="*/ 18662 h 1007707"/>
                <a:gd name="connsiteX4" fmla="*/ 989045 w 3526972"/>
                <a:gd name="connsiteY4" fmla="*/ 1007707 h 1007707"/>
                <a:gd name="connsiteX5" fmla="*/ 2015413 w 3526972"/>
                <a:gd name="connsiteY5" fmla="*/ 998376 h 1007707"/>
                <a:gd name="connsiteX6" fmla="*/ 2034074 w 3526972"/>
                <a:gd name="connsiteY6" fmla="*/ 391886 h 1007707"/>
                <a:gd name="connsiteX7" fmla="*/ 2612572 w 3526972"/>
                <a:gd name="connsiteY7" fmla="*/ 27992 h 1007707"/>
                <a:gd name="connsiteX8" fmla="*/ 2677886 w 3526972"/>
                <a:gd name="connsiteY8" fmla="*/ 0 h 1007707"/>
                <a:gd name="connsiteX9" fmla="*/ 2687217 w 3526972"/>
                <a:gd name="connsiteY9" fmla="*/ 998376 h 1007707"/>
                <a:gd name="connsiteX10" fmla="*/ 3526972 w 3526972"/>
                <a:gd name="connsiteY10" fmla="*/ 979715 h 1007707"/>
                <a:gd name="connsiteX0" fmla="*/ 0 w 3526972"/>
                <a:gd name="connsiteY0" fmla="*/ 970383 h 989045"/>
                <a:gd name="connsiteX1" fmla="*/ 373225 w 3526972"/>
                <a:gd name="connsiteY1" fmla="*/ 970383 h 989045"/>
                <a:gd name="connsiteX2" fmla="*/ 363894 w 3526972"/>
                <a:gd name="connsiteY2" fmla="*/ 335902 h 989045"/>
                <a:gd name="connsiteX3" fmla="*/ 979715 w 3526972"/>
                <a:gd name="connsiteY3" fmla="*/ 0 h 989045"/>
                <a:gd name="connsiteX4" fmla="*/ 989045 w 3526972"/>
                <a:gd name="connsiteY4" fmla="*/ 989045 h 989045"/>
                <a:gd name="connsiteX5" fmla="*/ 2015413 w 3526972"/>
                <a:gd name="connsiteY5" fmla="*/ 979714 h 989045"/>
                <a:gd name="connsiteX6" fmla="*/ 2034074 w 3526972"/>
                <a:gd name="connsiteY6" fmla="*/ 373224 h 989045"/>
                <a:gd name="connsiteX7" fmla="*/ 2612572 w 3526972"/>
                <a:gd name="connsiteY7" fmla="*/ 9330 h 989045"/>
                <a:gd name="connsiteX8" fmla="*/ 2687217 w 3526972"/>
                <a:gd name="connsiteY8" fmla="*/ 979714 h 989045"/>
                <a:gd name="connsiteX9" fmla="*/ 3526972 w 3526972"/>
                <a:gd name="connsiteY9" fmla="*/ 961053 h 989045"/>
                <a:gd name="connsiteX0" fmla="*/ 0 w 3526972"/>
                <a:gd name="connsiteY0" fmla="*/ 1007706 h 1026368"/>
                <a:gd name="connsiteX1" fmla="*/ 373225 w 3526972"/>
                <a:gd name="connsiteY1" fmla="*/ 1007706 h 1026368"/>
                <a:gd name="connsiteX2" fmla="*/ 363894 w 3526972"/>
                <a:gd name="connsiteY2" fmla="*/ 373225 h 1026368"/>
                <a:gd name="connsiteX3" fmla="*/ 979715 w 3526972"/>
                <a:gd name="connsiteY3" fmla="*/ 37323 h 1026368"/>
                <a:gd name="connsiteX4" fmla="*/ 989045 w 3526972"/>
                <a:gd name="connsiteY4" fmla="*/ 1026368 h 1026368"/>
                <a:gd name="connsiteX5" fmla="*/ 2015413 w 3526972"/>
                <a:gd name="connsiteY5" fmla="*/ 1017037 h 1026368"/>
                <a:gd name="connsiteX6" fmla="*/ 2034074 w 3526972"/>
                <a:gd name="connsiteY6" fmla="*/ 410547 h 1026368"/>
                <a:gd name="connsiteX7" fmla="*/ 2687217 w 3526972"/>
                <a:gd name="connsiteY7" fmla="*/ 0 h 1026368"/>
                <a:gd name="connsiteX8" fmla="*/ 2687217 w 3526972"/>
                <a:gd name="connsiteY8" fmla="*/ 1017037 h 1026368"/>
                <a:gd name="connsiteX9" fmla="*/ 3526972 w 3526972"/>
                <a:gd name="connsiteY9" fmla="*/ 998376 h 1026368"/>
                <a:gd name="connsiteX0" fmla="*/ 0 w 3415005"/>
                <a:gd name="connsiteY0" fmla="*/ 1007706 h 1026368"/>
                <a:gd name="connsiteX1" fmla="*/ 373225 w 3415005"/>
                <a:gd name="connsiteY1" fmla="*/ 1007706 h 1026368"/>
                <a:gd name="connsiteX2" fmla="*/ 363894 w 3415005"/>
                <a:gd name="connsiteY2" fmla="*/ 373225 h 1026368"/>
                <a:gd name="connsiteX3" fmla="*/ 979715 w 3415005"/>
                <a:gd name="connsiteY3" fmla="*/ 37323 h 1026368"/>
                <a:gd name="connsiteX4" fmla="*/ 989045 w 3415005"/>
                <a:gd name="connsiteY4" fmla="*/ 1026368 h 1026368"/>
                <a:gd name="connsiteX5" fmla="*/ 2015413 w 3415005"/>
                <a:gd name="connsiteY5" fmla="*/ 1017037 h 1026368"/>
                <a:gd name="connsiteX6" fmla="*/ 2034074 w 3415005"/>
                <a:gd name="connsiteY6" fmla="*/ 410547 h 1026368"/>
                <a:gd name="connsiteX7" fmla="*/ 2687217 w 3415005"/>
                <a:gd name="connsiteY7" fmla="*/ 0 h 1026368"/>
                <a:gd name="connsiteX8" fmla="*/ 2687217 w 3415005"/>
                <a:gd name="connsiteY8" fmla="*/ 1017037 h 1026368"/>
                <a:gd name="connsiteX9" fmla="*/ 3415005 w 3415005"/>
                <a:gd name="connsiteY9" fmla="*/ 998376 h 1026368"/>
                <a:gd name="connsiteX0" fmla="*/ 0 w 3415005"/>
                <a:gd name="connsiteY0" fmla="*/ 1007706 h 1026368"/>
                <a:gd name="connsiteX1" fmla="*/ 373225 w 3415005"/>
                <a:gd name="connsiteY1" fmla="*/ 1007706 h 1026368"/>
                <a:gd name="connsiteX2" fmla="*/ 363894 w 3415005"/>
                <a:gd name="connsiteY2" fmla="*/ 373225 h 1026368"/>
                <a:gd name="connsiteX3" fmla="*/ 979715 w 3415005"/>
                <a:gd name="connsiteY3" fmla="*/ 37323 h 1026368"/>
                <a:gd name="connsiteX4" fmla="*/ 989045 w 3415005"/>
                <a:gd name="connsiteY4" fmla="*/ 1026368 h 1026368"/>
                <a:gd name="connsiteX5" fmla="*/ 2015413 w 3415005"/>
                <a:gd name="connsiteY5" fmla="*/ 1017037 h 1026368"/>
                <a:gd name="connsiteX6" fmla="*/ 2034074 w 3415005"/>
                <a:gd name="connsiteY6" fmla="*/ 410547 h 1026368"/>
                <a:gd name="connsiteX7" fmla="*/ 2687217 w 3415005"/>
                <a:gd name="connsiteY7" fmla="*/ 0 h 1026368"/>
                <a:gd name="connsiteX8" fmla="*/ 2687217 w 3415005"/>
                <a:gd name="connsiteY8" fmla="*/ 1017037 h 1026368"/>
                <a:gd name="connsiteX9" fmla="*/ 3415005 w 3415005"/>
                <a:gd name="connsiteY9" fmla="*/ 1017037 h 1026368"/>
                <a:gd name="connsiteX0" fmla="*/ 0 w 3405674"/>
                <a:gd name="connsiteY0" fmla="*/ 1035698 h 1035698"/>
                <a:gd name="connsiteX1" fmla="*/ 363894 w 3405674"/>
                <a:gd name="connsiteY1" fmla="*/ 1007706 h 1035698"/>
                <a:gd name="connsiteX2" fmla="*/ 354563 w 3405674"/>
                <a:gd name="connsiteY2" fmla="*/ 373225 h 1035698"/>
                <a:gd name="connsiteX3" fmla="*/ 970384 w 3405674"/>
                <a:gd name="connsiteY3" fmla="*/ 37323 h 1035698"/>
                <a:gd name="connsiteX4" fmla="*/ 979714 w 3405674"/>
                <a:gd name="connsiteY4" fmla="*/ 1026368 h 1035698"/>
                <a:gd name="connsiteX5" fmla="*/ 2006082 w 3405674"/>
                <a:gd name="connsiteY5" fmla="*/ 1017037 h 1035698"/>
                <a:gd name="connsiteX6" fmla="*/ 2024743 w 3405674"/>
                <a:gd name="connsiteY6" fmla="*/ 410547 h 1035698"/>
                <a:gd name="connsiteX7" fmla="*/ 2677886 w 3405674"/>
                <a:gd name="connsiteY7" fmla="*/ 0 h 1035698"/>
                <a:gd name="connsiteX8" fmla="*/ 2677886 w 3405674"/>
                <a:gd name="connsiteY8" fmla="*/ 1017037 h 1035698"/>
                <a:gd name="connsiteX9" fmla="*/ 3405674 w 3405674"/>
                <a:gd name="connsiteY9" fmla="*/ 1017037 h 1035698"/>
                <a:gd name="connsiteX0" fmla="*/ 0 w 3405674"/>
                <a:gd name="connsiteY0" fmla="*/ 1035698 h 1035698"/>
                <a:gd name="connsiteX1" fmla="*/ 335903 w 3405674"/>
                <a:gd name="connsiteY1" fmla="*/ 1017036 h 1035698"/>
                <a:gd name="connsiteX2" fmla="*/ 354563 w 3405674"/>
                <a:gd name="connsiteY2" fmla="*/ 373225 h 1035698"/>
                <a:gd name="connsiteX3" fmla="*/ 970384 w 3405674"/>
                <a:gd name="connsiteY3" fmla="*/ 37323 h 1035698"/>
                <a:gd name="connsiteX4" fmla="*/ 979714 w 3405674"/>
                <a:gd name="connsiteY4" fmla="*/ 1026368 h 1035698"/>
                <a:gd name="connsiteX5" fmla="*/ 2006082 w 3405674"/>
                <a:gd name="connsiteY5" fmla="*/ 1017037 h 1035698"/>
                <a:gd name="connsiteX6" fmla="*/ 2024743 w 3405674"/>
                <a:gd name="connsiteY6" fmla="*/ 410547 h 1035698"/>
                <a:gd name="connsiteX7" fmla="*/ 2677886 w 3405674"/>
                <a:gd name="connsiteY7" fmla="*/ 0 h 1035698"/>
                <a:gd name="connsiteX8" fmla="*/ 2677886 w 3405674"/>
                <a:gd name="connsiteY8" fmla="*/ 1017037 h 1035698"/>
                <a:gd name="connsiteX9" fmla="*/ 3405674 w 3405674"/>
                <a:gd name="connsiteY9" fmla="*/ 1017037 h 1035698"/>
                <a:gd name="connsiteX0" fmla="*/ 0 w 3405674"/>
                <a:gd name="connsiteY0" fmla="*/ 1035698 h 1035698"/>
                <a:gd name="connsiteX1" fmla="*/ 335903 w 3405674"/>
                <a:gd name="connsiteY1" fmla="*/ 1017036 h 1035698"/>
                <a:gd name="connsiteX2" fmla="*/ 317240 w 3405674"/>
                <a:gd name="connsiteY2" fmla="*/ 457200 h 1035698"/>
                <a:gd name="connsiteX3" fmla="*/ 970384 w 3405674"/>
                <a:gd name="connsiteY3" fmla="*/ 37323 h 1035698"/>
                <a:gd name="connsiteX4" fmla="*/ 979714 w 3405674"/>
                <a:gd name="connsiteY4" fmla="*/ 1026368 h 1035698"/>
                <a:gd name="connsiteX5" fmla="*/ 2006082 w 3405674"/>
                <a:gd name="connsiteY5" fmla="*/ 1017037 h 1035698"/>
                <a:gd name="connsiteX6" fmla="*/ 2024743 w 3405674"/>
                <a:gd name="connsiteY6" fmla="*/ 410547 h 1035698"/>
                <a:gd name="connsiteX7" fmla="*/ 2677886 w 3405674"/>
                <a:gd name="connsiteY7" fmla="*/ 0 h 1035698"/>
                <a:gd name="connsiteX8" fmla="*/ 2677886 w 3405674"/>
                <a:gd name="connsiteY8" fmla="*/ 1017037 h 1035698"/>
                <a:gd name="connsiteX9" fmla="*/ 3405674 w 3405674"/>
                <a:gd name="connsiteY9" fmla="*/ 1017037 h 1035698"/>
                <a:gd name="connsiteX0" fmla="*/ 0 w 3405674"/>
                <a:gd name="connsiteY0" fmla="*/ 1035698 h 1045028"/>
                <a:gd name="connsiteX1" fmla="*/ 298580 w 3405674"/>
                <a:gd name="connsiteY1" fmla="*/ 1045028 h 1045028"/>
                <a:gd name="connsiteX2" fmla="*/ 317240 w 3405674"/>
                <a:gd name="connsiteY2" fmla="*/ 457200 h 1045028"/>
                <a:gd name="connsiteX3" fmla="*/ 970384 w 3405674"/>
                <a:gd name="connsiteY3" fmla="*/ 37323 h 1045028"/>
                <a:gd name="connsiteX4" fmla="*/ 979714 w 3405674"/>
                <a:gd name="connsiteY4" fmla="*/ 1026368 h 1045028"/>
                <a:gd name="connsiteX5" fmla="*/ 2006082 w 3405674"/>
                <a:gd name="connsiteY5" fmla="*/ 1017037 h 1045028"/>
                <a:gd name="connsiteX6" fmla="*/ 2024743 w 3405674"/>
                <a:gd name="connsiteY6" fmla="*/ 410547 h 1045028"/>
                <a:gd name="connsiteX7" fmla="*/ 2677886 w 3405674"/>
                <a:gd name="connsiteY7" fmla="*/ 0 h 1045028"/>
                <a:gd name="connsiteX8" fmla="*/ 2677886 w 3405674"/>
                <a:gd name="connsiteY8" fmla="*/ 1017037 h 1045028"/>
                <a:gd name="connsiteX9" fmla="*/ 3405674 w 3405674"/>
                <a:gd name="connsiteY9" fmla="*/ 1017037 h 1045028"/>
                <a:gd name="connsiteX0" fmla="*/ 0 w 3405674"/>
                <a:gd name="connsiteY0" fmla="*/ 1035698 h 1045028"/>
                <a:gd name="connsiteX1" fmla="*/ 298580 w 3405674"/>
                <a:gd name="connsiteY1" fmla="*/ 1045028 h 1045028"/>
                <a:gd name="connsiteX2" fmla="*/ 317240 w 3405674"/>
                <a:gd name="connsiteY2" fmla="*/ 457200 h 1045028"/>
                <a:gd name="connsiteX3" fmla="*/ 970384 w 3405674"/>
                <a:gd name="connsiteY3" fmla="*/ 37323 h 1045028"/>
                <a:gd name="connsiteX4" fmla="*/ 979714 w 3405674"/>
                <a:gd name="connsiteY4" fmla="*/ 1026368 h 1045028"/>
                <a:gd name="connsiteX5" fmla="*/ 2006082 w 3405674"/>
                <a:gd name="connsiteY5" fmla="*/ 1017037 h 1045028"/>
                <a:gd name="connsiteX6" fmla="*/ 1987420 w 3405674"/>
                <a:gd name="connsiteY6" fmla="*/ 391885 h 1045028"/>
                <a:gd name="connsiteX7" fmla="*/ 2677886 w 3405674"/>
                <a:gd name="connsiteY7" fmla="*/ 0 h 1045028"/>
                <a:gd name="connsiteX8" fmla="*/ 2677886 w 3405674"/>
                <a:gd name="connsiteY8" fmla="*/ 1017037 h 1045028"/>
                <a:gd name="connsiteX9" fmla="*/ 3405674 w 3405674"/>
                <a:gd name="connsiteY9" fmla="*/ 1017037 h 1045028"/>
                <a:gd name="connsiteX0" fmla="*/ 0 w 3405674"/>
                <a:gd name="connsiteY0" fmla="*/ 1035698 h 1045028"/>
                <a:gd name="connsiteX1" fmla="*/ 298580 w 3405674"/>
                <a:gd name="connsiteY1" fmla="*/ 1045028 h 1045028"/>
                <a:gd name="connsiteX2" fmla="*/ 317240 w 3405674"/>
                <a:gd name="connsiteY2" fmla="*/ 457200 h 1045028"/>
                <a:gd name="connsiteX3" fmla="*/ 970384 w 3405674"/>
                <a:gd name="connsiteY3" fmla="*/ 37323 h 1045028"/>
                <a:gd name="connsiteX4" fmla="*/ 979714 w 3405674"/>
                <a:gd name="connsiteY4" fmla="*/ 1026368 h 1045028"/>
                <a:gd name="connsiteX5" fmla="*/ 1959429 w 3405674"/>
                <a:gd name="connsiteY5" fmla="*/ 1017037 h 1045028"/>
                <a:gd name="connsiteX6" fmla="*/ 1987420 w 3405674"/>
                <a:gd name="connsiteY6" fmla="*/ 391885 h 1045028"/>
                <a:gd name="connsiteX7" fmla="*/ 2677886 w 3405674"/>
                <a:gd name="connsiteY7" fmla="*/ 0 h 1045028"/>
                <a:gd name="connsiteX8" fmla="*/ 2677886 w 3405674"/>
                <a:gd name="connsiteY8" fmla="*/ 1017037 h 1045028"/>
                <a:gd name="connsiteX9" fmla="*/ 3405674 w 3405674"/>
                <a:gd name="connsiteY9" fmla="*/ 1017037 h 1045028"/>
                <a:gd name="connsiteX0" fmla="*/ 0 w 3405674"/>
                <a:gd name="connsiteY0" fmla="*/ 1035698 h 1045028"/>
                <a:gd name="connsiteX1" fmla="*/ 298580 w 3405674"/>
                <a:gd name="connsiteY1" fmla="*/ 1045028 h 1045028"/>
                <a:gd name="connsiteX2" fmla="*/ 317240 w 3405674"/>
                <a:gd name="connsiteY2" fmla="*/ 457200 h 1045028"/>
                <a:gd name="connsiteX3" fmla="*/ 970384 w 3405674"/>
                <a:gd name="connsiteY3" fmla="*/ 37323 h 1045028"/>
                <a:gd name="connsiteX4" fmla="*/ 979714 w 3405674"/>
                <a:gd name="connsiteY4" fmla="*/ 1026368 h 1045028"/>
                <a:gd name="connsiteX5" fmla="*/ 1987421 w 3405674"/>
                <a:gd name="connsiteY5" fmla="*/ 1007706 h 1045028"/>
                <a:gd name="connsiteX6" fmla="*/ 1987420 w 3405674"/>
                <a:gd name="connsiteY6" fmla="*/ 391885 h 1045028"/>
                <a:gd name="connsiteX7" fmla="*/ 2677886 w 3405674"/>
                <a:gd name="connsiteY7" fmla="*/ 0 h 1045028"/>
                <a:gd name="connsiteX8" fmla="*/ 2677886 w 3405674"/>
                <a:gd name="connsiteY8" fmla="*/ 1017037 h 1045028"/>
                <a:gd name="connsiteX9" fmla="*/ 3405674 w 3405674"/>
                <a:gd name="connsiteY9" fmla="*/ 1017037 h 1045028"/>
                <a:gd name="connsiteX0" fmla="*/ 0 w 3405674"/>
                <a:gd name="connsiteY0" fmla="*/ 1035698 h 1045028"/>
                <a:gd name="connsiteX1" fmla="*/ 298580 w 3405674"/>
                <a:gd name="connsiteY1" fmla="*/ 1045028 h 1045028"/>
                <a:gd name="connsiteX2" fmla="*/ 317240 w 3405674"/>
                <a:gd name="connsiteY2" fmla="*/ 457200 h 1045028"/>
                <a:gd name="connsiteX3" fmla="*/ 970384 w 3405674"/>
                <a:gd name="connsiteY3" fmla="*/ 37323 h 1045028"/>
                <a:gd name="connsiteX4" fmla="*/ 979714 w 3405674"/>
                <a:gd name="connsiteY4" fmla="*/ 1026368 h 1045028"/>
                <a:gd name="connsiteX5" fmla="*/ 1987421 w 3405674"/>
                <a:gd name="connsiteY5" fmla="*/ 1007706 h 1045028"/>
                <a:gd name="connsiteX6" fmla="*/ 1996751 w 3405674"/>
                <a:gd name="connsiteY6" fmla="*/ 466530 h 1045028"/>
                <a:gd name="connsiteX7" fmla="*/ 2677886 w 3405674"/>
                <a:gd name="connsiteY7" fmla="*/ 0 h 1045028"/>
                <a:gd name="connsiteX8" fmla="*/ 2677886 w 3405674"/>
                <a:gd name="connsiteY8" fmla="*/ 1017037 h 1045028"/>
                <a:gd name="connsiteX9" fmla="*/ 3405674 w 3405674"/>
                <a:gd name="connsiteY9" fmla="*/ 1017037 h 1045028"/>
                <a:gd name="connsiteX0" fmla="*/ 0 w 3405674"/>
                <a:gd name="connsiteY0" fmla="*/ 1035698 h 1045028"/>
                <a:gd name="connsiteX1" fmla="*/ 298580 w 3405674"/>
                <a:gd name="connsiteY1" fmla="*/ 1045028 h 1045028"/>
                <a:gd name="connsiteX2" fmla="*/ 317240 w 3405674"/>
                <a:gd name="connsiteY2" fmla="*/ 457200 h 1045028"/>
                <a:gd name="connsiteX3" fmla="*/ 970384 w 3405674"/>
                <a:gd name="connsiteY3" fmla="*/ 37323 h 1045028"/>
                <a:gd name="connsiteX4" fmla="*/ 979714 w 3405674"/>
                <a:gd name="connsiteY4" fmla="*/ 1026368 h 1045028"/>
                <a:gd name="connsiteX5" fmla="*/ 1987421 w 3405674"/>
                <a:gd name="connsiteY5" fmla="*/ 1007706 h 1045028"/>
                <a:gd name="connsiteX6" fmla="*/ 2006082 w 3405674"/>
                <a:gd name="connsiteY6" fmla="*/ 438539 h 1045028"/>
                <a:gd name="connsiteX7" fmla="*/ 2677886 w 3405674"/>
                <a:gd name="connsiteY7" fmla="*/ 0 h 1045028"/>
                <a:gd name="connsiteX8" fmla="*/ 2677886 w 3405674"/>
                <a:gd name="connsiteY8" fmla="*/ 1017037 h 1045028"/>
                <a:gd name="connsiteX9" fmla="*/ 3405674 w 3405674"/>
                <a:gd name="connsiteY9" fmla="*/ 1017037 h 1045028"/>
                <a:gd name="connsiteX0" fmla="*/ 0 w 3405674"/>
                <a:gd name="connsiteY0" fmla="*/ 1035698 h 1045028"/>
                <a:gd name="connsiteX1" fmla="*/ 298580 w 3405674"/>
                <a:gd name="connsiteY1" fmla="*/ 1045028 h 1045028"/>
                <a:gd name="connsiteX2" fmla="*/ 317240 w 3405674"/>
                <a:gd name="connsiteY2" fmla="*/ 457200 h 1045028"/>
                <a:gd name="connsiteX3" fmla="*/ 970384 w 3405674"/>
                <a:gd name="connsiteY3" fmla="*/ 37323 h 1045028"/>
                <a:gd name="connsiteX4" fmla="*/ 979714 w 3405674"/>
                <a:gd name="connsiteY4" fmla="*/ 1026368 h 1045028"/>
                <a:gd name="connsiteX5" fmla="*/ 1987421 w 3405674"/>
                <a:gd name="connsiteY5" fmla="*/ 1007706 h 1045028"/>
                <a:gd name="connsiteX6" fmla="*/ 2006082 w 3405674"/>
                <a:gd name="connsiteY6" fmla="*/ 438539 h 1045028"/>
                <a:gd name="connsiteX7" fmla="*/ 2677886 w 3405674"/>
                <a:gd name="connsiteY7" fmla="*/ 0 h 1045028"/>
                <a:gd name="connsiteX8" fmla="*/ 2677886 w 3405674"/>
                <a:gd name="connsiteY8" fmla="*/ 1017037 h 1045028"/>
                <a:gd name="connsiteX9" fmla="*/ 3405674 w 3405674"/>
                <a:gd name="connsiteY9" fmla="*/ 1017037 h 1045028"/>
                <a:gd name="connsiteX0" fmla="*/ 0 w 3405674"/>
                <a:gd name="connsiteY0" fmla="*/ 1035698 h 1045028"/>
                <a:gd name="connsiteX1" fmla="*/ 298580 w 3405674"/>
                <a:gd name="connsiteY1" fmla="*/ 1045028 h 1045028"/>
                <a:gd name="connsiteX2" fmla="*/ 317240 w 3405674"/>
                <a:gd name="connsiteY2" fmla="*/ 457200 h 1045028"/>
                <a:gd name="connsiteX3" fmla="*/ 970384 w 3405674"/>
                <a:gd name="connsiteY3" fmla="*/ 37323 h 1045028"/>
                <a:gd name="connsiteX4" fmla="*/ 979714 w 3405674"/>
                <a:gd name="connsiteY4" fmla="*/ 998377 h 1045028"/>
                <a:gd name="connsiteX5" fmla="*/ 1987421 w 3405674"/>
                <a:gd name="connsiteY5" fmla="*/ 1007706 h 1045028"/>
                <a:gd name="connsiteX6" fmla="*/ 2006082 w 3405674"/>
                <a:gd name="connsiteY6" fmla="*/ 438539 h 1045028"/>
                <a:gd name="connsiteX7" fmla="*/ 2677886 w 3405674"/>
                <a:gd name="connsiteY7" fmla="*/ 0 h 1045028"/>
                <a:gd name="connsiteX8" fmla="*/ 2677886 w 3405674"/>
                <a:gd name="connsiteY8" fmla="*/ 1017037 h 1045028"/>
                <a:gd name="connsiteX9" fmla="*/ 3405674 w 3405674"/>
                <a:gd name="connsiteY9" fmla="*/ 1017037 h 1045028"/>
                <a:gd name="connsiteX0" fmla="*/ 0 w 3405674"/>
                <a:gd name="connsiteY0" fmla="*/ 1035698 h 1045028"/>
                <a:gd name="connsiteX1" fmla="*/ 298580 w 3405674"/>
                <a:gd name="connsiteY1" fmla="*/ 1045028 h 1045028"/>
                <a:gd name="connsiteX2" fmla="*/ 317240 w 3405674"/>
                <a:gd name="connsiteY2" fmla="*/ 457200 h 1045028"/>
                <a:gd name="connsiteX3" fmla="*/ 970384 w 3405674"/>
                <a:gd name="connsiteY3" fmla="*/ 37323 h 1045028"/>
                <a:gd name="connsiteX4" fmla="*/ 979714 w 3405674"/>
                <a:gd name="connsiteY4" fmla="*/ 1017038 h 1045028"/>
                <a:gd name="connsiteX5" fmla="*/ 1987421 w 3405674"/>
                <a:gd name="connsiteY5" fmla="*/ 1007706 h 1045028"/>
                <a:gd name="connsiteX6" fmla="*/ 2006082 w 3405674"/>
                <a:gd name="connsiteY6" fmla="*/ 438539 h 1045028"/>
                <a:gd name="connsiteX7" fmla="*/ 2677886 w 3405674"/>
                <a:gd name="connsiteY7" fmla="*/ 0 h 1045028"/>
                <a:gd name="connsiteX8" fmla="*/ 2677886 w 3405674"/>
                <a:gd name="connsiteY8" fmla="*/ 1017037 h 1045028"/>
                <a:gd name="connsiteX9" fmla="*/ 3405674 w 3405674"/>
                <a:gd name="connsiteY9" fmla="*/ 1017037 h 1045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05674" h="1045028">
                  <a:moveTo>
                    <a:pt x="0" y="1035698"/>
                  </a:moveTo>
                  <a:lnTo>
                    <a:pt x="298580" y="1045028"/>
                  </a:lnTo>
                  <a:lnTo>
                    <a:pt x="317240" y="457200"/>
                  </a:lnTo>
                  <a:lnTo>
                    <a:pt x="970384" y="37323"/>
                  </a:lnTo>
                  <a:lnTo>
                    <a:pt x="979714" y="1017038"/>
                  </a:lnTo>
                  <a:lnTo>
                    <a:pt x="1987421" y="1007706"/>
                  </a:lnTo>
                  <a:cubicBezTo>
                    <a:pt x="1987421" y="802432"/>
                    <a:pt x="2006082" y="643813"/>
                    <a:pt x="2006082" y="438539"/>
                  </a:cubicBezTo>
                  <a:lnTo>
                    <a:pt x="2677886" y="0"/>
                  </a:lnTo>
                  <a:lnTo>
                    <a:pt x="2677886" y="1017037"/>
                  </a:lnTo>
                  <a:lnTo>
                    <a:pt x="3405674" y="1017037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94FC03D2-3089-C24D-A870-B954075E406A}"/>
                </a:ext>
              </a:extLst>
            </p:cNvPr>
            <p:cNvCxnSpPr>
              <a:cxnSpLocks/>
            </p:cNvCxnSpPr>
            <p:nvPr/>
          </p:nvCxnSpPr>
          <p:spPr>
            <a:xfrm>
              <a:off x="8804500" y="3697250"/>
              <a:ext cx="0" cy="909175"/>
            </a:xfrm>
            <a:prstGeom prst="straightConnector1">
              <a:avLst/>
            </a:prstGeom>
            <a:ln w="38100">
              <a:solidFill>
                <a:schemeClr val="accent6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Case 1 - Q1">
              <a:extLst>
                <a:ext uri="{FF2B5EF4-FFF2-40B4-BE49-F238E27FC236}">
                  <a16:creationId xmlns:a16="http://schemas.microsoft.com/office/drawing/2014/main" id="{F583175E-150B-3440-8649-D4B6C7036BE8}"/>
                </a:ext>
              </a:extLst>
            </p:cNvPr>
            <p:cNvSpPr/>
            <p:nvPr/>
          </p:nvSpPr>
          <p:spPr>
            <a:xfrm>
              <a:off x="8898743" y="3970240"/>
              <a:ext cx="1601768" cy="3032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ΔP = Peak – PEEP</a:t>
              </a:r>
            </a:p>
          </p:txBody>
        </p:sp>
      </p:grpSp>
      <p:sp>
        <p:nvSpPr>
          <p:cNvPr id="98" name="Volune targeted">
            <a:extLst>
              <a:ext uri="{FF2B5EF4-FFF2-40B4-BE49-F238E27FC236}">
                <a16:creationId xmlns:a16="http://schemas.microsoft.com/office/drawing/2014/main" id="{CB5DF002-72FD-364C-BAF0-79BD61A71294}"/>
              </a:ext>
            </a:extLst>
          </p:cNvPr>
          <p:cNvSpPr/>
          <p:nvPr/>
        </p:nvSpPr>
        <p:spPr>
          <a:xfrm>
            <a:off x="8058566" y="1197843"/>
            <a:ext cx="2634789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Volume-Targeted Modes</a:t>
            </a:r>
          </a:p>
        </p:txBody>
      </p:sp>
      <p:sp>
        <p:nvSpPr>
          <p:cNvPr id="100" name="P targeted">
            <a:extLst>
              <a:ext uri="{FF2B5EF4-FFF2-40B4-BE49-F238E27FC236}">
                <a16:creationId xmlns:a16="http://schemas.microsoft.com/office/drawing/2014/main" id="{4270435A-4C50-3741-8636-758116F4127B}"/>
              </a:ext>
            </a:extLst>
          </p:cNvPr>
          <p:cNvSpPr/>
          <p:nvPr/>
        </p:nvSpPr>
        <p:spPr>
          <a:xfrm>
            <a:off x="3308502" y="1197843"/>
            <a:ext cx="2664308" cy="42959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Pressure-Targeted Modes</a:t>
            </a:r>
          </a:p>
        </p:txBody>
      </p:sp>
      <p:pic>
        <p:nvPicPr>
          <p:cNvPr id="90" name="Graphic 89" descr="Cursor with solid fill">
            <a:extLst>
              <a:ext uri="{FF2B5EF4-FFF2-40B4-BE49-F238E27FC236}">
                <a16:creationId xmlns:a16="http://schemas.microsoft.com/office/drawing/2014/main" id="{C672E077-10AE-434B-976E-FC59EBEB2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4906" y="1451761"/>
            <a:ext cx="301752" cy="301752"/>
          </a:xfrm>
          <a:prstGeom prst="rect">
            <a:avLst/>
          </a:prstGeom>
        </p:spPr>
      </p:pic>
      <p:sp>
        <p:nvSpPr>
          <p:cNvPr id="103" name="Case 1 - Q1">
            <a:extLst>
              <a:ext uri="{FF2B5EF4-FFF2-40B4-BE49-F238E27FC236}">
                <a16:creationId xmlns:a16="http://schemas.microsoft.com/office/drawing/2014/main" id="{7D61D941-E8F5-0147-A3C3-FAE6CD1901D2}"/>
              </a:ext>
            </a:extLst>
          </p:cNvPr>
          <p:cNvSpPr/>
          <p:nvPr/>
        </p:nvSpPr>
        <p:spPr>
          <a:xfrm>
            <a:off x="3111111" y="1849383"/>
            <a:ext cx="3059090" cy="14679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 xml:space="preserve">Key Parameters: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T</a:t>
            </a:r>
            <a:r>
              <a:rPr lang="en-US" dirty="0">
                <a:solidFill>
                  <a:schemeClr val="accent6"/>
                </a:solidFill>
              </a:rPr>
              <a:t xml:space="preserve"> </a:t>
            </a:r>
            <a:r>
              <a:rPr lang="en-US" dirty="0">
                <a:solidFill>
                  <a:schemeClr val="tx1"/>
                </a:solidFill>
              </a:rPr>
              <a:t>and</a:t>
            </a:r>
            <a:r>
              <a:rPr lang="en-US" dirty="0">
                <a:solidFill>
                  <a:schemeClr val="accent6"/>
                </a:solidFill>
              </a:rPr>
              <a:t xml:space="preserve">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E</a:t>
            </a:r>
            <a:endParaRPr lang="en-US" dirty="0">
              <a:solidFill>
                <a:srgbClr val="FF0000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Low V</a:t>
            </a:r>
            <a:r>
              <a:rPr lang="en-US" baseline="-25000" dirty="0">
                <a:solidFill>
                  <a:schemeClr val="tx1"/>
                </a:solidFill>
              </a:rPr>
              <a:t xml:space="preserve">T </a:t>
            </a:r>
            <a:r>
              <a:rPr lang="en-US" dirty="0">
                <a:solidFill>
                  <a:schemeClr val="tx1"/>
                </a:solidFill>
              </a:rPr>
              <a:t>and V</a:t>
            </a:r>
            <a:r>
              <a:rPr lang="en-US" baseline="-25000" dirty="0">
                <a:solidFill>
                  <a:schemeClr val="tx1"/>
                </a:solidFill>
              </a:rPr>
              <a:t>E</a:t>
            </a:r>
            <a:r>
              <a:rPr lang="en-US" dirty="0">
                <a:solidFill>
                  <a:schemeClr val="tx1"/>
                </a:solidFill>
              </a:rPr>
              <a:t xml:space="preserve"> point to trouble with respiratory mechanics</a:t>
            </a:r>
          </a:p>
        </p:txBody>
      </p:sp>
      <p:pic>
        <p:nvPicPr>
          <p:cNvPr id="91" name="Graphic 90" descr="Cursor with solid fill">
            <a:extLst>
              <a:ext uri="{FF2B5EF4-FFF2-40B4-BE49-F238E27FC236}">
                <a16:creationId xmlns:a16="http://schemas.microsoft.com/office/drawing/2014/main" id="{B707926A-B95D-FD4E-8A57-E0765A8FD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6916" y="1496917"/>
            <a:ext cx="301752" cy="301752"/>
          </a:xfrm>
          <a:prstGeom prst="rect">
            <a:avLst/>
          </a:prstGeom>
        </p:spPr>
      </p:pic>
      <p:sp>
        <p:nvSpPr>
          <p:cNvPr id="104" name="question 1">
            <a:hlinkClick r:id="rId5" action="ppaction://hlinksldjump"/>
            <a:extLst>
              <a:ext uri="{FF2B5EF4-FFF2-40B4-BE49-F238E27FC236}">
                <a16:creationId xmlns:a16="http://schemas.microsoft.com/office/drawing/2014/main" id="{D75FB4E8-30F6-1446-BE6F-7470C9253797}"/>
              </a:ext>
            </a:extLst>
          </p:cNvPr>
          <p:cNvSpPr txBox="1"/>
          <p:nvPr/>
        </p:nvSpPr>
        <p:spPr>
          <a:xfrm>
            <a:off x="8457653" y="5840185"/>
            <a:ext cx="2174800" cy="408623"/>
          </a:xfrm>
          <a:prstGeom prst="roundRect">
            <a:avLst/>
          </a:prstGeom>
          <a:solidFill>
            <a:schemeClr val="accent6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 xml:space="preserve">What if ΔP &gt; 10? </a:t>
            </a:r>
          </a:p>
        </p:txBody>
      </p:sp>
      <p:pic>
        <p:nvPicPr>
          <p:cNvPr id="105" name="Graphic 104" descr="Cursor with solid fill">
            <a:extLst>
              <a:ext uri="{FF2B5EF4-FFF2-40B4-BE49-F238E27FC236}">
                <a16:creationId xmlns:a16="http://schemas.microsoft.com/office/drawing/2014/main" id="{B0A82461-FA8A-9D41-B956-9E331BF8A6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6013" y="6112336"/>
            <a:ext cx="301752" cy="30175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60CA160-D448-BA48-A29C-9695704E88EA}"/>
              </a:ext>
            </a:extLst>
          </p:cNvPr>
          <p:cNvGrpSpPr/>
          <p:nvPr/>
        </p:nvGrpSpPr>
        <p:grpSpPr>
          <a:xfrm>
            <a:off x="4141820" y="3180432"/>
            <a:ext cx="1053132" cy="3460723"/>
            <a:chOff x="4676350" y="2789512"/>
            <a:chExt cx="1053132" cy="3460723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3504A132-6A5E-094D-9C4B-E4B615C08606}"/>
                </a:ext>
              </a:extLst>
            </p:cNvPr>
            <p:cNvSpPr/>
            <p:nvPr/>
          </p:nvSpPr>
          <p:spPr>
            <a:xfrm>
              <a:off x="4676350" y="2789512"/>
              <a:ext cx="1053132" cy="346072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>
                  <a:solidFill>
                    <a:schemeClr val="accent5"/>
                  </a:solidFill>
                </a:rPr>
                <a:t>P</a:t>
              </a:r>
              <a:r>
                <a:rPr lang="en-US" baseline="-25000" dirty="0">
                  <a:solidFill>
                    <a:schemeClr val="accent5"/>
                  </a:solidFill>
                </a:rPr>
                <a:t>Peak</a:t>
              </a:r>
              <a:endParaRPr lang="en-US" dirty="0">
                <a:solidFill>
                  <a:schemeClr val="accent5"/>
                </a:solidFill>
              </a:endParaRPr>
            </a:p>
            <a:p>
              <a:r>
                <a:rPr lang="en-US" sz="3000" dirty="0">
                  <a:solidFill>
                    <a:schemeClr val="accent5"/>
                  </a:solidFill>
                </a:rPr>
                <a:t xml:space="preserve">28 </a:t>
              </a:r>
              <a:r>
                <a:rPr lang="en-US" sz="1000" dirty="0">
                  <a:solidFill>
                    <a:schemeClr val="accent5"/>
                  </a:solidFill>
                </a:rPr>
                <a:t>cm H</a:t>
              </a:r>
              <a:r>
                <a:rPr lang="en-US" sz="1000" baseline="-25000" dirty="0">
                  <a:solidFill>
                    <a:schemeClr val="accent5"/>
                  </a:solidFill>
                </a:rPr>
                <a:t>2</a:t>
              </a:r>
              <a:r>
                <a:rPr lang="en-US" sz="1000" dirty="0">
                  <a:solidFill>
                    <a:schemeClr val="accent5"/>
                  </a:solidFill>
                </a:rPr>
                <a:t xml:space="preserve">O </a:t>
              </a:r>
            </a:p>
            <a:p>
              <a:endParaRPr lang="en-US" sz="1000" dirty="0">
                <a:solidFill>
                  <a:schemeClr val="accent5"/>
                </a:solidFill>
              </a:endParaRPr>
            </a:p>
            <a:p>
              <a:r>
                <a:rPr lang="en-US" dirty="0">
                  <a:solidFill>
                    <a:schemeClr val="accent5"/>
                  </a:solidFill>
                </a:rPr>
                <a:t>V</a:t>
              </a:r>
              <a:r>
                <a:rPr lang="en-US" baseline="-25000" dirty="0">
                  <a:solidFill>
                    <a:schemeClr val="accent5"/>
                  </a:solidFill>
                </a:rPr>
                <a:t>T</a:t>
              </a:r>
            </a:p>
            <a:p>
              <a:r>
                <a:rPr lang="en-US" sz="3000" dirty="0">
                  <a:solidFill>
                    <a:schemeClr val="accent5"/>
                  </a:solidFill>
                </a:rPr>
                <a:t xml:space="preserve">125 </a:t>
              </a:r>
              <a:r>
                <a:rPr lang="en-US" sz="1000" dirty="0">
                  <a:solidFill>
                    <a:schemeClr val="accent5"/>
                  </a:solidFill>
                </a:rPr>
                <a:t>mL</a:t>
              </a:r>
            </a:p>
            <a:p>
              <a:endParaRPr lang="en-US" sz="1000" dirty="0">
                <a:solidFill>
                  <a:schemeClr val="accent5"/>
                </a:solidFill>
              </a:endParaRPr>
            </a:p>
            <a:p>
              <a:r>
                <a:rPr lang="en-US" dirty="0">
                  <a:solidFill>
                    <a:schemeClr val="accent5"/>
                  </a:solidFill>
                </a:rPr>
                <a:t>RR</a:t>
              </a:r>
              <a:endParaRPr lang="en-US" baseline="-25000" dirty="0">
                <a:solidFill>
                  <a:schemeClr val="accent5"/>
                </a:solidFill>
              </a:endParaRPr>
            </a:p>
            <a:p>
              <a:r>
                <a:rPr lang="en-US" sz="3000" dirty="0">
                  <a:solidFill>
                    <a:schemeClr val="accent5"/>
                  </a:solidFill>
                </a:rPr>
                <a:t xml:space="preserve">25 </a:t>
              </a:r>
              <a:r>
                <a:rPr lang="en-US" sz="1000" dirty="0">
                  <a:solidFill>
                    <a:schemeClr val="accent5"/>
                  </a:solidFill>
                </a:rPr>
                <a:t>min</a:t>
              </a:r>
              <a:r>
                <a:rPr lang="en-US" sz="1000" baseline="30000" dirty="0">
                  <a:solidFill>
                    <a:schemeClr val="accent5"/>
                  </a:solidFill>
                </a:rPr>
                <a:t>-1</a:t>
              </a:r>
              <a:r>
                <a:rPr lang="en-US" sz="3000" dirty="0">
                  <a:solidFill>
                    <a:schemeClr val="accent5"/>
                  </a:solidFill>
                </a:rPr>
                <a:t xml:space="preserve"> </a:t>
              </a:r>
            </a:p>
            <a:p>
              <a:endParaRPr lang="en-US" sz="1000" dirty="0">
                <a:solidFill>
                  <a:schemeClr val="accent5"/>
                </a:solidFill>
              </a:endParaRPr>
            </a:p>
            <a:p>
              <a:r>
                <a:rPr lang="en-US" dirty="0">
                  <a:solidFill>
                    <a:schemeClr val="accent5"/>
                  </a:solidFill>
                </a:rPr>
                <a:t>Min Vent</a:t>
              </a:r>
            </a:p>
            <a:p>
              <a:r>
                <a:rPr lang="en-US" sz="3000" dirty="0">
                  <a:solidFill>
                    <a:schemeClr val="accent5"/>
                  </a:solidFill>
                </a:rPr>
                <a:t xml:space="preserve">3.2 </a:t>
              </a:r>
              <a:r>
                <a:rPr lang="en-US" sz="1000" dirty="0">
                  <a:solidFill>
                    <a:schemeClr val="accent5"/>
                  </a:solidFill>
                </a:rPr>
                <a:t>L/min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0B9749-5D49-6D41-A97B-1FC16B877280}"/>
                </a:ext>
              </a:extLst>
            </p:cNvPr>
            <p:cNvSpPr/>
            <p:nvPr/>
          </p:nvSpPr>
          <p:spPr>
            <a:xfrm>
              <a:off x="4728900" y="3705901"/>
              <a:ext cx="967705" cy="75963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A01A371-AD71-BE4D-AA06-3E1962A42C2C}"/>
                </a:ext>
              </a:extLst>
            </p:cNvPr>
            <p:cNvSpPr/>
            <p:nvPr/>
          </p:nvSpPr>
          <p:spPr>
            <a:xfrm>
              <a:off x="4728900" y="5455899"/>
              <a:ext cx="967705" cy="75963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0" name="Connector: Elbow 12">
            <a:extLst>
              <a:ext uri="{FF2B5EF4-FFF2-40B4-BE49-F238E27FC236}">
                <a16:creationId xmlns:a16="http://schemas.microsoft.com/office/drawing/2014/main" id="{8E3030C1-6942-C746-9D67-EE66396A215C}"/>
              </a:ext>
            </a:extLst>
          </p:cNvPr>
          <p:cNvCxnSpPr>
            <a:cxnSpLocks/>
            <a:endCxn id="98" idx="0"/>
          </p:cNvCxnSpPr>
          <p:nvPr/>
        </p:nvCxnSpPr>
        <p:spPr>
          <a:xfrm>
            <a:off x="7201083" y="817662"/>
            <a:ext cx="2174878" cy="38018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Connector: Elbow 12">
            <a:extLst>
              <a:ext uri="{FF2B5EF4-FFF2-40B4-BE49-F238E27FC236}">
                <a16:creationId xmlns:a16="http://schemas.microsoft.com/office/drawing/2014/main" id="{DACFFB7F-746D-FB40-A817-38E192C66FF5}"/>
              </a:ext>
            </a:extLst>
          </p:cNvPr>
          <p:cNvCxnSpPr>
            <a:cxnSpLocks/>
            <a:endCxn id="100" idx="0"/>
          </p:cNvCxnSpPr>
          <p:nvPr/>
        </p:nvCxnSpPr>
        <p:spPr>
          <a:xfrm rot="10800000" flipV="1">
            <a:off x="4640657" y="816483"/>
            <a:ext cx="2560433" cy="38136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40D919-C8CC-D940-BDA8-35C04427D7FD}"/>
              </a:ext>
            </a:extLst>
          </p:cNvPr>
          <p:cNvCxnSpPr>
            <a:cxnSpLocks/>
          </p:cNvCxnSpPr>
          <p:nvPr/>
        </p:nvCxnSpPr>
        <p:spPr>
          <a:xfrm flipV="1">
            <a:off x="7079405" y="589434"/>
            <a:ext cx="0" cy="227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351E300-5EDF-4FC3-ADA9-C45AB7AB7968}"/>
              </a:ext>
            </a:extLst>
          </p:cNvPr>
          <p:cNvSpPr txBox="1"/>
          <p:nvPr/>
        </p:nvSpPr>
        <p:spPr>
          <a:xfrm>
            <a:off x="4280526" y="65396"/>
            <a:ext cx="6467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HOW ARE THE RESPIRATORY MECHANICS?</a:t>
            </a:r>
          </a:p>
        </p:txBody>
      </p:sp>
      <p:sp>
        <p:nvSpPr>
          <p:cNvPr id="39" name="question 1">
            <a:hlinkClick r:id="rId6" action="ppaction://hlinksldjump"/>
            <a:extLst>
              <a:ext uri="{FF2B5EF4-FFF2-40B4-BE49-F238E27FC236}">
                <a16:creationId xmlns:a16="http://schemas.microsoft.com/office/drawing/2014/main" id="{8733050C-9DEC-4ED5-990D-CB3E1D2C03CF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</a:t>
            </a:r>
          </a:p>
        </p:txBody>
      </p:sp>
      <p:sp>
        <p:nvSpPr>
          <p:cNvPr id="40" name="Question 2">
            <a:hlinkClick r:id="rId7" action="ppaction://hlinksldjump"/>
            <a:extLst>
              <a:ext uri="{FF2B5EF4-FFF2-40B4-BE49-F238E27FC236}">
                <a16:creationId xmlns:a16="http://schemas.microsoft.com/office/drawing/2014/main" id="{1347D240-E990-4410-8B81-CC9BE36F99BD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</a:t>
            </a:r>
            <a:r>
              <a:rPr lang="en-US" baseline="-25000" dirty="0">
                <a:solidFill>
                  <a:sysClr val="windowText" lastClr="000000"/>
                </a:solidFill>
              </a:rPr>
              <a:t>2</a:t>
            </a:r>
            <a:r>
              <a:rPr lang="en-US" dirty="0">
                <a:solidFill>
                  <a:sysClr val="windowText" lastClr="000000"/>
                </a:solidFill>
              </a:rPr>
              <a:t xml:space="preserve"> support</a:t>
            </a:r>
          </a:p>
        </p:txBody>
      </p:sp>
      <p:sp>
        <p:nvSpPr>
          <p:cNvPr id="41" name="question 4">
            <a:hlinkClick r:id="rId8" action="ppaction://hlinksldjump"/>
            <a:extLst>
              <a:ext uri="{FF2B5EF4-FFF2-40B4-BE49-F238E27FC236}">
                <a16:creationId xmlns:a16="http://schemas.microsoft.com/office/drawing/2014/main" id="{0EB28549-75C7-40C6-88EF-205BBE9E7623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Ventilation</a:t>
            </a:r>
          </a:p>
        </p:txBody>
      </p:sp>
      <p:pic>
        <p:nvPicPr>
          <p:cNvPr id="43" name="Graphic 42" descr="Cursor with solid fill">
            <a:extLst>
              <a:ext uri="{FF2B5EF4-FFF2-40B4-BE49-F238E27FC236}">
                <a16:creationId xmlns:a16="http://schemas.microsoft.com/office/drawing/2014/main" id="{905009CE-DFE9-4564-AFDA-D609BA4F5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0596" y="945241"/>
            <a:ext cx="301752" cy="301752"/>
          </a:xfrm>
          <a:prstGeom prst="rect">
            <a:avLst/>
          </a:prstGeom>
        </p:spPr>
      </p:pic>
      <p:pic>
        <p:nvPicPr>
          <p:cNvPr id="44" name="Graphic 43" descr="Cursor with solid fill">
            <a:extLst>
              <a:ext uri="{FF2B5EF4-FFF2-40B4-BE49-F238E27FC236}">
                <a16:creationId xmlns:a16="http://schemas.microsoft.com/office/drawing/2014/main" id="{2459C9FA-F7DB-4791-A10A-9D587C1B12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0596" y="1540247"/>
            <a:ext cx="301752" cy="301752"/>
          </a:xfrm>
          <a:prstGeom prst="rect">
            <a:avLst/>
          </a:prstGeom>
        </p:spPr>
      </p:pic>
      <p:pic>
        <p:nvPicPr>
          <p:cNvPr id="45" name="Graphic 44" descr="Cursor with solid fill">
            <a:extLst>
              <a:ext uri="{FF2B5EF4-FFF2-40B4-BE49-F238E27FC236}">
                <a16:creationId xmlns:a16="http://schemas.microsoft.com/office/drawing/2014/main" id="{9F71AA9A-FC9B-49BA-8562-671FA0E53A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0596" y="2088760"/>
            <a:ext cx="301752" cy="301752"/>
          </a:xfrm>
          <a:prstGeom prst="rect">
            <a:avLst/>
          </a:prstGeom>
        </p:spPr>
      </p:pic>
      <p:sp>
        <p:nvSpPr>
          <p:cNvPr id="46" name="question 4">
            <a:hlinkClick r:id="rId9" action="ppaction://hlinksldjump"/>
            <a:extLst>
              <a:ext uri="{FF2B5EF4-FFF2-40B4-BE49-F238E27FC236}">
                <a16:creationId xmlns:a16="http://schemas.microsoft.com/office/drawing/2014/main" id="{359F9AB3-85E4-4924-A79A-E1BB157AF759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47" name="Graphic 46" descr="Cursor with solid fill">
            <a:extLst>
              <a:ext uri="{FF2B5EF4-FFF2-40B4-BE49-F238E27FC236}">
                <a16:creationId xmlns:a16="http://schemas.microsoft.com/office/drawing/2014/main" id="{2C922E3B-3284-4EBD-92B0-FECF9D38D4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sp>
        <p:nvSpPr>
          <p:cNvPr id="52" name="question 3">
            <a:hlinkClick r:id="rId10" action="ppaction://hlinksldjump"/>
            <a:extLst>
              <a:ext uri="{FF2B5EF4-FFF2-40B4-BE49-F238E27FC236}">
                <a16:creationId xmlns:a16="http://schemas.microsoft.com/office/drawing/2014/main" id="{F38CF02E-5549-45AD-93D3-2635107D7145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Mechanics</a:t>
            </a:r>
          </a:p>
        </p:txBody>
      </p:sp>
      <p:sp>
        <p:nvSpPr>
          <p:cNvPr id="57" name="question 1">
            <a:hlinkClick r:id="rId11" action="ppaction://hlinksldjump"/>
            <a:extLst>
              <a:ext uri="{FF2B5EF4-FFF2-40B4-BE49-F238E27FC236}">
                <a16:creationId xmlns:a16="http://schemas.microsoft.com/office/drawing/2014/main" id="{CE7CD055-E6B0-481F-B13C-423714675A88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Orientation</a:t>
            </a:r>
          </a:p>
        </p:txBody>
      </p:sp>
      <p:pic>
        <p:nvPicPr>
          <p:cNvPr id="59" name="Graphic 58" descr="Cursor with solid fill">
            <a:extLst>
              <a:ext uri="{FF2B5EF4-FFF2-40B4-BE49-F238E27FC236}">
                <a16:creationId xmlns:a16="http://schemas.microsoft.com/office/drawing/2014/main" id="{B840C571-35D5-46CB-83E7-65C71CA2A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0596" y="422343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49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</p:childTnLst>
        </p:cTn>
      </p:par>
    </p:tnLst>
    <p:bldLst>
      <p:bldP spid="49" grpId="0" animBg="1"/>
      <p:bldP spid="98" grpId="0" animBg="1"/>
      <p:bldP spid="100" grpId="0" animBg="1"/>
      <p:bldP spid="103" grpId="0" animBg="1"/>
      <p:bldP spid="10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A89B1B06-74B7-B741-B619-9E1A9B192A2A}"/>
              </a:ext>
            </a:extLst>
          </p:cNvPr>
          <p:cNvGrpSpPr/>
          <p:nvPr/>
        </p:nvGrpSpPr>
        <p:grpSpPr>
          <a:xfrm>
            <a:off x="3867664" y="1382357"/>
            <a:ext cx="7132845" cy="4811668"/>
            <a:chOff x="3867664" y="1382357"/>
            <a:chExt cx="7132845" cy="4811668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143E6D2B-9D5E-7D4E-807D-9B54864C2AD9}"/>
                </a:ext>
              </a:extLst>
            </p:cNvPr>
            <p:cNvGrpSpPr/>
            <p:nvPr/>
          </p:nvGrpSpPr>
          <p:grpSpPr>
            <a:xfrm>
              <a:off x="3867664" y="1382357"/>
              <a:ext cx="7132845" cy="4811668"/>
              <a:chOff x="3867664" y="1382357"/>
              <a:chExt cx="7132845" cy="4811668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2F1C1155-23BC-8D4B-B4BA-EABBBB77E4D8}"/>
                  </a:ext>
                </a:extLst>
              </p:cNvPr>
              <p:cNvSpPr/>
              <p:nvPr/>
            </p:nvSpPr>
            <p:spPr>
              <a:xfrm>
                <a:off x="3867664" y="1382357"/>
                <a:ext cx="7132845" cy="4811668"/>
              </a:xfrm>
              <a:prstGeom prst="rect">
                <a:avLst/>
              </a:prstGeom>
              <a:solidFill>
                <a:schemeClr val="bg2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7D0EE1A2-C84A-B54A-8FC7-3CC2E96AC3F3}"/>
                  </a:ext>
                </a:extLst>
              </p:cNvPr>
              <p:cNvSpPr/>
              <p:nvPr/>
            </p:nvSpPr>
            <p:spPr>
              <a:xfrm>
                <a:off x="5404449" y="1673355"/>
                <a:ext cx="4219183" cy="39543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AA00A2C2-A5BB-CF48-A1AF-564C6E32C5A9}"/>
                  </a:ext>
                </a:extLst>
              </p:cNvPr>
              <p:cNvSpPr/>
              <p:nvPr/>
            </p:nvSpPr>
            <p:spPr>
              <a:xfrm>
                <a:off x="9897561" y="4995958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35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AA1F62A-60A0-504A-8847-128DE6341693}"/>
                  </a:ext>
                </a:extLst>
              </p:cNvPr>
              <p:cNvSpPr txBox="1"/>
              <p:nvPr/>
            </p:nvSpPr>
            <p:spPr>
              <a:xfrm>
                <a:off x="10058242" y="5757075"/>
                <a:ext cx="5741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FiO</a:t>
                </a:r>
                <a:r>
                  <a:rPr lang="en-US" baseline="-25000" dirty="0"/>
                  <a:t>2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AA2A523-49D3-A340-8C36-C6764EBEDB16}"/>
                  </a:ext>
                </a:extLst>
              </p:cNvPr>
              <p:cNvSpPr txBox="1"/>
              <p:nvPr/>
            </p:nvSpPr>
            <p:spPr>
              <a:xfrm>
                <a:off x="9980610" y="4570030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PEEP</a:t>
                </a:r>
                <a:endParaRPr lang="en-US" baseline="-25000" dirty="0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2C7FF5F-FC98-7448-8D25-4CAB0D905880}"/>
                  </a:ext>
                </a:extLst>
              </p:cNvPr>
              <p:cNvSpPr txBox="1"/>
              <p:nvPr/>
            </p:nvSpPr>
            <p:spPr>
              <a:xfrm>
                <a:off x="10086408" y="2241468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RR</a:t>
                </a:r>
                <a:endParaRPr lang="en-US" baseline="-25000" dirty="0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818E8763-8D73-C74B-B0FE-538420BBC3C5}"/>
                  </a:ext>
                </a:extLst>
              </p:cNvPr>
              <p:cNvGrpSpPr/>
              <p:nvPr/>
            </p:nvGrpSpPr>
            <p:grpSpPr>
              <a:xfrm>
                <a:off x="5832092" y="1883420"/>
                <a:ext cx="3633805" cy="1416221"/>
                <a:chOff x="5288692" y="1890584"/>
                <a:chExt cx="3633805" cy="1416221"/>
              </a:xfrm>
            </p:grpSpPr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12971542-30E1-8A47-8BC0-410EB6B94A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88692" y="1890584"/>
                  <a:ext cx="0" cy="1416219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Arrow Connector 84">
                  <a:extLst>
                    <a:ext uri="{FF2B5EF4-FFF2-40B4-BE49-F238E27FC236}">
                      <a16:creationId xmlns:a16="http://schemas.microsoft.com/office/drawing/2014/main" id="{E6B8183B-81A7-4948-A3C0-24EA9895D4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91671" y="3306804"/>
                  <a:ext cx="3630826" cy="1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004772D-F9F3-264D-9F28-4725960135F9}"/>
                  </a:ext>
                </a:extLst>
              </p:cNvPr>
              <p:cNvSpPr txBox="1"/>
              <p:nvPr/>
            </p:nvSpPr>
            <p:spPr>
              <a:xfrm>
                <a:off x="7324226" y="3255787"/>
                <a:ext cx="6495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Time</a:t>
                </a:r>
                <a:endParaRPr lang="en-US" baseline="-25000" dirty="0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B40A5B7-3BF9-0647-B482-CB78F3FBD022}"/>
                  </a:ext>
                </a:extLst>
              </p:cNvPr>
              <p:cNvSpPr txBox="1"/>
              <p:nvPr/>
            </p:nvSpPr>
            <p:spPr>
              <a:xfrm rot="16200000">
                <a:off x="5161627" y="2406864"/>
                <a:ext cx="9897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Pressure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6CC9294-A103-F64F-A569-D62984919903}"/>
                  </a:ext>
                </a:extLst>
              </p:cNvPr>
              <p:cNvSpPr txBox="1"/>
              <p:nvPr/>
            </p:nvSpPr>
            <p:spPr>
              <a:xfrm>
                <a:off x="10135758" y="3395453"/>
                <a:ext cx="3914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V</a:t>
                </a:r>
                <a:r>
                  <a:rPr lang="en-US" baseline="-25000" dirty="0"/>
                  <a:t>T</a:t>
                </a: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42554B8D-3C55-1B46-BBA5-91662B0AD159}"/>
                  </a:ext>
                </a:extLst>
              </p:cNvPr>
              <p:cNvSpPr/>
              <p:nvPr/>
            </p:nvSpPr>
            <p:spPr>
              <a:xfrm>
                <a:off x="9897561" y="3816104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8</a:t>
                </a: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A957A5ED-D7A1-F340-B777-DAE70B36540C}"/>
                  </a:ext>
                </a:extLst>
              </p:cNvPr>
              <p:cNvSpPr/>
              <p:nvPr/>
            </p:nvSpPr>
            <p:spPr>
              <a:xfrm>
                <a:off x="9897561" y="1456394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24</a:t>
                </a: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91FCB1EA-0D17-D247-B212-86598296896B}"/>
                  </a:ext>
                </a:extLst>
              </p:cNvPr>
              <p:cNvSpPr/>
              <p:nvPr/>
            </p:nvSpPr>
            <p:spPr>
              <a:xfrm>
                <a:off x="9897561" y="2636249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360</a:t>
                </a:r>
              </a:p>
            </p:txBody>
          </p:sp>
        </p:grp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796BB9F7-F522-E248-98D3-8694591BDF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2092" y="3754096"/>
              <a:ext cx="0" cy="141621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E0D801EB-C2EC-4444-9EEC-5B8A9663C2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5071" y="4737827"/>
              <a:ext cx="3630826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79EAD92-7C25-7749-B117-90ABCEBC9F59}"/>
                </a:ext>
              </a:extLst>
            </p:cNvPr>
            <p:cNvSpPr txBox="1"/>
            <p:nvPr/>
          </p:nvSpPr>
          <p:spPr>
            <a:xfrm>
              <a:off x="7324226" y="5133244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3892BD2-F1FE-CE4E-A2C2-62BC32FDF920}"/>
                </a:ext>
              </a:extLst>
            </p:cNvPr>
            <p:cNvSpPr txBox="1"/>
            <p:nvPr/>
          </p:nvSpPr>
          <p:spPr>
            <a:xfrm rot="16200000">
              <a:off x="5341804" y="4277541"/>
              <a:ext cx="629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Flow</a:t>
              </a: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A7320A3-FB03-2D43-9A47-C617B821B6D1}"/>
              </a:ext>
            </a:extLst>
          </p:cNvPr>
          <p:cNvSpPr/>
          <p:nvPr/>
        </p:nvSpPr>
        <p:spPr>
          <a:xfrm>
            <a:off x="4148770" y="1672521"/>
            <a:ext cx="1053132" cy="3460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5"/>
                </a:solidFill>
              </a:rPr>
              <a:t>P</a:t>
            </a:r>
            <a:r>
              <a:rPr lang="en-US" baseline="-25000" dirty="0">
                <a:solidFill>
                  <a:schemeClr val="accent5"/>
                </a:solidFill>
              </a:rPr>
              <a:t>Peak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29 </a:t>
            </a:r>
            <a:r>
              <a:rPr lang="en-US" sz="1000" dirty="0">
                <a:solidFill>
                  <a:schemeClr val="accent5"/>
                </a:solidFill>
              </a:rPr>
              <a:t>cm H</a:t>
            </a:r>
            <a:r>
              <a:rPr lang="en-US" sz="1000" baseline="-25000" dirty="0">
                <a:solidFill>
                  <a:schemeClr val="accent5"/>
                </a:solidFill>
              </a:rPr>
              <a:t>2</a:t>
            </a:r>
            <a:r>
              <a:rPr lang="en-US" sz="1000" dirty="0">
                <a:solidFill>
                  <a:schemeClr val="accent5"/>
                </a:solidFill>
              </a:rPr>
              <a:t xml:space="preserve">O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355 </a:t>
            </a:r>
            <a:r>
              <a:rPr lang="en-US" sz="1000" dirty="0">
                <a:solidFill>
                  <a:schemeClr val="accent5"/>
                </a:solidFill>
              </a:rPr>
              <a:t>mL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RR</a:t>
            </a:r>
            <a:endParaRPr lang="en-US" baseline="-25000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24 </a:t>
            </a:r>
            <a:r>
              <a:rPr lang="en-US" sz="1000" dirty="0">
                <a:solidFill>
                  <a:schemeClr val="accent5"/>
                </a:solidFill>
              </a:rPr>
              <a:t>min</a:t>
            </a:r>
            <a:r>
              <a:rPr lang="en-US" sz="1000" baseline="30000" dirty="0">
                <a:solidFill>
                  <a:schemeClr val="accent5"/>
                </a:solidFill>
              </a:rPr>
              <a:t>-1</a:t>
            </a:r>
            <a:r>
              <a:rPr lang="en-US" sz="3000" dirty="0">
                <a:solidFill>
                  <a:schemeClr val="accent5"/>
                </a:solidFill>
              </a:rPr>
              <a:t xml:space="preserve">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Min Vent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8.5 </a:t>
            </a:r>
            <a:r>
              <a:rPr lang="en-US" sz="1000" dirty="0">
                <a:solidFill>
                  <a:schemeClr val="accent5"/>
                </a:solidFill>
              </a:rPr>
              <a:t>L/min</a:t>
            </a:r>
          </a:p>
          <a:p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08F0159-B0D8-4CE3-852B-AC62308173DE}"/>
              </a:ext>
            </a:extLst>
          </p:cNvPr>
          <p:cNvSpPr/>
          <p:nvPr/>
        </p:nvSpPr>
        <p:spPr>
          <a:xfrm>
            <a:off x="4186127" y="1672521"/>
            <a:ext cx="995192" cy="831724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BE075A8-BBF4-4729-BBF8-4ECEE51DF110}"/>
              </a:ext>
            </a:extLst>
          </p:cNvPr>
          <p:cNvSpPr/>
          <p:nvPr/>
        </p:nvSpPr>
        <p:spPr>
          <a:xfrm>
            <a:off x="9814474" y="3775221"/>
            <a:ext cx="995192" cy="116414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7" name="teachIM logo" descr="Icon  Description automatically generated">
            <a:extLst>
              <a:ext uri="{FF2B5EF4-FFF2-40B4-BE49-F238E27FC236}">
                <a16:creationId xmlns:a16="http://schemas.microsoft.com/office/drawing/2014/main" id="{C5E37F71-3149-4318-9D65-03A7325B0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5503043B-7D58-4EAA-BD23-49EAC2A82AEF}"/>
              </a:ext>
            </a:extLst>
          </p:cNvPr>
          <p:cNvSpPr txBox="1"/>
          <p:nvPr/>
        </p:nvSpPr>
        <p:spPr>
          <a:xfrm>
            <a:off x="4280526" y="65396"/>
            <a:ext cx="6467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HOW ARE THE RESPIRATORY MECHANICS?</a:t>
            </a:r>
          </a:p>
        </p:txBody>
      </p:sp>
      <p:sp>
        <p:nvSpPr>
          <p:cNvPr id="47" name="Freeform: Shape 8">
            <a:extLst>
              <a:ext uri="{FF2B5EF4-FFF2-40B4-BE49-F238E27FC236}">
                <a16:creationId xmlns:a16="http://schemas.microsoft.com/office/drawing/2014/main" id="{C260D532-E5B3-4821-A73C-B46F10F32085}"/>
              </a:ext>
            </a:extLst>
          </p:cNvPr>
          <p:cNvSpPr/>
          <p:nvPr/>
        </p:nvSpPr>
        <p:spPr>
          <a:xfrm>
            <a:off x="5850259" y="1999724"/>
            <a:ext cx="3405674" cy="1045028"/>
          </a:xfrm>
          <a:custGeom>
            <a:avLst/>
            <a:gdLst>
              <a:gd name="connsiteX0" fmla="*/ 0 w 3526972"/>
              <a:gd name="connsiteY0" fmla="*/ 989045 h 1007707"/>
              <a:gd name="connsiteX1" fmla="*/ 373225 w 3526972"/>
              <a:gd name="connsiteY1" fmla="*/ 989045 h 1007707"/>
              <a:gd name="connsiteX2" fmla="*/ 363894 w 3526972"/>
              <a:gd name="connsiteY2" fmla="*/ 354564 h 1007707"/>
              <a:gd name="connsiteX3" fmla="*/ 979715 w 3526972"/>
              <a:gd name="connsiteY3" fmla="*/ 18662 h 1007707"/>
              <a:gd name="connsiteX4" fmla="*/ 989045 w 3526972"/>
              <a:gd name="connsiteY4" fmla="*/ 1007707 h 1007707"/>
              <a:gd name="connsiteX5" fmla="*/ 2015413 w 3526972"/>
              <a:gd name="connsiteY5" fmla="*/ 998376 h 1007707"/>
              <a:gd name="connsiteX6" fmla="*/ 2034074 w 3526972"/>
              <a:gd name="connsiteY6" fmla="*/ 391886 h 1007707"/>
              <a:gd name="connsiteX7" fmla="*/ 2612572 w 3526972"/>
              <a:gd name="connsiteY7" fmla="*/ 27992 h 1007707"/>
              <a:gd name="connsiteX8" fmla="*/ 2677886 w 3526972"/>
              <a:gd name="connsiteY8" fmla="*/ 0 h 1007707"/>
              <a:gd name="connsiteX9" fmla="*/ 2687217 w 3526972"/>
              <a:gd name="connsiteY9" fmla="*/ 998376 h 1007707"/>
              <a:gd name="connsiteX10" fmla="*/ 3526972 w 3526972"/>
              <a:gd name="connsiteY10" fmla="*/ 979715 h 1007707"/>
              <a:gd name="connsiteX0" fmla="*/ 0 w 3526972"/>
              <a:gd name="connsiteY0" fmla="*/ 970383 h 989045"/>
              <a:gd name="connsiteX1" fmla="*/ 373225 w 3526972"/>
              <a:gd name="connsiteY1" fmla="*/ 970383 h 989045"/>
              <a:gd name="connsiteX2" fmla="*/ 363894 w 3526972"/>
              <a:gd name="connsiteY2" fmla="*/ 335902 h 989045"/>
              <a:gd name="connsiteX3" fmla="*/ 979715 w 3526972"/>
              <a:gd name="connsiteY3" fmla="*/ 0 h 989045"/>
              <a:gd name="connsiteX4" fmla="*/ 989045 w 3526972"/>
              <a:gd name="connsiteY4" fmla="*/ 989045 h 989045"/>
              <a:gd name="connsiteX5" fmla="*/ 2015413 w 3526972"/>
              <a:gd name="connsiteY5" fmla="*/ 979714 h 989045"/>
              <a:gd name="connsiteX6" fmla="*/ 2034074 w 3526972"/>
              <a:gd name="connsiteY6" fmla="*/ 373224 h 989045"/>
              <a:gd name="connsiteX7" fmla="*/ 2612572 w 3526972"/>
              <a:gd name="connsiteY7" fmla="*/ 9330 h 989045"/>
              <a:gd name="connsiteX8" fmla="*/ 2687217 w 3526972"/>
              <a:gd name="connsiteY8" fmla="*/ 979714 h 989045"/>
              <a:gd name="connsiteX9" fmla="*/ 3526972 w 3526972"/>
              <a:gd name="connsiteY9" fmla="*/ 961053 h 989045"/>
              <a:gd name="connsiteX0" fmla="*/ 0 w 3526972"/>
              <a:gd name="connsiteY0" fmla="*/ 1007706 h 1026368"/>
              <a:gd name="connsiteX1" fmla="*/ 373225 w 3526972"/>
              <a:gd name="connsiteY1" fmla="*/ 1007706 h 1026368"/>
              <a:gd name="connsiteX2" fmla="*/ 363894 w 3526972"/>
              <a:gd name="connsiteY2" fmla="*/ 373225 h 1026368"/>
              <a:gd name="connsiteX3" fmla="*/ 979715 w 3526972"/>
              <a:gd name="connsiteY3" fmla="*/ 37323 h 1026368"/>
              <a:gd name="connsiteX4" fmla="*/ 989045 w 3526972"/>
              <a:gd name="connsiteY4" fmla="*/ 1026368 h 1026368"/>
              <a:gd name="connsiteX5" fmla="*/ 2015413 w 3526972"/>
              <a:gd name="connsiteY5" fmla="*/ 1017037 h 1026368"/>
              <a:gd name="connsiteX6" fmla="*/ 2034074 w 3526972"/>
              <a:gd name="connsiteY6" fmla="*/ 410547 h 1026368"/>
              <a:gd name="connsiteX7" fmla="*/ 2687217 w 3526972"/>
              <a:gd name="connsiteY7" fmla="*/ 0 h 1026368"/>
              <a:gd name="connsiteX8" fmla="*/ 2687217 w 3526972"/>
              <a:gd name="connsiteY8" fmla="*/ 1017037 h 1026368"/>
              <a:gd name="connsiteX9" fmla="*/ 3526972 w 3526972"/>
              <a:gd name="connsiteY9" fmla="*/ 998376 h 1026368"/>
              <a:gd name="connsiteX0" fmla="*/ 0 w 3415005"/>
              <a:gd name="connsiteY0" fmla="*/ 1007706 h 1026368"/>
              <a:gd name="connsiteX1" fmla="*/ 373225 w 3415005"/>
              <a:gd name="connsiteY1" fmla="*/ 1007706 h 1026368"/>
              <a:gd name="connsiteX2" fmla="*/ 363894 w 3415005"/>
              <a:gd name="connsiteY2" fmla="*/ 373225 h 1026368"/>
              <a:gd name="connsiteX3" fmla="*/ 979715 w 3415005"/>
              <a:gd name="connsiteY3" fmla="*/ 37323 h 1026368"/>
              <a:gd name="connsiteX4" fmla="*/ 989045 w 3415005"/>
              <a:gd name="connsiteY4" fmla="*/ 1026368 h 1026368"/>
              <a:gd name="connsiteX5" fmla="*/ 2015413 w 3415005"/>
              <a:gd name="connsiteY5" fmla="*/ 1017037 h 1026368"/>
              <a:gd name="connsiteX6" fmla="*/ 2034074 w 3415005"/>
              <a:gd name="connsiteY6" fmla="*/ 410547 h 1026368"/>
              <a:gd name="connsiteX7" fmla="*/ 2687217 w 3415005"/>
              <a:gd name="connsiteY7" fmla="*/ 0 h 1026368"/>
              <a:gd name="connsiteX8" fmla="*/ 2687217 w 3415005"/>
              <a:gd name="connsiteY8" fmla="*/ 1017037 h 1026368"/>
              <a:gd name="connsiteX9" fmla="*/ 3415005 w 3415005"/>
              <a:gd name="connsiteY9" fmla="*/ 998376 h 1026368"/>
              <a:gd name="connsiteX0" fmla="*/ 0 w 3415005"/>
              <a:gd name="connsiteY0" fmla="*/ 1007706 h 1026368"/>
              <a:gd name="connsiteX1" fmla="*/ 373225 w 3415005"/>
              <a:gd name="connsiteY1" fmla="*/ 1007706 h 1026368"/>
              <a:gd name="connsiteX2" fmla="*/ 363894 w 3415005"/>
              <a:gd name="connsiteY2" fmla="*/ 373225 h 1026368"/>
              <a:gd name="connsiteX3" fmla="*/ 979715 w 3415005"/>
              <a:gd name="connsiteY3" fmla="*/ 37323 h 1026368"/>
              <a:gd name="connsiteX4" fmla="*/ 989045 w 3415005"/>
              <a:gd name="connsiteY4" fmla="*/ 1026368 h 1026368"/>
              <a:gd name="connsiteX5" fmla="*/ 2015413 w 3415005"/>
              <a:gd name="connsiteY5" fmla="*/ 1017037 h 1026368"/>
              <a:gd name="connsiteX6" fmla="*/ 2034074 w 3415005"/>
              <a:gd name="connsiteY6" fmla="*/ 410547 h 1026368"/>
              <a:gd name="connsiteX7" fmla="*/ 2687217 w 3415005"/>
              <a:gd name="connsiteY7" fmla="*/ 0 h 1026368"/>
              <a:gd name="connsiteX8" fmla="*/ 2687217 w 3415005"/>
              <a:gd name="connsiteY8" fmla="*/ 1017037 h 1026368"/>
              <a:gd name="connsiteX9" fmla="*/ 3415005 w 3415005"/>
              <a:gd name="connsiteY9" fmla="*/ 1017037 h 1026368"/>
              <a:gd name="connsiteX0" fmla="*/ 0 w 3405674"/>
              <a:gd name="connsiteY0" fmla="*/ 1035698 h 1035698"/>
              <a:gd name="connsiteX1" fmla="*/ 363894 w 3405674"/>
              <a:gd name="connsiteY1" fmla="*/ 1007706 h 1035698"/>
              <a:gd name="connsiteX2" fmla="*/ 354563 w 3405674"/>
              <a:gd name="connsiteY2" fmla="*/ 373225 h 1035698"/>
              <a:gd name="connsiteX3" fmla="*/ 970384 w 3405674"/>
              <a:gd name="connsiteY3" fmla="*/ 37323 h 1035698"/>
              <a:gd name="connsiteX4" fmla="*/ 979714 w 3405674"/>
              <a:gd name="connsiteY4" fmla="*/ 1026368 h 1035698"/>
              <a:gd name="connsiteX5" fmla="*/ 2006082 w 3405674"/>
              <a:gd name="connsiteY5" fmla="*/ 1017037 h 1035698"/>
              <a:gd name="connsiteX6" fmla="*/ 2024743 w 3405674"/>
              <a:gd name="connsiteY6" fmla="*/ 410547 h 1035698"/>
              <a:gd name="connsiteX7" fmla="*/ 2677886 w 3405674"/>
              <a:gd name="connsiteY7" fmla="*/ 0 h 1035698"/>
              <a:gd name="connsiteX8" fmla="*/ 2677886 w 3405674"/>
              <a:gd name="connsiteY8" fmla="*/ 1017037 h 1035698"/>
              <a:gd name="connsiteX9" fmla="*/ 3405674 w 3405674"/>
              <a:gd name="connsiteY9" fmla="*/ 1017037 h 1035698"/>
              <a:gd name="connsiteX0" fmla="*/ 0 w 3405674"/>
              <a:gd name="connsiteY0" fmla="*/ 1035698 h 1035698"/>
              <a:gd name="connsiteX1" fmla="*/ 335903 w 3405674"/>
              <a:gd name="connsiteY1" fmla="*/ 1017036 h 1035698"/>
              <a:gd name="connsiteX2" fmla="*/ 354563 w 3405674"/>
              <a:gd name="connsiteY2" fmla="*/ 373225 h 1035698"/>
              <a:gd name="connsiteX3" fmla="*/ 970384 w 3405674"/>
              <a:gd name="connsiteY3" fmla="*/ 37323 h 1035698"/>
              <a:gd name="connsiteX4" fmla="*/ 979714 w 3405674"/>
              <a:gd name="connsiteY4" fmla="*/ 1026368 h 1035698"/>
              <a:gd name="connsiteX5" fmla="*/ 2006082 w 3405674"/>
              <a:gd name="connsiteY5" fmla="*/ 1017037 h 1035698"/>
              <a:gd name="connsiteX6" fmla="*/ 2024743 w 3405674"/>
              <a:gd name="connsiteY6" fmla="*/ 410547 h 1035698"/>
              <a:gd name="connsiteX7" fmla="*/ 2677886 w 3405674"/>
              <a:gd name="connsiteY7" fmla="*/ 0 h 1035698"/>
              <a:gd name="connsiteX8" fmla="*/ 2677886 w 3405674"/>
              <a:gd name="connsiteY8" fmla="*/ 1017037 h 1035698"/>
              <a:gd name="connsiteX9" fmla="*/ 3405674 w 3405674"/>
              <a:gd name="connsiteY9" fmla="*/ 1017037 h 1035698"/>
              <a:gd name="connsiteX0" fmla="*/ 0 w 3405674"/>
              <a:gd name="connsiteY0" fmla="*/ 1035698 h 1035698"/>
              <a:gd name="connsiteX1" fmla="*/ 335903 w 3405674"/>
              <a:gd name="connsiteY1" fmla="*/ 1017036 h 1035698"/>
              <a:gd name="connsiteX2" fmla="*/ 317240 w 3405674"/>
              <a:gd name="connsiteY2" fmla="*/ 457200 h 1035698"/>
              <a:gd name="connsiteX3" fmla="*/ 970384 w 3405674"/>
              <a:gd name="connsiteY3" fmla="*/ 37323 h 1035698"/>
              <a:gd name="connsiteX4" fmla="*/ 979714 w 3405674"/>
              <a:gd name="connsiteY4" fmla="*/ 1026368 h 1035698"/>
              <a:gd name="connsiteX5" fmla="*/ 2006082 w 3405674"/>
              <a:gd name="connsiteY5" fmla="*/ 1017037 h 1035698"/>
              <a:gd name="connsiteX6" fmla="*/ 2024743 w 3405674"/>
              <a:gd name="connsiteY6" fmla="*/ 410547 h 1035698"/>
              <a:gd name="connsiteX7" fmla="*/ 2677886 w 3405674"/>
              <a:gd name="connsiteY7" fmla="*/ 0 h 1035698"/>
              <a:gd name="connsiteX8" fmla="*/ 2677886 w 3405674"/>
              <a:gd name="connsiteY8" fmla="*/ 1017037 h 1035698"/>
              <a:gd name="connsiteX9" fmla="*/ 3405674 w 3405674"/>
              <a:gd name="connsiteY9" fmla="*/ 1017037 h 103569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2006082 w 3405674"/>
              <a:gd name="connsiteY5" fmla="*/ 1017037 h 1045028"/>
              <a:gd name="connsiteX6" fmla="*/ 2024743 w 3405674"/>
              <a:gd name="connsiteY6" fmla="*/ 410547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2006082 w 3405674"/>
              <a:gd name="connsiteY5" fmla="*/ 1017037 h 1045028"/>
              <a:gd name="connsiteX6" fmla="*/ 1987420 w 3405674"/>
              <a:gd name="connsiteY6" fmla="*/ 391885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59429 w 3405674"/>
              <a:gd name="connsiteY5" fmla="*/ 1017037 h 1045028"/>
              <a:gd name="connsiteX6" fmla="*/ 1987420 w 3405674"/>
              <a:gd name="connsiteY6" fmla="*/ 391885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1987420 w 3405674"/>
              <a:gd name="connsiteY6" fmla="*/ 391885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1996751 w 3405674"/>
              <a:gd name="connsiteY6" fmla="*/ 466530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998377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17038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05674" h="1045028">
                <a:moveTo>
                  <a:pt x="0" y="1035698"/>
                </a:moveTo>
                <a:lnTo>
                  <a:pt x="298580" y="1045028"/>
                </a:lnTo>
                <a:lnTo>
                  <a:pt x="317240" y="457200"/>
                </a:lnTo>
                <a:lnTo>
                  <a:pt x="970384" y="37323"/>
                </a:lnTo>
                <a:lnTo>
                  <a:pt x="979714" y="1017038"/>
                </a:lnTo>
                <a:lnTo>
                  <a:pt x="1987421" y="1007706"/>
                </a:lnTo>
                <a:cubicBezTo>
                  <a:pt x="1987421" y="802432"/>
                  <a:pt x="2006082" y="643813"/>
                  <a:pt x="2006082" y="438539"/>
                </a:cubicBezTo>
                <a:lnTo>
                  <a:pt x="2677886" y="0"/>
                </a:lnTo>
                <a:lnTo>
                  <a:pt x="2677886" y="1017037"/>
                </a:lnTo>
                <a:lnTo>
                  <a:pt x="3405674" y="1017037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10">
            <a:extLst>
              <a:ext uri="{FF2B5EF4-FFF2-40B4-BE49-F238E27FC236}">
                <a16:creationId xmlns:a16="http://schemas.microsoft.com/office/drawing/2014/main" id="{3C1A4B06-7BEC-4EF5-9FE5-CCBB640AE8CA}"/>
              </a:ext>
            </a:extLst>
          </p:cNvPr>
          <p:cNvSpPr/>
          <p:nvPr/>
        </p:nvSpPr>
        <p:spPr>
          <a:xfrm>
            <a:off x="5840927" y="3884507"/>
            <a:ext cx="3536302" cy="1390262"/>
          </a:xfrm>
          <a:custGeom>
            <a:avLst/>
            <a:gdLst>
              <a:gd name="connsiteX0" fmla="*/ 0 w 3442996"/>
              <a:gd name="connsiteY0" fmla="*/ 839755 h 1399592"/>
              <a:gd name="connsiteX1" fmla="*/ 270588 w 3442996"/>
              <a:gd name="connsiteY1" fmla="*/ 839755 h 1399592"/>
              <a:gd name="connsiteX2" fmla="*/ 270588 w 3442996"/>
              <a:gd name="connsiteY2" fmla="*/ 27992 h 1399592"/>
              <a:gd name="connsiteX3" fmla="*/ 961053 w 3442996"/>
              <a:gd name="connsiteY3" fmla="*/ 37323 h 1399592"/>
              <a:gd name="connsiteX4" fmla="*/ 942392 w 3442996"/>
              <a:gd name="connsiteY4" fmla="*/ 1399592 h 1399592"/>
              <a:gd name="connsiteX5" fmla="*/ 1987421 w 3442996"/>
              <a:gd name="connsiteY5" fmla="*/ 821094 h 1399592"/>
              <a:gd name="connsiteX6" fmla="*/ 1968759 w 3442996"/>
              <a:gd name="connsiteY6" fmla="*/ 0 h 1399592"/>
              <a:gd name="connsiteX7" fmla="*/ 2743200 w 3442996"/>
              <a:gd name="connsiteY7" fmla="*/ 18662 h 1399592"/>
              <a:gd name="connsiteX8" fmla="*/ 2752531 w 3442996"/>
              <a:gd name="connsiteY8" fmla="*/ 1343608 h 1399592"/>
              <a:gd name="connsiteX9" fmla="*/ 3442996 w 3442996"/>
              <a:gd name="connsiteY9" fmla="*/ 849086 h 1399592"/>
              <a:gd name="connsiteX0" fmla="*/ 0 w 3442996"/>
              <a:gd name="connsiteY0" fmla="*/ 839755 h 1399592"/>
              <a:gd name="connsiteX1" fmla="*/ 270588 w 3442996"/>
              <a:gd name="connsiteY1" fmla="*/ 839755 h 1399592"/>
              <a:gd name="connsiteX2" fmla="*/ 270588 w 3442996"/>
              <a:gd name="connsiteY2" fmla="*/ 27992 h 1399592"/>
              <a:gd name="connsiteX3" fmla="*/ 961053 w 3442996"/>
              <a:gd name="connsiteY3" fmla="*/ 37323 h 1399592"/>
              <a:gd name="connsiteX4" fmla="*/ 942392 w 3442996"/>
              <a:gd name="connsiteY4" fmla="*/ 1399592 h 1399592"/>
              <a:gd name="connsiteX5" fmla="*/ 1987421 w 3442996"/>
              <a:gd name="connsiteY5" fmla="*/ 821094 h 1399592"/>
              <a:gd name="connsiteX6" fmla="*/ 1968759 w 3442996"/>
              <a:gd name="connsiteY6" fmla="*/ 0 h 1399592"/>
              <a:gd name="connsiteX7" fmla="*/ 2743200 w 3442996"/>
              <a:gd name="connsiteY7" fmla="*/ 18662 h 1399592"/>
              <a:gd name="connsiteX8" fmla="*/ 2752531 w 3442996"/>
              <a:gd name="connsiteY8" fmla="*/ 1343608 h 1399592"/>
              <a:gd name="connsiteX9" fmla="*/ 3442996 w 3442996"/>
              <a:gd name="connsiteY9" fmla="*/ 849086 h 1399592"/>
              <a:gd name="connsiteX0" fmla="*/ 0 w 3442996"/>
              <a:gd name="connsiteY0" fmla="*/ 839755 h 1399592"/>
              <a:gd name="connsiteX1" fmla="*/ 270588 w 3442996"/>
              <a:gd name="connsiteY1" fmla="*/ 839755 h 1399592"/>
              <a:gd name="connsiteX2" fmla="*/ 270588 w 3442996"/>
              <a:gd name="connsiteY2" fmla="*/ 27992 h 1399592"/>
              <a:gd name="connsiteX3" fmla="*/ 961053 w 3442996"/>
              <a:gd name="connsiteY3" fmla="*/ 37323 h 1399592"/>
              <a:gd name="connsiteX4" fmla="*/ 942392 w 3442996"/>
              <a:gd name="connsiteY4" fmla="*/ 1399592 h 1399592"/>
              <a:gd name="connsiteX5" fmla="*/ 1987421 w 3442996"/>
              <a:gd name="connsiteY5" fmla="*/ 821094 h 1399592"/>
              <a:gd name="connsiteX6" fmla="*/ 1968759 w 3442996"/>
              <a:gd name="connsiteY6" fmla="*/ 0 h 1399592"/>
              <a:gd name="connsiteX7" fmla="*/ 2743200 w 3442996"/>
              <a:gd name="connsiteY7" fmla="*/ 18662 h 1399592"/>
              <a:gd name="connsiteX8" fmla="*/ 2752531 w 3442996"/>
              <a:gd name="connsiteY8" fmla="*/ 1343608 h 1399592"/>
              <a:gd name="connsiteX9" fmla="*/ 3442996 w 3442996"/>
              <a:gd name="connsiteY9" fmla="*/ 849086 h 1399592"/>
              <a:gd name="connsiteX0" fmla="*/ 0 w 3442996"/>
              <a:gd name="connsiteY0" fmla="*/ 839755 h 1399592"/>
              <a:gd name="connsiteX1" fmla="*/ 270588 w 3442996"/>
              <a:gd name="connsiteY1" fmla="*/ 839755 h 1399592"/>
              <a:gd name="connsiteX2" fmla="*/ 270588 w 3442996"/>
              <a:gd name="connsiteY2" fmla="*/ 27992 h 1399592"/>
              <a:gd name="connsiteX3" fmla="*/ 961053 w 3442996"/>
              <a:gd name="connsiteY3" fmla="*/ 37323 h 1399592"/>
              <a:gd name="connsiteX4" fmla="*/ 942392 w 3442996"/>
              <a:gd name="connsiteY4" fmla="*/ 1399592 h 1399592"/>
              <a:gd name="connsiteX5" fmla="*/ 1987421 w 3442996"/>
              <a:gd name="connsiteY5" fmla="*/ 821094 h 1399592"/>
              <a:gd name="connsiteX6" fmla="*/ 1968759 w 3442996"/>
              <a:gd name="connsiteY6" fmla="*/ 0 h 1399592"/>
              <a:gd name="connsiteX7" fmla="*/ 2743200 w 3442996"/>
              <a:gd name="connsiteY7" fmla="*/ 18662 h 1399592"/>
              <a:gd name="connsiteX8" fmla="*/ 2752531 w 3442996"/>
              <a:gd name="connsiteY8" fmla="*/ 1343608 h 1399592"/>
              <a:gd name="connsiteX9" fmla="*/ 3442996 w 3442996"/>
              <a:gd name="connsiteY9" fmla="*/ 849086 h 1399592"/>
              <a:gd name="connsiteX0" fmla="*/ 0 w 3564294"/>
              <a:gd name="connsiteY0" fmla="*/ 839755 h 1399592"/>
              <a:gd name="connsiteX1" fmla="*/ 270588 w 3564294"/>
              <a:gd name="connsiteY1" fmla="*/ 839755 h 1399592"/>
              <a:gd name="connsiteX2" fmla="*/ 270588 w 3564294"/>
              <a:gd name="connsiteY2" fmla="*/ 27992 h 1399592"/>
              <a:gd name="connsiteX3" fmla="*/ 961053 w 3564294"/>
              <a:gd name="connsiteY3" fmla="*/ 37323 h 1399592"/>
              <a:gd name="connsiteX4" fmla="*/ 942392 w 3564294"/>
              <a:gd name="connsiteY4" fmla="*/ 1399592 h 1399592"/>
              <a:gd name="connsiteX5" fmla="*/ 1987421 w 3564294"/>
              <a:gd name="connsiteY5" fmla="*/ 821094 h 1399592"/>
              <a:gd name="connsiteX6" fmla="*/ 1968759 w 3564294"/>
              <a:gd name="connsiteY6" fmla="*/ 0 h 1399592"/>
              <a:gd name="connsiteX7" fmla="*/ 2743200 w 3564294"/>
              <a:gd name="connsiteY7" fmla="*/ 18662 h 1399592"/>
              <a:gd name="connsiteX8" fmla="*/ 2752531 w 3564294"/>
              <a:gd name="connsiteY8" fmla="*/ 1343608 h 1399592"/>
              <a:gd name="connsiteX9" fmla="*/ 3564294 w 3564294"/>
              <a:gd name="connsiteY9" fmla="*/ 849086 h 1399592"/>
              <a:gd name="connsiteX0" fmla="*/ 0 w 3564294"/>
              <a:gd name="connsiteY0" fmla="*/ 839755 h 1399592"/>
              <a:gd name="connsiteX1" fmla="*/ 270588 w 3564294"/>
              <a:gd name="connsiteY1" fmla="*/ 839755 h 1399592"/>
              <a:gd name="connsiteX2" fmla="*/ 270588 w 3564294"/>
              <a:gd name="connsiteY2" fmla="*/ 27992 h 1399592"/>
              <a:gd name="connsiteX3" fmla="*/ 961053 w 3564294"/>
              <a:gd name="connsiteY3" fmla="*/ 37323 h 1399592"/>
              <a:gd name="connsiteX4" fmla="*/ 942392 w 3564294"/>
              <a:gd name="connsiteY4" fmla="*/ 1399592 h 1399592"/>
              <a:gd name="connsiteX5" fmla="*/ 1987421 w 3564294"/>
              <a:gd name="connsiteY5" fmla="*/ 821094 h 1399592"/>
              <a:gd name="connsiteX6" fmla="*/ 1968759 w 3564294"/>
              <a:gd name="connsiteY6" fmla="*/ 0 h 1399592"/>
              <a:gd name="connsiteX7" fmla="*/ 2743200 w 3564294"/>
              <a:gd name="connsiteY7" fmla="*/ 18662 h 1399592"/>
              <a:gd name="connsiteX8" fmla="*/ 2752531 w 3564294"/>
              <a:gd name="connsiteY8" fmla="*/ 1343608 h 1399592"/>
              <a:gd name="connsiteX9" fmla="*/ 3564294 w 3564294"/>
              <a:gd name="connsiteY9" fmla="*/ 849086 h 1399592"/>
              <a:gd name="connsiteX0" fmla="*/ 0 w 3554963"/>
              <a:gd name="connsiteY0" fmla="*/ 839755 h 1399592"/>
              <a:gd name="connsiteX1" fmla="*/ 270588 w 3554963"/>
              <a:gd name="connsiteY1" fmla="*/ 839755 h 1399592"/>
              <a:gd name="connsiteX2" fmla="*/ 270588 w 3554963"/>
              <a:gd name="connsiteY2" fmla="*/ 27992 h 1399592"/>
              <a:gd name="connsiteX3" fmla="*/ 961053 w 3554963"/>
              <a:gd name="connsiteY3" fmla="*/ 37323 h 1399592"/>
              <a:gd name="connsiteX4" fmla="*/ 942392 w 3554963"/>
              <a:gd name="connsiteY4" fmla="*/ 1399592 h 1399592"/>
              <a:gd name="connsiteX5" fmla="*/ 1987421 w 3554963"/>
              <a:gd name="connsiteY5" fmla="*/ 821094 h 1399592"/>
              <a:gd name="connsiteX6" fmla="*/ 1968759 w 3554963"/>
              <a:gd name="connsiteY6" fmla="*/ 0 h 1399592"/>
              <a:gd name="connsiteX7" fmla="*/ 2743200 w 3554963"/>
              <a:gd name="connsiteY7" fmla="*/ 18662 h 1399592"/>
              <a:gd name="connsiteX8" fmla="*/ 2752531 w 3554963"/>
              <a:gd name="connsiteY8" fmla="*/ 1343608 h 1399592"/>
              <a:gd name="connsiteX9" fmla="*/ 3554963 w 3554963"/>
              <a:gd name="connsiteY9" fmla="*/ 886408 h 1399592"/>
              <a:gd name="connsiteX0" fmla="*/ 0 w 3536302"/>
              <a:gd name="connsiteY0" fmla="*/ 839755 h 1399592"/>
              <a:gd name="connsiteX1" fmla="*/ 270588 w 3536302"/>
              <a:gd name="connsiteY1" fmla="*/ 839755 h 1399592"/>
              <a:gd name="connsiteX2" fmla="*/ 270588 w 3536302"/>
              <a:gd name="connsiteY2" fmla="*/ 27992 h 1399592"/>
              <a:gd name="connsiteX3" fmla="*/ 961053 w 3536302"/>
              <a:gd name="connsiteY3" fmla="*/ 37323 h 1399592"/>
              <a:gd name="connsiteX4" fmla="*/ 942392 w 3536302"/>
              <a:gd name="connsiteY4" fmla="*/ 1399592 h 1399592"/>
              <a:gd name="connsiteX5" fmla="*/ 1987421 w 3536302"/>
              <a:gd name="connsiteY5" fmla="*/ 821094 h 1399592"/>
              <a:gd name="connsiteX6" fmla="*/ 1968759 w 3536302"/>
              <a:gd name="connsiteY6" fmla="*/ 0 h 1399592"/>
              <a:gd name="connsiteX7" fmla="*/ 2743200 w 3536302"/>
              <a:gd name="connsiteY7" fmla="*/ 18662 h 1399592"/>
              <a:gd name="connsiteX8" fmla="*/ 2752531 w 3536302"/>
              <a:gd name="connsiteY8" fmla="*/ 1343608 h 1399592"/>
              <a:gd name="connsiteX9" fmla="*/ 3536302 w 3536302"/>
              <a:gd name="connsiteY9" fmla="*/ 933061 h 1399592"/>
              <a:gd name="connsiteX0" fmla="*/ 0 w 3536302"/>
              <a:gd name="connsiteY0" fmla="*/ 839755 h 1399592"/>
              <a:gd name="connsiteX1" fmla="*/ 270588 w 3536302"/>
              <a:gd name="connsiteY1" fmla="*/ 839755 h 1399592"/>
              <a:gd name="connsiteX2" fmla="*/ 270588 w 3536302"/>
              <a:gd name="connsiteY2" fmla="*/ 27992 h 1399592"/>
              <a:gd name="connsiteX3" fmla="*/ 961053 w 3536302"/>
              <a:gd name="connsiteY3" fmla="*/ 37323 h 1399592"/>
              <a:gd name="connsiteX4" fmla="*/ 942392 w 3536302"/>
              <a:gd name="connsiteY4" fmla="*/ 1399592 h 1399592"/>
              <a:gd name="connsiteX5" fmla="*/ 1987421 w 3536302"/>
              <a:gd name="connsiteY5" fmla="*/ 821094 h 1399592"/>
              <a:gd name="connsiteX6" fmla="*/ 1968759 w 3536302"/>
              <a:gd name="connsiteY6" fmla="*/ 0 h 1399592"/>
              <a:gd name="connsiteX7" fmla="*/ 2743200 w 3536302"/>
              <a:gd name="connsiteY7" fmla="*/ 18662 h 1399592"/>
              <a:gd name="connsiteX8" fmla="*/ 2752531 w 3536302"/>
              <a:gd name="connsiteY8" fmla="*/ 1343608 h 1399592"/>
              <a:gd name="connsiteX9" fmla="*/ 3536302 w 3536302"/>
              <a:gd name="connsiteY9" fmla="*/ 933061 h 1399592"/>
              <a:gd name="connsiteX0" fmla="*/ 0 w 3536302"/>
              <a:gd name="connsiteY0" fmla="*/ 839755 h 1399592"/>
              <a:gd name="connsiteX1" fmla="*/ 270588 w 3536302"/>
              <a:gd name="connsiteY1" fmla="*/ 839755 h 1399592"/>
              <a:gd name="connsiteX2" fmla="*/ 270588 w 3536302"/>
              <a:gd name="connsiteY2" fmla="*/ 27992 h 1399592"/>
              <a:gd name="connsiteX3" fmla="*/ 961053 w 3536302"/>
              <a:gd name="connsiteY3" fmla="*/ 37323 h 1399592"/>
              <a:gd name="connsiteX4" fmla="*/ 942392 w 3536302"/>
              <a:gd name="connsiteY4" fmla="*/ 1399592 h 1399592"/>
              <a:gd name="connsiteX5" fmla="*/ 1987421 w 3536302"/>
              <a:gd name="connsiteY5" fmla="*/ 821094 h 1399592"/>
              <a:gd name="connsiteX6" fmla="*/ 1987421 w 3536302"/>
              <a:gd name="connsiteY6" fmla="*/ 0 h 1399592"/>
              <a:gd name="connsiteX7" fmla="*/ 2743200 w 3536302"/>
              <a:gd name="connsiteY7" fmla="*/ 18662 h 1399592"/>
              <a:gd name="connsiteX8" fmla="*/ 2752531 w 3536302"/>
              <a:gd name="connsiteY8" fmla="*/ 1343608 h 1399592"/>
              <a:gd name="connsiteX9" fmla="*/ 3536302 w 3536302"/>
              <a:gd name="connsiteY9" fmla="*/ 933061 h 1399592"/>
              <a:gd name="connsiteX0" fmla="*/ 0 w 3536302"/>
              <a:gd name="connsiteY0" fmla="*/ 830425 h 1390262"/>
              <a:gd name="connsiteX1" fmla="*/ 270588 w 3536302"/>
              <a:gd name="connsiteY1" fmla="*/ 830425 h 1390262"/>
              <a:gd name="connsiteX2" fmla="*/ 270588 w 3536302"/>
              <a:gd name="connsiteY2" fmla="*/ 18662 h 1390262"/>
              <a:gd name="connsiteX3" fmla="*/ 961053 w 3536302"/>
              <a:gd name="connsiteY3" fmla="*/ 27993 h 1390262"/>
              <a:gd name="connsiteX4" fmla="*/ 942392 w 3536302"/>
              <a:gd name="connsiteY4" fmla="*/ 1390262 h 1390262"/>
              <a:gd name="connsiteX5" fmla="*/ 1987421 w 3536302"/>
              <a:gd name="connsiteY5" fmla="*/ 811764 h 1390262"/>
              <a:gd name="connsiteX6" fmla="*/ 2006083 w 3536302"/>
              <a:gd name="connsiteY6" fmla="*/ 0 h 1390262"/>
              <a:gd name="connsiteX7" fmla="*/ 2743200 w 3536302"/>
              <a:gd name="connsiteY7" fmla="*/ 9332 h 1390262"/>
              <a:gd name="connsiteX8" fmla="*/ 2752531 w 3536302"/>
              <a:gd name="connsiteY8" fmla="*/ 1334278 h 1390262"/>
              <a:gd name="connsiteX9" fmla="*/ 3536302 w 3536302"/>
              <a:gd name="connsiteY9" fmla="*/ 923731 h 1390262"/>
              <a:gd name="connsiteX0" fmla="*/ 0 w 3536302"/>
              <a:gd name="connsiteY0" fmla="*/ 830425 h 1390262"/>
              <a:gd name="connsiteX1" fmla="*/ 270588 w 3536302"/>
              <a:gd name="connsiteY1" fmla="*/ 830425 h 1390262"/>
              <a:gd name="connsiteX2" fmla="*/ 270588 w 3536302"/>
              <a:gd name="connsiteY2" fmla="*/ 18662 h 1390262"/>
              <a:gd name="connsiteX3" fmla="*/ 961053 w 3536302"/>
              <a:gd name="connsiteY3" fmla="*/ 27993 h 1390262"/>
              <a:gd name="connsiteX4" fmla="*/ 942392 w 3536302"/>
              <a:gd name="connsiteY4" fmla="*/ 1390262 h 1390262"/>
              <a:gd name="connsiteX5" fmla="*/ 1987421 w 3536302"/>
              <a:gd name="connsiteY5" fmla="*/ 811764 h 1390262"/>
              <a:gd name="connsiteX6" fmla="*/ 1987422 w 3536302"/>
              <a:gd name="connsiteY6" fmla="*/ 0 h 1390262"/>
              <a:gd name="connsiteX7" fmla="*/ 2743200 w 3536302"/>
              <a:gd name="connsiteY7" fmla="*/ 9332 h 1390262"/>
              <a:gd name="connsiteX8" fmla="*/ 2752531 w 3536302"/>
              <a:gd name="connsiteY8" fmla="*/ 1334278 h 1390262"/>
              <a:gd name="connsiteX9" fmla="*/ 3536302 w 3536302"/>
              <a:gd name="connsiteY9" fmla="*/ 923731 h 1390262"/>
              <a:gd name="connsiteX0" fmla="*/ 0 w 3536302"/>
              <a:gd name="connsiteY0" fmla="*/ 830425 h 1390262"/>
              <a:gd name="connsiteX1" fmla="*/ 270588 w 3536302"/>
              <a:gd name="connsiteY1" fmla="*/ 830425 h 1390262"/>
              <a:gd name="connsiteX2" fmla="*/ 270588 w 3536302"/>
              <a:gd name="connsiteY2" fmla="*/ 18662 h 1390262"/>
              <a:gd name="connsiteX3" fmla="*/ 961053 w 3536302"/>
              <a:gd name="connsiteY3" fmla="*/ 27993 h 1390262"/>
              <a:gd name="connsiteX4" fmla="*/ 942392 w 3536302"/>
              <a:gd name="connsiteY4" fmla="*/ 1390262 h 1390262"/>
              <a:gd name="connsiteX5" fmla="*/ 1987421 w 3536302"/>
              <a:gd name="connsiteY5" fmla="*/ 811764 h 1390262"/>
              <a:gd name="connsiteX6" fmla="*/ 1987422 w 3536302"/>
              <a:gd name="connsiteY6" fmla="*/ 0 h 1390262"/>
              <a:gd name="connsiteX7" fmla="*/ 2743200 w 3536302"/>
              <a:gd name="connsiteY7" fmla="*/ 9332 h 1390262"/>
              <a:gd name="connsiteX8" fmla="*/ 2724540 w 3536302"/>
              <a:gd name="connsiteY8" fmla="*/ 1334278 h 1390262"/>
              <a:gd name="connsiteX9" fmla="*/ 3536302 w 3536302"/>
              <a:gd name="connsiteY9" fmla="*/ 923731 h 1390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36302" h="1390262">
                <a:moveTo>
                  <a:pt x="0" y="830425"/>
                </a:moveTo>
                <a:lnTo>
                  <a:pt x="270588" y="830425"/>
                </a:lnTo>
                <a:lnTo>
                  <a:pt x="270588" y="18662"/>
                </a:lnTo>
                <a:lnTo>
                  <a:pt x="961053" y="27993"/>
                </a:lnTo>
                <a:lnTo>
                  <a:pt x="942392" y="1390262"/>
                </a:lnTo>
                <a:cubicBezTo>
                  <a:pt x="1272074" y="1094792"/>
                  <a:pt x="1583094" y="920622"/>
                  <a:pt x="1987421" y="811764"/>
                </a:cubicBezTo>
                <a:cubicBezTo>
                  <a:pt x="1987421" y="541176"/>
                  <a:pt x="1987422" y="270588"/>
                  <a:pt x="1987422" y="0"/>
                </a:cubicBezTo>
                <a:lnTo>
                  <a:pt x="2743200" y="9332"/>
                </a:lnTo>
                <a:cubicBezTo>
                  <a:pt x="2746310" y="450981"/>
                  <a:pt x="2721430" y="892629"/>
                  <a:pt x="2724540" y="1334278"/>
                </a:cubicBezTo>
                <a:cubicBezTo>
                  <a:pt x="2936034" y="1113453"/>
                  <a:pt x="3231502" y="1013927"/>
                  <a:pt x="3536302" y="92373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4FC03D2-3089-C24D-A870-B954075E406A}"/>
              </a:ext>
            </a:extLst>
          </p:cNvPr>
          <p:cNvCxnSpPr>
            <a:cxnSpLocks/>
          </p:cNvCxnSpPr>
          <p:nvPr/>
        </p:nvCxnSpPr>
        <p:spPr>
          <a:xfrm>
            <a:off x="7038869" y="2042700"/>
            <a:ext cx="0" cy="979714"/>
          </a:xfrm>
          <a:prstGeom prst="straightConnector1">
            <a:avLst/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ase 1 - Q1">
            <a:extLst>
              <a:ext uri="{FF2B5EF4-FFF2-40B4-BE49-F238E27FC236}">
                <a16:creationId xmlns:a16="http://schemas.microsoft.com/office/drawing/2014/main" id="{1683BA47-2BB7-FE42-9647-FA3F6B16229E}"/>
              </a:ext>
            </a:extLst>
          </p:cNvPr>
          <p:cNvSpPr/>
          <p:nvPr/>
        </p:nvSpPr>
        <p:spPr>
          <a:xfrm>
            <a:off x="7097920" y="2244062"/>
            <a:ext cx="2006102" cy="358514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 xml:space="preserve">ΔP  = 29 – 8  = </a:t>
            </a:r>
            <a:r>
              <a:rPr lang="en-US" sz="1400" b="1" dirty="0">
                <a:solidFill>
                  <a:schemeClr val="bg1"/>
                </a:solidFill>
              </a:rPr>
              <a:t>21</a:t>
            </a:r>
            <a:r>
              <a:rPr lang="en-US" sz="1400" dirty="0">
                <a:solidFill>
                  <a:schemeClr val="bg1"/>
                </a:solidFill>
              </a:rPr>
              <a:t xml:space="preserve"> cm H</a:t>
            </a:r>
            <a:r>
              <a:rPr lang="en-US" sz="1400" baseline="-25000" dirty="0">
                <a:solidFill>
                  <a:schemeClr val="bg1"/>
                </a:solidFill>
              </a:rPr>
              <a:t>2</a:t>
            </a:r>
            <a:r>
              <a:rPr lang="en-US" sz="1400" dirty="0">
                <a:solidFill>
                  <a:schemeClr val="bg1"/>
                </a:solidFill>
              </a:rPr>
              <a:t>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D74896-D052-4126-9E5B-20C5B31E7C59}"/>
              </a:ext>
            </a:extLst>
          </p:cNvPr>
          <p:cNvSpPr txBox="1"/>
          <p:nvPr/>
        </p:nvSpPr>
        <p:spPr>
          <a:xfrm>
            <a:off x="4035798" y="785218"/>
            <a:ext cx="6653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 xml:space="preserve">In Volume-targeted modes, if </a:t>
            </a:r>
            <a:r>
              <a:rPr lang="el-GR" dirty="0">
                <a:solidFill>
                  <a:schemeClr val="tx1"/>
                </a:solidFill>
              </a:rPr>
              <a:t>Δ</a:t>
            </a:r>
            <a:r>
              <a:rPr lang="en-US" dirty="0">
                <a:solidFill>
                  <a:schemeClr val="tx1"/>
                </a:solidFill>
              </a:rPr>
              <a:t>P &gt; 10, perform an inspiratory hold</a:t>
            </a:r>
            <a:endParaRPr lang="en-US" dirty="0"/>
          </a:p>
        </p:txBody>
      </p:sp>
      <p:sp>
        <p:nvSpPr>
          <p:cNvPr id="57" name="question 1">
            <a:hlinkClick r:id="rId3" action="ppaction://hlinksldjump"/>
            <a:extLst>
              <a:ext uri="{FF2B5EF4-FFF2-40B4-BE49-F238E27FC236}">
                <a16:creationId xmlns:a16="http://schemas.microsoft.com/office/drawing/2014/main" id="{8EF4F4BC-CAD5-4F4E-9BEF-58CC5621DC90}"/>
              </a:ext>
            </a:extLst>
          </p:cNvPr>
          <p:cNvSpPr txBox="1"/>
          <p:nvPr/>
        </p:nvSpPr>
        <p:spPr>
          <a:xfrm>
            <a:off x="8958289" y="752522"/>
            <a:ext cx="171771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inspiratory hold</a:t>
            </a:r>
          </a:p>
        </p:txBody>
      </p:sp>
      <p:pic>
        <p:nvPicPr>
          <p:cNvPr id="59" name="Graphic 58" descr="Cursor with solid fill">
            <a:extLst>
              <a:ext uri="{FF2B5EF4-FFF2-40B4-BE49-F238E27FC236}">
                <a16:creationId xmlns:a16="http://schemas.microsoft.com/office/drawing/2014/main" id="{20E785A5-1B86-4A7B-9EE9-0B1BF01757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0333" y="1015852"/>
            <a:ext cx="301752" cy="301752"/>
          </a:xfrm>
          <a:prstGeom prst="rect">
            <a:avLst/>
          </a:prstGeom>
        </p:spPr>
      </p:pic>
      <p:sp>
        <p:nvSpPr>
          <p:cNvPr id="46" name="question 1">
            <a:hlinkClick r:id="rId6" action="ppaction://hlinksldjump"/>
            <a:extLst>
              <a:ext uri="{FF2B5EF4-FFF2-40B4-BE49-F238E27FC236}">
                <a16:creationId xmlns:a16="http://schemas.microsoft.com/office/drawing/2014/main" id="{A89BE2E1-200B-482D-BB5E-44C7A298D879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</a:t>
            </a:r>
          </a:p>
        </p:txBody>
      </p:sp>
      <p:sp>
        <p:nvSpPr>
          <p:cNvPr id="51" name="Question 2">
            <a:hlinkClick r:id="rId7" action="ppaction://hlinksldjump"/>
            <a:extLst>
              <a:ext uri="{FF2B5EF4-FFF2-40B4-BE49-F238E27FC236}">
                <a16:creationId xmlns:a16="http://schemas.microsoft.com/office/drawing/2014/main" id="{E99D7843-24BC-43C5-B0A6-D62AA3531EC2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</a:t>
            </a:r>
            <a:r>
              <a:rPr lang="en-US" baseline="-25000" dirty="0">
                <a:solidFill>
                  <a:sysClr val="windowText" lastClr="000000"/>
                </a:solidFill>
              </a:rPr>
              <a:t>2</a:t>
            </a:r>
            <a:r>
              <a:rPr lang="en-US" dirty="0">
                <a:solidFill>
                  <a:sysClr val="windowText" lastClr="000000"/>
                </a:solidFill>
              </a:rPr>
              <a:t xml:space="preserve"> support</a:t>
            </a:r>
          </a:p>
        </p:txBody>
      </p:sp>
      <p:sp>
        <p:nvSpPr>
          <p:cNvPr id="52" name="question 4">
            <a:hlinkClick r:id="rId8" action="ppaction://hlinksldjump"/>
            <a:extLst>
              <a:ext uri="{FF2B5EF4-FFF2-40B4-BE49-F238E27FC236}">
                <a16:creationId xmlns:a16="http://schemas.microsoft.com/office/drawing/2014/main" id="{4AF9E5F7-DC8D-4665-BAED-A893899A03D6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Ventilation</a:t>
            </a:r>
          </a:p>
        </p:txBody>
      </p:sp>
      <p:pic>
        <p:nvPicPr>
          <p:cNvPr id="60" name="Graphic 59" descr="Cursor with solid fill">
            <a:extLst>
              <a:ext uri="{FF2B5EF4-FFF2-40B4-BE49-F238E27FC236}">
                <a16:creationId xmlns:a16="http://schemas.microsoft.com/office/drawing/2014/main" id="{6B38E959-0937-46B7-9E40-DFAAF47B7F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945241"/>
            <a:ext cx="301752" cy="301752"/>
          </a:xfrm>
          <a:prstGeom prst="rect">
            <a:avLst/>
          </a:prstGeom>
        </p:spPr>
      </p:pic>
      <p:pic>
        <p:nvPicPr>
          <p:cNvPr id="61" name="Graphic 60" descr="Cursor with solid fill">
            <a:extLst>
              <a:ext uri="{FF2B5EF4-FFF2-40B4-BE49-F238E27FC236}">
                <a16:creationId xmlns:a16="http://schemas.microsoft.com/office/drawing/2014/main" id="{17007BFE-E41A-4404-B05A-F72A323D14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1540247"/>
            <a:ext cx="301752" cy="301752"/>
          </a:xfrm>
          <a:prstGeom prst="rect">
            <a:avLst/>
          </a:prstGeom>
        </p:spPr>
      </p:pic>
      <p:pic>
        <p:nvPicPr>
          <p:cNvPr id="64" name="Graphic 63" descr="Cursor with solid fill">
            <a:extLst>
              <a:ext uri="{FF2B5EF4-FFF2-40B4-BE49-F238E27FC236}">
                <a16:creationId xmlns:a16="http://schemas.microsoft.com/office/drawing/2014/main" id="{A9101EF1-0986-4C2A-BA57-9D1CFC8DD2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2088760"/>
            <a:ext cx="301752" cy="301752"/>
          </a:xfrm>
          <a:prstGeom prst="rect">
            <a:avLst/>
          </a:prstGeom>
        </p:spPr>
      </p:pic>
      <p:sp>
        <p:nvSpPr>
          <p:cNvPr id="69" name="question 4">
            <a:hlinkClick r:id="rId9" action="ppaction://hlinksldjump"/>
            <a:extLst>
              <a:ext uri="{FF2B5EF4-FFF2-40B4-BE49-F238E27FC236}">
                <a16:creationId xmlns:a16="http://schemas.microsoft.com/office/drawing/2014/main" id="{A072F1E3-2613-4EF7-940A-2E0E24BAA165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88" name="Graphic 87" descr="Cursor with solid fill">
            <a:extLst>
              <a:ext uri="{FF2B5EF4-FFF2-40B4-BE49-F238E27FC236}">
                <a16:creationId xmlns:a16="http://schemas.microsoft.com/office/drawing/2014/main" id="{89213E89-C785-4A21-8CD4-53FC00A51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sp>
        <p:nvSpPr>
          <p:cNvPr id="89" name="question 3">
            <a:hlinkClick r:id="rId10" action="ppaction://hlinksldjump"/>
            <a:extLst>
              <a:ext uri="{FF2B5EF4-FFF2-40B4-BE49-F238E27FC236}">
                <a16:creationId xmlns:a16="http://schemas.microsoft.com/office/drawing/2014/main" id="{F8CFEA54-BA64-4AF3-9BF5-7DF2F33CCE32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Mechanics</a:t>
            </a:r>
          </a:p>
        </p:txBody>
      </p:sp>
      <p:sp>
        <p:nvSpPr>
          <p:cNvPr id="90" name="question 1">
            <a:hlinkClick r:id="rId11" action="ppaction://hlinksldjump"/>
            <a:extLst>
              <a:ext uri="{FF2B5EF4-FFF2-40B4-BE49-F238E27FC236}">
                <a16:creationId xmlns:a16="http://schemas.microsoft.com/office/drawing/2014/main" id="{BA0EA847-3A40-4635-A18D-EBD7D8886DAE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Orientation</a:t>
            </a:r>
          </a:p>
        </p:txBody>
      </p:sp>
      <p:pic>
        <p:nvPicPr>
          <p:cNvPr id="91" name="Graphic 90" descr="Cursor with solid fill">
            <a:extLst>
              <a:ext uri="{FF2B5EF4-FFF2-40B4-BE49-F238E27FC236}">
                <a16:creationId xmlns:a16="http://schemas.microsoft.com/office/drawing/2014/main" id="{CC0B8B36-E787-4E2F-BB48-4C721986EA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0596" y="422343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8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Lung compliance">
            <a:extLst>
              <a:ext uri="{FF2B5EF4-FFF2-40B4-BE49-F238E27FC236}">
                <a16:creationId xmlns:a16="http://schemas.microsoft.com/office/drawing/2014/main" id="{1CDB5AC2-4773-499D-9E26-6A294E6C0B89}"/>
              </a:ext>
            </a:extLst>
          </p:cNvPr>
          <p:cNvSpPr txBox="1"/>
          <p:nvPr/>
        </p:nvSpPr>
        <p:spPr>
          <a:xfrm>
            <a:off x="2026039" y="4832664"/>
            <a:ext cx="1680203" cy="374571"/>
          </a:xfrm>
          <a:prstGeom prst="roundRect">
            <a:avLst/>
          </a:prstGeom>
          <a:solidFill>
            <a:srgbClr val="7030A0"/>
          </a:solidFill>
          <a:ln w="38100">
            <a:solidFill>
              <a:srgbClr val="7030A0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Compliance Issue</a:t>
            </a:r>
          </a:p>
        </p:txBody>
      </p:sp>
      <p:sp>
        <p:nvSpPr>
          <p:cNvPr id="86" name="airway resistance">
            <a:extLst>
              <a:ext uri="{FF2B5EF4-FFF2-40B4-BE49-F238E27FC236}">
                <a16:creationId xmlns:a16="http://schemas.microsoft.com/office/drawing/2014/main" id="{38CACC9F-B0A0-4718-B3A0-F7D8ABCA9C4F}"/>
              </a:ext>
            </a:extLst>
          </p:cNvPr>
          <p:cNvSpPr txBox="1"/>
          <p:nvPr/>
        </p:nvSpPr>
        <p:spPr>
          <a:xfrm>
            <a:off x="90587" y="4832664"/>
            <a:ext cx="1614384" cy="374571"/>
          </a:xfrm>
          <a:prstGeom prst="round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Resistance Issue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89B1B06-74B7-B741-B619-9E1A9B192A2A}"/>
              </a:ext>
            </a:extLst>
          </p:cNvPr>
          <p:cNvGrpSpPr/>
          <p:nvPr/>
        </p:nvGrpSpPr>
        <p:grpSpPr>
          <a:xfrm>
            <a:off x="3867664" y="1382357"/>
            <a:ext cx="7132845" cy="4811668"/>
            <a:chOff x="3867664" y="1382357"/>
            <a:chExt cx="7132845" cy="4811668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143E6D2B-9D5E-7D4E-807D-9B54864C2AD9}"/>
                </a:ext>
              </a:extLst>
            </p:cNvPr>
            <p:cNvGrpSpPr/>
            <p:nvPr/>
          </p:nvGrpSpPr>
          <p:grpSpPr>
            <a:xfrm>
              <a:off x="3867664" y="1382357"/>
              <a:ext cx="7132845" cy="4811668"/>
              <a:chOff x="3867664" y="1382357"/>
              <a:chExt cx="7132845" cy="4811668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2F1C1155-23BC-8D4B-B4BA-EABBBB77E4D8}"/>
                  </a:ext>
                </a:extLst>
              </p:cNvPr>
              <p:cNvSpPr/>
              <p:nvPr/>
            </p:nvSpPr>
            <p:spPr>
              <a:xfrm>
                <a:off x="3867664" y="1382357"/>
                <a:ext cx="7132845" cy="4811668"/>
              </a:xfrm>
              <a:prstGeom prst="rect">
                <a:avLst/>
              </a:prstGeom>
              <a:solidFill>
                <a:schemeClr val="bg2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7D0EE1A2-C84A-B54A-8FC7-3CC2E96AC3F3}"/>
                  </a:ext>
                </a:extLst>
              </p:cNvPr>
              <p:cNvSpPr/>
              <p:nvPr/>
            </p:nvSpPr>
            <p:spPr>
              <a:xfrm>
                <a:off x="5404449" y="1673355"/>
                <a:ext cx="4219183" cy="39543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AA00A2C2-A5BB-CF48-A1AF-564C6E32C5A9}"/>
                  </a:ext>
                </a:extLst>
              </p:cNvPr>
              <p:cNvSpPr/>
              <p:nvPr/>
            </p:nvSpPr>
            <p:spPr>
              <a:xfrm>
                <a:off x="9897561" y="4995958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35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AA1F62A-60A0-504A-8847-128DE6341693}"/>
                  </a:ext>
                </a:extLst>
              </p:cNvPr>
              <p:cNvSpPr txBox="1"/>
              <p:nvPr/>
            </p:nvSpPr>
            <p:spPr>
              <a:xfrm>
                <a:off x="10058242" y="5757075"/>
                <a:ext cx="5741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FiO</a:t>
                </a:r>
                <a:r>
                  <a:rPr lang="en-US" baseline="-25000" dirty="0"/>
                  <a:t>2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AA2A523-49D3-A340-8C36-C6764EBEDB16}"/>
                  </a:ext>
                </a:extLst>
              </p:cNvPr>
              <p:cNvSpPr txBox="1"/>
              <p:nvPr/>
            </p:nvSpPr>
            <p:spPr>
              <a:xfrm>
                <a:off x="9980610" y="4570030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PEEP</a:t>
                </a:r>
                <a:endParaRPr lang="en-US" baseline="-25000" dirty="0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2C7FF5F-FC98-7448-8D25-4CAB0D905880}"/>
                  </a:ext>
                </a:extLst>
              </p:cNvPr>
              <p:cNvSpPr txBox="1"/>
              <p:nvPr/>
            </p:nvSpPr>
            <p:spPr>
              <a:xfrm>
                <a:off x="10086408" y="2241468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RR</a:t>
                </a:r>
                <a:endParaRPr lang="en-US" baseline="-25000" dirty="0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818E8763-8D73-C74B-B0FE-538420BBC3C5}"/>
                  </a:ext>
                </a:extLst>
              </p:cNvPr>
              <p:cNvGrpSpPr/>
              <p:nvPr/>
            </p:nvGrpSpPr>
            <p:grpSpPr>
              <a:xfrm>
                <a:off x="5832092" y="1883420"/>
                <a:ext cx="3633805" cy="1416221"/>
                <a:chOff x="5288692" y="1890584"/>
                <a:chExt cx="3633805" cy="1416221"/>
              </a:xfrm>
            </p:grpSpPr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12971542-30E1-8A47-8BC0-410EB6B94A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88692" y="1890584"/>
                  <a:ext cx="0" cy="1416219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Arrow Connector 84">
                  <a:extLst>
                    <a:ext uri="{FF2B5EF4-FFF2-40B4-BE49-F238E27FC236}">
                      <a16:creationId xmlns:a16="http://schemas.microsoft.com/office/drawing/2014/main" id="{E6B8183B-81A7-4948-A3C0-24EA9895D4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91671" y="3306804"/>
                  <a:ext cx="3630826" cy="1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004772D-F9F3-264D-9F28-4725960135F9}"/>
                  </a:ext>
                </a:extLst>
              </p:cNvPr>
              <p:cNvSpPr txBox="1"/>
              <p:nvPr/>
            </p:nvSpPr>
            <p:spPr>
              <a:xfrm>
                <a:off x="7324226" y="3255787"/>
                <a:ext cx="6495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Time</a:t>
                </a:r>
                <a:endParaRPr lang="en-US" baseline="-25000" dirty="0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B40A5B7-3BF9-0647-B482-CB78F3FBD022}"/>
                  </a:ext>
                </a:extLst>
              </p:cNvPr>
              <p:cNvSpPr txBox="1"/>
              <p:nvPr/>
            </p:nvSpPr>
            <p:spPr>
              <a:xfrm rot="16200000">
                <a:off x="5161627" y="2406864"/>
                <a:ext cx="9897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Pressure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6CC9294-A103-F64F-A569-D62984919903}"/>
                  </a:ext>
                </a:extLst>
              </p:cNvPr>
              <p:cNvSpPr txBox="1"/>
              <p:nvPr/>
            </p:nvSpPr>
            <p:spPr>
              <a:xfrm>
                <a:off x="10135758" y="3395453"/>
                <a:ext cx="3914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V</a:t>
                </a:r>
                <a:r>
                  <a:rPr lang="en-US" baseline="-25000" dirty="0"/>
                  <a:t>T</a:t>
                </a: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42554B8D-3C55-1B46-BBA5-91662B0AD159}"/>
                  </a:ext>
                </a:extLst>
              </p:cNvPr>
              <p:cNvSpPr/>
              <p:nvPr/>
            </p:nvSpPr>
            <p:spPr>
              <a:xfrm>
                <a:off x="9897561" y="3816104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8</a:t>
                </a: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A957A5ED-D7A1-F340-B777-DAE70B36540C}"/>
                  </a:ext>
                </a:extLst>
              </p:cNvPr>
              <p:cNvSpPr/>
              <p:nvPr/>
            </p:nvSpPr>
            <p:spPr>
              <a:xfrm>
                <a:off x="9897561" y="1456394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24</a:t>
                </a: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91FCB1EA-0D17-D247-B212-86598296896B}"/>
                  </a:ext>
                </a:extLst>
              </p:cNvPr>
              <p:cNvSpPr/>
              <p:nvPr/>
            </p:nvSpPr>
            <p:spPr>
              <a:xfrm>
                <a:off x="9897561" y="2636249"/>
                <a:ext cx="812428" cy="8138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5"/>
                    </a:solidFill>
                  </a:rPr>
                  <a:t>360</a:t>
                </a:r>
              </a:p>
            </p:txBody>
          </p:sp>
        </p:grp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796BB9F7-F522-E248-98D3-8694591BDF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2092" y="3754096"/>
              <a:ext cx="0" cy="141621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E0D801EB-C2EC-4444-9EEC-5B8A9663C2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5071" y="4737827"/>
              <a:ext cx="3630826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79EAD92-7C25-7749-B117-90ABCEBC9F59}"/>
                </a:ext>
              </a:extLst>
            </p:cNvPr>
            <p:cNvSpPr txBox="1"/>
            <p:nvPr/>
          </p:nvSpPr>
          <p:spPr>
            <a:xfrm>
              <a:off x="7324226" y="5133244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3892BD2-F1FE-CE4E-A2C2-62BC32FDF920}"/>
                </a:ext>
              </a:extLst>
            </p:cNvPr>
            <p:cNvSpPr txBox="1"/>
            <p:nvPr/>
          </p:nvSpPr>
          <p:spPr>
            <a:xfrm rot="16200000">
              <a:off x="5341804" y="4277541"/>
              <a:ext cx="629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Flow</a:t>
              </a: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A7320A3-FB03-2D43-9A47-C617B821B6D1}"/>
              </a:ext>
            </a:extLst>
          </p:cNvPr>
          <p:cNvSpPr/>
          <p:nvPr/>
        </p:nvSpPr>
        <p:spPr>
          <a:xfrm>
            <a:off x="4148770" y="1672521"/>
            <a:ext cx="1053132" cy="3460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5"/>
                </a:solidFill>
              </a:rPr>
              <a:t>P</a:t>
            </a:r>
            <a:r>
              <a:rPr lang="en-US" baseline="-25000" dirty="0">
                <a:solidFill>
                  <a:schemeClr val="accent5"/>
                </a:solidFill>
              </a:rPr>
              <a:t>Peak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29 </a:t>
            </a:r>
            <a:r>
              <a:rPr lang="en-US" sz="1000" dirty="0">
                <a:solidFill>
                  <a:schemeClr val="accent5"/>
                </a:solidFill>
              </a:rPr>
              <a:t>cm H</a:t>
            </a:r>
            <a:r>
              <a:rPr lang="en-US" sz="1000" baseline="-25000" dirty="0">
                <a:solidFill>
                  <a:schemeClr val="accent5"/>
                </a:solidFill>
              </a:rPr>
              <a:t>2</a:t>
            </a:r>
            <a:r>
              <a:rPr lang="en-US" sz="1000" dirty="0">
                <a:solidFill>
                  <a:schemeClr val="accent5"/>
                </a:solidFill>
              </a:rPr>
              <a:t xml:space="preserve">O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355 </a:t>
            </a:r>
            <a:r>
              <a:rPr lang="en-US" sz="1000" dirty="0">
                <a:solidFill>
                  <a:schemeClr val="accent5"/>
                </a:solidFill>
              </a:rPr>
              <a:t>mL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RR</a:t>
            </a:r>
            <a:endParaRPr lang="en-US" baseline="-25000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24 </a:t>
            </a:r>
            <a:r>
              <a:rPr lang="en-US" sz="1000" dirty="0">
                <a:solidFill>
                  <a:schemeClr val="accent5"/>
                </a:solidFill>
              </a:rPr>
              <a:t>min</a:t>
            </a:r>
            <a:r>
              <a:rPr lang="en-US" sz="1000" baseline="30000" dirty="0">
                <a:solidFill>
                  <a:schemeClr val="accent5"/>
                </a:solidFill>
              </a:rPr>
              <a:t>-1</a:t>
            </a:r>
            <a:r>
              <a:rPr lang="en-US" sz="3000" dirty="0">
                <a:solidFill>
                  <a:schemeClr val="accent5"/>
                </a:solidFill>
              </a:rPr>
              <a:t xml:space="preserve">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Min Vent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8.5 </a:t>
            </a:r>
            <a:r>
              <a:rPr lang="en-US" sz="1000" dirty="0">
                <a:solidFill>
                  <a:schemeClr val="accent5"/>
                </a:solidFill>
              </a:rPr>
              <a:t>L/min</a:t>
            </a:r>
          </a:p>
          <a:p>
            <a:endParaRPr lang="en-US" sz="3000" dirty="0">
              <a:solidFill>
                <a:schemeClr val="accent5"/>
              </a:solidFill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37A0B7D-2A6E-2E43-9441-87230104E81D}"/>
              </a:ext>
            </a:extLst>
          </p:cNvPr>
          <p:cNvCxnSpPr>
            <a:cxnSpLocks/>
          </p:cNvCxnSpPr>
          <p:nvPr/>
        </p:nvCxnSpPr>
        <p:spPr>
          <a:xfrm>
            <a:off x="8544424" y="2396620"/>
            <a:ext cx="0" cy="662896"/>
          </a:xfrm>
          <a:prstGeom prst="straightConnector1">
            <a:avLst/>
          </a:prstGeom>
          <a:ln w="3810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5E5D904D-1A53-374A-8F75-A0E2BE89D6BC}"/>
              </a:ext>
            </a:extLst>
          </p:cNvPr>
          <p:cNvSpPr txBox="1"/>
          <p:nvPr/>
        </p:nvSpPr>
        <p:spPr>
          <a:xfrm>
            <a:off x="9133295" y="2464436"/>
            <a:ext cx="73796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P</a:t>
            </a:r>
            <a:r>
              <a:rPr lang="en-US" sz="1400" baseline="-25000" dirty="0" err="1"/>
              <a:t>plateau</a:t>
            </a:r>
            <a:endParaRPr lang="en-US" sz="1400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9F553B4A-0E48-41C8-BE63-7945C342AC16}"/>
              </a:ext>
            </a:extLst>
          </p:cNvPr>
          <p:cNvSpPr/>
          <p:nvPr/>
        </p:nvSpPr>
        <p:spPr>
          <a:xfrm>
            <a:off x="5793826" y="3744323"/>
            <a:ext cx="3573625" cy="1480820"/>
          </a:xfrm>
          <a:custGeom>
            <a:avLst/>
            <a:gdLst>
              <a:gd name="connsiteX0" fmla="*/ 0 w 3489649"/>
              <a:gd name="connsiteY0" fmla="*/ 961053 h 1576874"/>
              <a:gd name="connsiteX1" fmla="*/ 755780 w 3489649"/>
              <a:gd name="connsiteY1" fmla="*/ 970384 h 1576874"/>
              <a:gd name="connsiteX2" fmla="*/ 765111 w 3489649"/>
              <a:gd name="connsiteY2" fmla="*/ 0 h 1576874"/>
              <a:gd name="connsiteX3" fmla="*/ 1576874 w 3489649"/>
              <a:gd name="connsiteY3" fmla="*/ 251927 h 1576874"/>
              <a:gd name="connsiteX4" fmla="*/ 1660849 w 3489649"/>
              <a:gd name="connsiteY4" fmla="*/ 1576874 h 1576874"/>
              <a:gd name="connsiteX5" fmla="*/ 2565919 w 3489649"/>
              <a:gd name="connsiteY5" fmla="*/ 970384 h 1576874"/>
              <a:gd name="connsiteX6" fmla="*/ 2547258 w 3489649"/>
              <a:gd name="connsiteY6" fmla="*/ 65315 h 1576874"/>
              <a:gd name="connsiteX7" fmla="*/ 3228392 w 3489649"/>
              <a:gd name="connsiteY7" fmla="*/ 401217 h 1576874"/>
              <a:gd name="connsiteX8" fmla="*/ 3275045 w 3489649"/>
              <a:gd name="connsiteY8" fmla="*/ 1474237 h 1576874"/>
              <a:gd name="connsiteX9" fmla="*/ 3489649 w 3489649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875453 w 3526971"/>
              <a:gd name="connsiteY3" fmla="*/ 345234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474237"/>
              <a:gd name="connsiteX1" fmla="*/ 793102 w 3526971"/>
              <a:gd name="connsiteY1" fmla="*/ 970384 h 1474237"/>
              <a:gd name="connsiteX2" fmla="*/ 802433 w 3526971"/>
              <a:gd name="connsiteY2" fmla="*/ 0 h 1474237"/>
              <a:gd name="connsiteX3" fmla="*/ 1875453 w 3526971"/>
              <a:gd name="connsiteY3" fmla="*/ 345234 h 1474237"/>
              <a:gd name="connsiteX4" fmla="*/ 1950098 w 3526971"/>
              <a:gd name="connsiteY4" fmla="*/ 1446246 h 1474237"/>
              <a:gd name="connsiteX5" fmla="*/ 2603241 w 3526971"/>
              <a:gd name="connsiteY5" fmla="*/ 970384 h 1474237"/>
              <a:gd name="connsiteX6" fmla="*/ 2584580 w 3526971"/>
              <a:gd name="connsiteY6" fmla="*/ 65315 h 1474237"/>
              <a:gd name="connsiteX7" fmla="*/ 3265714 w 3526971"/>
              <a:gd name="connsiteY7" fmla="*/ 401217 h 1474237"/>
              <a:gd name="connsiteX8" fmla="*/ 3312367 w 3526971"/>
              <a:gd name="connsiteY8" fmla="*/ 1474237 h 1474237"/>
              <a:gd name="connsiteX9" fmla="*/ 3526971 w 3526971"/>
              <a:gd name="connsiteY9" fmla="*/ 1138335 h 1474237"/>
              <a:gd name="connsiteX0" fmla="*/ 0 w 3526971"/>
              <a:gd name="connsiteY0" fmla="*/ 1315617 h 1483568"/>
              <a:gd name="connsiteX1" fmla="*/ 793102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718457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830424 w 3526971"/>
              <a:gd name="connsiteY1" fmla="*/ 979715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82147 w 3526971"/>
              <a:gd name="connsiteY3" fmla="*/ 373226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359020 w 3526971"/>
              <a:gd name="connsiteY7" fmla="*/ 438540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483568"/>
              <a:gd name="connsiteX1" fmla="*/ 830424 w 3526971"/>
              <a:gd name="connsiteY1" fmla="*/ 998376 h 1483568"/>
              <a:gd name="connsiteX2" fmla="*/ 839756 w 3526971"/>
              <a:gd name="connsiteY2" fmla="*/ 0 h 1483568"/>
              <a:gd name="connsiteX3" fmla="*/ 1679510 w 3526971"/>
              <a:gd name="connsiteY3" fmla="*/ 307911 h 1483568"/>
              <a:gd name="connsiteX4" fmla="*/ 1679510 w 3526971"/>
              <a:gd name="connsiteY4" fmla="*/ 1446247 h 1483568"/>
              <a:gd name="connsiteX5" fmla="*/ 2603241 w 3526971"/>
              <a:gd name="connsiteY5" fmla="*/ 998376 h 1483568"/>
              <a:gd name="connsiteX6" fmla="*/ 2584580 w 3526971"/>
              <a:gd name="connsiteY6" fmla="*/ 93307 h 1483568"/>
              <a:gd name="connsiteX7" fmla="*/ 3359020 w 3526971"/>
              <a:gd name="connsiteY7" fmla="*/ 438540 h 1483568"/>
              <a:gd name="connsiteX8" fmla="*/ 3377681 w 3526971"/>
              <a:gd name="connsiteY8" fmla="*/ 1483568 h 1483568"/>
              <a:gd name="connsiteX9" fmla="*/ 3526971 w 3526971"/>
              <a:gd name="connsiteY9" fmla="*/ 1166327 h 1483568"/>
              <a:gd name="connsiteX0" fmla="*/ 0 w 3573624"/>
              <a:gd name="connsiteY0" fmla="*/ 1334278 h 1483568"/>
              <a:gd name="connsiteX1" fmla="*/ 830424 w 3573624"/>
              <a:gd name="connsiteY1" fmla="*/ 998376 h 1483568"/>
              <a:gd name="connsiteX2" fmla="*/ 839756 w 3573624"/>
              <a:gd name="connsiteY2" fmla="*/ 0 h 1483568"/>
              <a:gd name="connsiteX3" fmla="*/ 1679510 w 3573624"/>
              <a:gd name="connsiteY3" fmla="*/ 307911 h 1483568"/>
              <a:gd name="connsiteX4" fmla="*/ 1679510 w 3573624"/>
              <a:gd name="connsiteY4" fmla="*/ 1446247 h 1483568"/>
              <a:gd name="connsiteX5" fmla="*/ 2603241 w 3573624"/>
              <a:gd name="connsiteY5" fmla="*/ 998376 h 1483568"/>
              <a:gd name="connsiteX6" fmla="*/ 2584580 w 3573624"/>
              <a:gd name="connsiteY6" fmla="*/ 93307 h 1483568"/>
              <a:gd name="connsiteX7" fmla="*/ 3359020 w 3573624"/>
              <a:gd name="connsiteY7" fmla="*/ 438540 h 1483568"/>
              <a:gd name="connsiteX8" fmla="*/ 3377681 w 3573624"/>
              <a:gd name="connsiteY8" fmla="*/ 1483568 h 1483568"/>
              <a:gd name="connsiteX9" fmla="*/ 3573624 w 3573624"/>
              <a:gd name="connsiteY9" fmla="*/ 1184989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84579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38774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46247"/>
              <a:gd name="connsiteX1" fmla="*/ 830424 w 3601616"/>
              <a:gd name="connsiteY1" fmla="*/ 998376 h 1446247"/>
              <a:gd name="connsiteX2" fmla="*/ 839756 w 3601616"/>
              <a:gd name="connsiteY2" fmla="*/ 0 h 1446247"/>
              <a:gd name="connsiteX3" fmla="*/ 1642188 w 3601616"/>
              <a:gd name="connsiteY3" fmla="*/ 307911 h 1446247"/>
              <a:gd name="connsiteX4" fmla="*/ 1651518 w 3601616"/>
              <a:gd name="connsiteY4" fmla="*/ 1446247 h 1446247"/>
              <a:gd name="connsiteX5" fmla="*/ 2557365 w 3601616"/>
              <a:gd name="connsiteY5" fmla="*/ 979716 h 1446247"/>
              <a:gd name="connsiteX6" fmla="*/ 2553608 w 3601616"/>
              <a:gd name="connsiteY6" fmla="*/ 68296 h 1446247"/>
              <a:gd name="connsiteX7" fmla="*/ 3333620 w 3601616"/>
              <a:gd name="connsiteY7" fmla="*/ 387740 h 1446247"/>
              <a:gd name="connsiteX8" fmla="*/ 3333231 w 3601616"/>
              <a:gd name="connsiteY8" fmla="*/ 989046 h 1446247"/>
              <a:gd name="connsiteX9" fmla="*/ 3601616 w 3601616"/>
              <a:gd name="connsiteY9" fmla="*/ 1203651 h 1446247"/>
              <a:gd name="connsiteX0" fmla="*/ 0 w 3881535"/>
              <a:gd name="connsiteY0" fmla="*/ 1334278 h 1446247"/>
              <a:gd name="connsiteX1" fmla="*/ 830424 w 3881535"/>
              <a:gd name="connsiteY1" fmla="*/ 998376 h 1446247"/>
              <a:gd name="connsiteX2" fmla="*/ 839756 w 3881535"/>
              <a:gd name="connsiteY2" fmla="*/ 0 h 1446247"/>
              <a:gd name="connsiteX3" fmla="*/ 1642188 w 3881535"/>
              <a:gd name="connsiteY3" fmla="*/ 307911 h 1446247"/>
              <a:gd name="connsiteX4" fmla="*/ 1651518 w 3881535"/>
              <a:gd name="connsiteY4" fmla="*/ 1446247 h 1446247"/>
              <a:gd name="connsiteX5" fmla="*/ 2557365 w 3881535"/>
              <a:gd name="connsiteY5" fmla="*/ 979716 h 1446247"/>
              <a:gd name="connsiteX6" fmla="*/ 2553608 w 3881535"/>
              <a:gd name="connsiteY6" fmla="*/ 68296 h 1446247"/>
              <a:gd name="connsiteX7" fmla="*/ 3333620 w 3881535"/>
              <a:gd name="connsiteY7" fmla="*/ 387740 h 1446247"/>
              <a:gd name="connsiteX8" fmla="*/ 3333231 w 3881535"/>
              <a:gd name="connsiteY8" fmla="*/ 989046 h 1446247"/>
              <a:gd name="connsiteX9" fmla="*/ 3881535 w 3881535"/>
              <a:gd name="connsiteY9" fmla="*/ 961055 h 1446247"/>
              <a:gd name="connsiteX0" fmla="*/ 0 w 3881535"/>
              <a:gd name="connsiteY0" fmla="*/ 1334278 h 1446247"/>
              <a:gd name="connsiteX1" fmla="*/ 830424 w 3881535"/>
              <a:gd name="connsiteY1" fmla="*/ 998376 h 1446247"/>
              <a:gd name="connsiteX2" fmla="*/ 839756 w 3881535"/>
              <a:gd name="connsiteY2" fmla="*/ 0 h 1446247"/>
              <a:gd name="connsiteX3" fmla="*/ 1642188 w 3881535"/>
              <a:gd name="connsiteY3" fmla="*/ 307911 h 1446247"/>
              <a:gd name="connsiteX4" fmla="*/ 1651518 w 3881535"/>
              <a:gd name="connsiteY4" fmla="*/ 1446247 h 1446247"/>
              <a:gd name="connsiteX5" fmla="*/ 2557365 w 3881535"/>
              <a:gd name="connsiteY5" fmla="*/ 979716 h 1446247"/>
              <a:gd name="connsiteX6" fmla="*/ 2553608 w 3881535"/>
              <a:gd name="connsiteY6" fmla="*/ 68296 h 1446247"/>
              <a:gd name="connsiteX7" fmla="*/ 3333620 w 3881535"/>
              <a:gd name="connsiteY7" fmla="*/ 387740 h 1446247"/>
              <a:gd name="connsiteX8" fmla="*/ 3333231 w 3881535"/>
              <a:gd name="connsiteY8" fmla="*/ 989046 h 1446247"/>
              <a:gd name="connsiteX9" fmla="*/ 3881535 w 3881535"/>
              <a:gd name="connsiteY9" fmla="*/ 961055 h 1446247"/>
              <a:gd name="connsiteX0" fmla="*/ 0 w 3825552"/>
              <a:gd name="connsiteY0" fmla="*/ 1334278 h 1446247"/>
              <a:gd name="connsiteX1" fmla="*/ 830424 w 3825552"/>
              <a:gd name="connsiteY1" fmla="*/ 998376 h 1446247"/>
              <a:gd name="connsiteX2" fmla="*/ 839756 w 3825552"/>
              <a:gd name="connsiteY2" fmla="*/ 0 h 1446247"/>
              <a:gd name="connsiteX3" fmla="*/ 1642188 w 3825552"/>
              <a:gd name="connsiteY3" fmla="*/ 307911 h 1446247"/>
              <a:gd name="connsiteX4" fmla="*/ 1651518 w 3825552"/>
              <a:gd name="connsiteY4" fmla="*/ 1446247 h 1446247"/>
              <a:gd name="connsiteX5" fmla="*/ 2557365 w 3825552"/>
              <a:gd name="connsiteY5" fmla="*/ 979716 h 1446247"/>
              <a:gd name="connsiteX6" fmla="*/ 2553608 w 3825552"/>
              <a:gd name="connsiteY6" fmla="*/ 68296 h 1446247"/>
              <a:gd name="connsiteX7" fmla="*/ 3333620 w 3825552"/>
              <a:gd name="connsiteY7" fmla="*/ 387740 h 1446247"/>
              <a:gd name="connsiteX8" fmla="*/ 3333231 w 3825552"/>
              <a:gd name="connsiteY8" fmla="*/ 989046 h 1446247"/>
              <a:gd name="connsiteX9" fmla="*/ 3825552 w 3825552"/>
              <a:gd name="connsiteY9" fmla="*/ 998378 h 1446247"/>
              <a:gd name="connsiteX0" fmla="*/ 0 w 3872205"/>
              <a:gd name="connsiteY0" fmla="*/ 1334278 h 1614198"/>
              <a:gd name="connsiteX1" fmla="*/ 830424 w 3872205"/>
              <a:gd name="connsiteY1" fmla="*/ 998376 h 1614198"/>
              <a:gd name="connsiteX2" fmla="*/ 839756 w 3872205"/>
              <a:gd name="connsiteY2" fmla="*/ 0 h 1614198"/>
              <a:gd name="connsiteX3" fmla="*/ 1642188 w 3872205"/>
              <a:gd name="connsiteY3" fmla="*/ 307911 h 1614198"/>
              <a:gd name="connsiteX4" fmla="*/ 1651518 w 3872205"/>
              <a:gd name="connsiteY4" fmla="*/ 1446247 h 1614198"/>
              <a:gd name="connsiteX5" fmla="*/ 2557365 w 3872205"/>
              <a:gd name="connsiteY5" fmla="*/ 979716 h 1614198"/>
              <a:gd name="connsiteX6" fmla="*/ 2553608 w 3872205"/>
              <a:gd name="connsiteY6" fmla="*/ 68296 h 1614198"/>
              <a:gd name="connsiteX7" fmla="*/ 3333620 w 3872205"/>
              <a:gd name="connsiteY7" fmla="*/ 387740 h 1614198"/>
              <a:gd name="connsiteX8" fmla="*/ 3333231 w 3872205"/>
              <a:gd name="connsiteY8" fmla="*/ 989046 h 1614198"/>
              <a:gd name="connsiteX9" fmla="*/ 3872205 w 3872205"/>
              <a:gd name="connsiteY9" fmla="*/ 1614198 h 1614198"/>
              <a:gd name="connsiteX0" fmla="*/ 0 w 3872205"/>
              <a:gd name="connsiteY0" fmla="*/ 1334278 h 1614198"/>
              <a:gd name="connsiteX1" fmla="*/ 830424 w 3872205"/>
              <a:gd name="connsiteY1" fmla="*/ 998376 h 1614198"/>
              <a:gd name="connsiteX2" fmla="*/ 839756 w 3872205"/>
              <a:gd name="connsiteY2" fmla="*/ 0 h 1614198"/>
              <a:gd name="connsiteX3" fmla="*/ 1642188 w 3872205"/>
              <a:gd name="connsiteY3" fmla="*/ 307911 h 1614198"/>
              <a:gd name="connsiteX4" fmla="*/ 1651518 w 3872205"/>
              <a:gd name="connsiteY4" fmla="*/ 1446247 h 1614198"/>
              <a:gd name="connsiteX5" fmla="*/ 2557365 w 3872205"/>
              <a:gd name="connsiteY5" fmla="*/ 979716 h 1614198"/>
              <a:gd name="connsiteX6" fmla="*/ 2553608 w 3872205"/>
              <a:gd name="connsiteY6" fmla="*/ 68296 h 1614198"/>
              <a:gd name="connsiteX7" fmla="*/ 3025710 w 3872205"/>
              <a:gd name="connsiteY7" fmla="*/ 359748 h 1614198"/>
              <a:gd name="connsiteX8" fmla="*/ 3333231 w 3872205"/>
              <a:gd name="connsiteY8" fmla="*/ 989046 h 1614198"/>
              <a:gd name="connsiteX9" fmla="*/ 3872205 w 3872205"/>
              <a:gd name="connsiteY9" fmla="*/ 1614198 h 1614198"/>
              <a:gd name="connsiteX0" fmla="*/ 0 w 3872205"/>
              <a:gd name="connsiteY0" fmla="*/ 1334278 h 1614198"/>
              <a:gd name="connsiteX1" fmla="*/ 830424 w 3872205"/>
              <a:gd name="connsiteY1" fmla="*/ 998376 h 1614198"/>
              <a:gd name="connsiteX2" fmla="*/ 839756 w 3872205"/>
              <a:gd name="connsiteY2" fmla="*/ 0 h 1614198"/>
              <a:gd name="connsiteX3" fmla="*/ 1642188 w 3872205"/>
              <a:gd name="connsiteY3" fmla="*/ 307911 h 1614198"/>
              <a:gd name="connsiteX4" fmla="*/ 1651518 w 3872205"/>
              <a:gd name="connsiteY4" fmla="*/ 1446247 h 1614198"/>
              <a:gd name="connsiteX5" fmla="*/ 2557365 w 3872205"/>
              <a:gd name="connsiteY5" fmla="*/ 979716 h 1614198"/>
              <a:gd name="connsiteX6" fmla="*/ 2553608 w 3872205"/>
              <a:gd name="connsiteY6" fmla="*/ 68296 h 1614198"/>
              <a:gd name="connsiteX7" fmla="*/ 3025710 w 3872205"/>
              <a:gd name="connsiteY7" fmla="*/ 359748 h 1614198"/>
              <a:gd name="connsiteX8" fmla="*/ 3062643 w 3872205"/>
              <a:gd name="connsiteY8" fmla="*/ 961054 h 1614198"/>
              <a:gd name="connsiteX9" fmla="*/ 3872205 w 3872205"/>
              <a:gd name="connsiteY9" fmla="*/ 1614198 h 1614198"/>
              <a:gd name="connsiteX0" fmla="*/ 0 w 3872205"/>
              <a:gd name="connsiteY0" fmla="*/ 1334278 h 1614198"/>
              <a:gd name="connsiteX1" fmla="*/ 830424 w 3872205"/>
              <a:gd name="connsiteY1" fmla="*/ 998376 h 1614198"/>
              <a:gd name="connsiteX2" fmla="*/ 839756 w 3872205"/>
              <a:gd name="connsiteY2" fmla="*/ 0 h 1614198"/>
              <a:gd name="connsiteX3" fmla="*/ 1642188 w 3872205"/>
              <a:gd name="connsiteY3" fmla="*/ 307911 h 1614198"/>
              <a:gd name="connsiteX4" fmla="*/ 1651518 w 3872205"/>
              <a:gd name="connsiteY4" fmla="*/ 1446247 h 1614198"/>
              <a:gd name="connsiteX5" fmla="*/ 2557365 w 3872205"/>
              <a:gd name="connsiteY5" fmla="*/ 979716 h 1614198"/>
              <a:gd name="connsiteX6" fmla="*/ 2553608 w 3872205"/>
              <a:gd name="connsiteY6" fmla="*/ 68296 h 1614198"/>
              <a:gd name="connsiteX7" fmla="*/ 3025710 w 3872205"/>
              <a:gd name="connsiteY7" fmla="*/ 359748 h 1614198"/>
              <a:gd name="connsiteX8" fmla="*/ 3034651 w 3872205"/>
              <a:gd name="connsiteY8" fmla="*/ 961054 h 1614198"/>
              <a:gd name="connsiteX9" fmla="*/ 3872205 w 3872205"/>
              <a:gd name="connsiteY9" fmla="*/ 1614198 h 1614198"/>
              <a:gd name="connsiteX0" fmla="*/ 0 w 3872205"/>
              <a:gd name="connsiteY0" fmla="*/ 1334278 h 1614198"/>
              <a:gd name="connsiteX1" fmla="*/ 830424 w 3872205"/>
              <a:gd name="connsiteY1" fmla="*/ 998376 h 1614198"/>
              <a:gd name="connsiteX2" fmla="*/ 839756 w 3872205"/>
              <a:gd name="connsiteY2" fmla="*/ 0 h 1614198"/>
              <a:gd name="connsiteX3" fmla="*/ 1642188 w 3872205"/>
              <a:gd name="connsiteY3" fmla="*/ 307911 h 1614198"/>
              <a:gd name="connsiteX4" fmla="*/ 1651518 w 3872205"/>
              <a:gd name="connsiteY4" fmla="*/ 1446247 h 1614198"/>
              <a:gd name="connsiteX5" fmla="*/ 2557365 w 3872205"/>
              <a:gd name="connsiteY5" fmla="*/ 979716 h 1614198"/>
              <a:gd name="connsiteX6" fmla="*/ 2553608 w 3872205"/>
              <a:gd name="connsiteY6" fmla="*/ 68296 h 1614198"/>
              <a:gd name="connsiteX7" fmla="*/ 3025710 w 3872205"/>
              <a:gd name="connsiteY7" fmla="*/ 359748 h 1614198"/>
              <a:gd name="connsiteX8" fmla="*/ 3034651 w 3872205"/>
              <a:gd name="connsiteY8" fmla="*/ 961054 h 1614198"/>
              <a:gd name="connsiteX9" fmla="*/ 3704737 w 3872205"/>
              <a:gd name="connsiteY9" fmla="*/ 993016 h 1614198"/>
              <a:gd name="connsiteX10" fmla="*/ 3872205 w 3872205"/>
              <a:gd name="connsiteY10" fmla="*/ 1614198 h 1614198"/>
              <a:gd name="connsiteX0" fmla="*/ 0 w 3872205"/>
              <a:gd name="connsiteY0" fmla="*/ 1334278 h 1614198"/>
              <a:gd name="connsiteX1" fmla="*/ 830424 w 3872205"/>
              <a:gd name="connsiteY1" fmla="*/ 998376 h 1614198"/>
              <a:gd name="connsiteX2" fmla="*/ 839756 w 3872205"/>
              <a:gd name="connsiteY2" fmla="*/ 0 h 1614198"/>
              <a:gd name="connsiteX3" fmla="*/ 1642188 w 3872205"/>
              <a:gd name="connsiteY3" fmla="*/ 307911 h 1614198"/>
              <a:gd name="connsiteX4" fmla="*/ 1651518 w 3872205"/>
              <a:gd name="connsiteY4" fmla="*/ 1446247 h 1614198"/>
              <a:gd name="connsiteX5" fmla="*/ 2557365 w 3872205"/>
              <a:gd name="connsiteY5" fmla="*/ 979716 h 1614198"/>
              <a:gd name="connsiteX6" fmla="*/ 2553608 w 3872205"/>
              <a:gd name="connsiteY6" fmla="*/ 68296 h 1614198"/>
              <a:gd name="connsiteX7" fmla="*/ 3025710 w 3872205"/>
              <a:gd name="connsiteY7" fmla="*/ 359748 h 1614198"/>
              <a:gd name="connsiteX8" fmla="*/ 3034651 w 3872205"/>
              <a:gd name="connsiteY8" fmla="*/ 961054 h 1614198"/>
              <a:gd name="connsiteX9" fmla="*/ 3704737 w 3872205"/>
              <a:gd name="connsiteY9" fmla="*/ 993016 h 1614198"/>
              <a:gd name="connsiteX10" fmla="*/ 3872205 w 3872205"/>
              <a:gd name="connsiteY10" fmla="*/ 1614198 h 1614198"/>
              <a:gd name="connsiteX0" fmla="*/ 0 w 3872205"/>
              <a:gd name="connsiteY0" fmla="*/ 1334278 h 1614198"/>
              <a:gd name="connsiteX1" fmla="*/ 830424 w 3872205"/>
              <a:gd name="connsiteY1" fmla="*/ 998376 h 1614198"/>
              <a:gd name="connsiteX2" fmla="*/ 839756 w 3872205"/>
              <a:gd name="connsiteY2" fmla="*/ 0 h 1614198"/>
              <a:gd name="connsiteX3" fmla="*/ 1642188 w 3872205"/>
              <a:gd name="connsiteY3" fmla="*/ 307911 h 1614198"/>
              <a:gd name="connsiteX4" fmla="*/ 1651518 w 3872205"/>
              <a:gd name="connsiteY4" fmla="*/ 1446247 h 1614198"/>
              <a:gd name="connsiteX5" fmla="*/ 2557365 w 3872205"/>
              <a:gd name="connsiteY5" fmla="*/ 979716 h 1614198"/>
              <a:gd name="connsiteX6" fmla="*/ 2553608 w 3872205"/>
              <a:gd name="connsiteY6" fmla="*/ 68296 h 1614198"/>
              <a:gd name="connsiteX7" fmla="*/ 3025710 w 3872205"/>
              <a:gd name="connsiteY7" fmla="*/ 359748 h 1614198"/>
              <a:gd name="connsiteX8" fmla="*/ 3034651 w 3872205"/>
              <a:gd name="connsiteY8" fmla="*/ 961054 h 1614198"/>
              <a:gd name="connsiteX9" fmla="*/ 3704737 w 3872205"/>
              <a:gd name="connsiteY9" fmla="*/ 993016 h 1614198"/>
              <a:gd name="connsiteX10" fmla="*/ 3872205 w 3872205"/>
              <a:gd name="connsiteY10" fmla="*/ 1614198 h 1614198"/>
              <a:gd name="connsiteX0" fmla="*/ 0 w 3872205"/>
              <a:gd name="connsiteY0" fmla="*/ 1334278 h 1614198"/>
              <a:gd name="connsiteX1" fmla="*/ 830424 w 3872205"/>
              <a:gd name="connsiteY1" fmla="*/ 998376 h 1614198"/>
              <a:gd name="connsiteX2" fmla="*/ 839756 w 3872205"/>
              <a:gd name="connsiteY2" fmla="*/ 0 h 1614198"/>
              <a:gd name="connsiteX3" fmla="*/ 1642188 w 3872205"/>
              <a:gd name="connsiteY3" fmla="*/ 307911 h 1614198"/>
              <a:gd name="connsiteX4" fmla="*/ 1651518 w 3872205"/>
              <a:gd name="connsiteY4" fmla="*/ 1446247 h 1614198"/>
              <a:gd name="connsiteX5" fmla="*/ 2557365 w 3872205"/>
              <a:gd name="connsiteY5" fmla="*/ 979716 h 1614198"/>
              <a:gd name="connsiteX6" fmla="*/ 2553608 w 3872205"/>
              <a:gd name="connsiteY6" fmla="*/ 68296 h 1614198"/>
              <a:gd name="connsiteX7" fmla="*/ 3025710 w 3872205"/>
              <a:gd name="connsiteY7" fmla="*/ 359748 h 1614198"/>
              <a:gd name="connsiteX8" fmla="*/ 3034651 w 3872205"/>
              <a:gd name="connsiteY8" fmla="*/ 961054 h 1614198"/>
              <a:gd name="connsiteX9" fmla="*/ 3704737 w 3872205"/>
              <a:gd name="connsiteY9" fmla="*/ 993016 h 1614198"/>
              <a:gd name="connsiteX10" fmla="*/ 3872205 w 3872205"/>
              <a:gd name="connsiteY10" fmla="*/ 1614198 h 1614198"/>
              <a:gd name="connsiteX0" fmla="*/ 0 w 3872205"/>
              <a:gd name="connsiteY0" fmla="*/ 1334278 h 1614198"/>
              <a:gd name="connsiteX1" fmla="*/ 830424 w 3872205"/>
              <a:gd name="connsiteY1" fmla="*/ 998376 h 1614198"/>
              <a:gd name="connsiteX2" fmla="*/ 839756 w 3872205"/>
              <a:gd name="connsiteY2" fmla="*/ 0 h 1614198"/>
              <a:gd name="connsiteX3" fmla="*/ 1642188 w 3872205"/>
              <a:gd name="connsiteY3" fmla="*/ 307911 h 1614198"/>
              <a:gd name="connsiteX4" fmla="*/ 1651518 w 3872205"/>
              <a:gd name="connsiteY4" fmla="*/ 1446247 h 1614198"/>
              <a:gd name="connsiteX5" fmla="*/ 2557365 w 3872205"/>
              <a:gd name="connsiteY5" fmla="*/ 979716 h 1614198"/>
              <a:gd name="connsiteX6" fmla="*/ 2553608 w 3872205"/>
              <a:gd name="connsiteY6" fmla="*/ 68296 h 1614198"/>
              <a:gd name="connsiteX7" fmla="*/ 3025710 w 3872205"/>
              <a:gd name="connsiteY7" fmla="*/ 359748 h 1614198"/>
              <a:gd name="connsiteX8" fmla="*/ 3034651 w 3872205"/>
              <a:gd name="connsiteY8" fmla="*/ 961054 h 1614198"/>
              <a:gd name="connsiteX9" fmla="*/ 3704737 w 3872205"/>
              <a:gd name="connsiteY9" fmla="*/ 974354 h 1614198"/>
              <a:gd name="connsiteX10" fmla="*/ 3872205 w 3872205"/>
              <a:gd name="connsiteY10" fmla="*/ 1614198 h 1614198"/>
              <a:gd name="connsiteX0" fmla="*/ 0 w 3872205"/>
              <a:gd name="connsiteY0" fmla="*/ 1334278 h 1614198"/>
              <a:gd name="connsiteX1" fmla="*/ 830424 w 3872205"/>
              <a:gd name="connsiteY1" fmla="*/ 998376 h 1614198"/>
              <a:gd name="connsiteX2" fmla="*/ 839756 w 3872205"/>
              <a:gd name="connsiteY2" fmla="*/ 0 h 1614198"/>
              <a:gd name="connsiteX3" fmla="*/ 1642188 w 3872205"/>
              <a:gd name="connsiteY3" fmla="*/ 307911 h 1614198"/>
              <a:gd name="connsiteX4" fmla="*/ 1651518 w 3872205"/>
              <a:gd name="connsiteY4" fmla="*/ 1446247 h 1614198"/>
              <a:gd name="connsiteX5" fmla="*/ 2557365 w 3872205"/>
              <a:gd name="connsiteY5" fmla="*/ 979716 h 1614198"/>
              <a:gd name="connsiteX6" fmla="*/ 2553608 w 3872205"/>
              <a:gd name="connsiteY6" fmla="*/ 68296 h 1614198"/>
              <a:gd name="connsiteX7" fmla="*/ 3025710 w 3872205"/>
              <a:gd name="connsiteY7" fmla="*/ 359748 h 1614198"/>
              <a:gd name="connsiteX8" fmla="*/ 3034651 w 3872205"/>
              <a:gd name="connsiteY8" fmla="*/ 961054 h 1614198"/>
              <a:gd name="connsiteX9" fmla="*/ 3704737 w 3872205"/>
              <a:gd name="connsiteY9" fmla="*/ 974354 h 1614198"/>
              <a:gd name="connsiteX10" fmla="*/ 3872205 w 3872205"/>
              <a:gd name="connsiteY10" fmla="*/ 1614198 h 1614198"/>
              <a:gd name="connsiteX0" fmla="*/ 0 w 3872205"/>
              <a:gd name="connsiteY0" fmla="*/ 1334278 h 1614198"/>
              <a:gd name="connsiteX1" fmla="*/ 830424 w 3872205"/>
              <a:gd name="connsiteY1" fmla="*/ 998376 h 1614198"/>
              <a:gd name="connsiteX2" fmla="*/ 839756 w 3872205"/>
              <a:gd name="connsiteY2" fmla="*/ 0 h 1614198"/>
              <a:gd name="connsiteX3" fmla="*/ 1642188 w 3872205"/>
              <a:gd name="connsiteY3" fmla="*/ 307911 h 1614198"/>
              <a:gd name="connsiteX4" fmla="*/ 1651518 w 3872205"/>
              <a:gd name="connsiteY4" fmla="*/ 1446247 h 1614198"/>
              <a:gd name="connsiteX5" fmla="*/ 2557365 w 3872205"/>
              <a:gd name="connsiteY5" fmla="*/ 979716 h 1614198"/>
              <a:gd name="connsiteX6" fmla="*/ 2553608 w 3872205"/>
              <a:gd name="connsiteY6" fmla="*/ 68296 h 1614198"/>
              <a:gd name="connsiteX7" fmla="*/ 3025710 w 3872205"/>
              <a:gd name="connsiteY7" fmla="*/ 359748 h 1614198"/>
              <a:gd name="connsiteX8" fmla="*/ 3034651 w 3872205"/>
              <a:gd name="connsiteY8" fmla="*/ 961054 h 1614198"/>
              <a:gd name="connsiteX9" fmla="*/ 3704737 w 3872205"/>
              <a:gd name="connsiteY9" fmla="*/ 974354 h 1614198"/>
              <a:gd name="connsiteX10" fmla="*/ 3872205 w 3872205"/>
              <a:gd name="connsiteY10" fmla="*/ 1614198 h 1614198"/>
              <a:gd name="connsiteX0" fmla="*/ 0 w 3760237"/>
              <a:gd name="connsiteY0" fmla="*/ 1334278 h 1576875"/>
              <a:gd name="connsiteX1" fmla="*/ 830424 w 3760237"/>
              <a:gd name="connsiteY1" fmla="*/ 998376 h 1576875"/>
              <a:gd name="connsiteX2" fmla="*/ 839756 w 3760237"/>
              <a:gd name="connsiteY2" fmla="*/ 0 h 1576875"/>
              <a:gd name="connsiteX3" fmla="*/ 1642188 w 3760237"/>
              <a:gd name="connsiteY3" fmla="*/ 307911 h 1576875"/>
              <a:gd name="connsiteX4" fmla="*/ 1651518 w 3760237"/>
              <a:gd name="connsiteY4" fmla="*/ 1446247 h 1576875"/>
              <a:gd name="connsiteX5" fmla="*/ 2557365 w 3760237"/>
              <a:gd name="connsiteY5" fmla="*/ 979716 h 1576875"/>
              <a:gd name="connsiteX6" fmla="*/ 2553608 w 3760237"/>
              <a:gd name="connsiteY6" fmla="*/ 68296 h 1576875"/>
              <a:gd name="connsiteX7" fmla="*/ 3025710 w 3760237"/>
              <a:gd name="connsiteY7" fmla="*/ 359748 h 1576875"/>
              <a:gd name="connsiteX8" fmla="*/ 3034651 w 3760237"/>
              <a:gd name="connsiteY8" fmla="*/ 961054 h 1576875"/>
              <a:gd name="connsiteX9" fmla="*/ 3704737 w 3760237"/>
              <a:gd name="connsiteY9" fmla="*/ 974354 h 1576875"/>
              <a:gd name="connsiteX10" fmla="*/ 3760237 w 3760237"/>
              <a:gd name="connsiteY10" fmla="*/ 1576875 h 1576875"/>
              <a:gd name="connsiteX0" fmla="*/ 0 w 4077478"/>
              <a:gd name="connsiteY0" fmla="*/ 1334278 h 1446247"/>
              <a:gd name="connsiteX1" fmla="*/ 830424 w 4077478"/>
              <a:gd name="connsiteY1" fmla="*/ 998376 h 1446247"/>
              <a:gd name="connsiteX2" fmla="*/ 839756 w 4077478"/>
              <a:gd name="connsiteY2" fmla="*/ 0 h 1446247"/>
              <a:gd name="connsiteX3" fmla="*/ 1642188 w 4077478"/>
              <a:gd name="connsiteY3" fmla="*/ 307911 h 1446247"/>
              <a:gd name="connsiteX4" fmla="*/ 1651518 w 4077478"/>
              <a:gd name="connsiteY4" fmla="*/ 1446247 h 1446247"/>
              <a:gd name="connsiteX5" fmla="*/ 2557365 w 4077478"/>
              <a:gd name="connsiteY5" fmla="*/ 979716 h 1446247"/>
              <a:gd name="connsiteX6" fmla="*/ 2553608 w 4077478"/>
              <a:gd name="connsiteY6" fmla="*/ 68296 h 1446247"/>
              <a:gd name="connsiteX7" fmla="*/ 3025710 w 4077478"/>
              <a:gd name="connsiteY7" fmla="*/ 359748 h 1446247"/>
              <a:gd name="connsiteX8" fmla="*/ 3034651 w 4077478"/>
              <a:gd name="connsiteY8" fmla="*/ 961054 h 1446247"/>
              <a:gd name="connsiteX9" fmla="*/ 3704737 w 4077478"/>
              <a:gd name="connsiteY9" fmla="*/ 974354 h 1446247"/>
              <a:gd name="connsiteX10" fmla="*/ 4077478 w 4077478"/>
              <a:gd name="connsiteY10" fmla="*/ 1231643 h 1446247"/>
              <a:gd name="connsiteX0" fmla="*/ 0 w 4077478"/>
              <a:gd name="connsiteY0" fmla="*/ 1334278 h 1547014"/>
              <a:gd name="connsiteX1" fmla="*/ 830424 w 4077478"/>
              <a:gd name="connsiteY1" fmla="*/ 998376 h 1547014"/>
              <a:gd name="connsiteX2" fmla="*/ 839756 w 4077478"/>
              <a:gd name="connsiteY2" fmla="*/ 0 h 1547014"/>
              <a:gd name="connsiteX3" fmla="*/ 1642188 w 4077478"/>
              <a:gd name="connsiteY3" fmla="*/ 307911 h 1547014"/>
              <a:gd name="connsiteX4" fmla="*/ 1651518 w 4077478"/>
              <a:gd name="connsiteY4" fmla="*/ 1446247 h 1547014"/>
              <a:gd name="connsiteX5" fmla="*/ 2557365 w 4077478"/>
              <a:gd name="connsiteY5" fmla="*/ 979716 h 1547014"/>
              <a:gd name="connsiteX6" fmla="*/ 2553608 w 4077478"/>
              <a:gd name="connsiteY6" fmla="*/ 68296 h 1547014"/>
              <a:gd name="connsiteX7" fmla="*/ 3025710 w 4077478"/>
              <a:gd name="connsiteY7" fmla="*/ 359748 h 1547014"/>
              <a:gd name="connsiteX8" fmla="*/ 3034651 w 4077478"/>
              <a:gd name="connsiteY8" fmla="*/ 961054 h 1547014"/>
              <a:gd name="connsiteX9" fmla="*/ 3704737 w 4077478"/>
              <a:gd name="connsiteY9" fmla="*/ 974354 h 1547014"/>
              <a:gd name="connsiteX10" fmla="*/ 3779381 w 4077478"/>
              <a:gd name="connsiteY10" fmla="*/ 1543523 h 1547014"/>
              <a:gd name="connsiteX11" fmla="*/ 4077478 w 4077478"/>
              <a:gd name="connsiteY11" fmla="*/ 1231643 h 1547014"/>
              <a:gd name="connsiteX0" fmla="*/ 0 w 4077478"/>
              <a:gd name="connsiteY0" fmla="*/ 1334278 h 1547014"/>
              <a:gd name="connsiteX1" fmla="*/ 830424 w 4077478"/>
              <a:gd name="connsiteY1" fmla="*/ 998376 h 1547014"/>
              <a:gd name="connsiteX2" fmla="*/ 839756 w 4077478"/>
              <a:gd name="connsiteY2" fmla="*/ 0 h 1547014"/>
              <a:gd name="connsiteX3" fmla="*/ 1642188 w 4077478"/>
              <a:gd name="connsiteY3" fmla="*/ 307911 h 1547014"/>
              <a:gd name="connsiteX4" fmla="*/ 1651518 w 4077478"/>
              <a:gd name="connsiteY4" fmla="*/ 1446247 h 1547014"/>
              <a:gd name="connsiteX5" fmla="*/ 2557365 w 4077478"/>
              <a:gd name="connsiteY5" fmla="*/ 979716 h 1547014"/>
              <a:gd name="connsiteX6" fmla="*/ 2553608 w 4077478"/>
              <a:gd name="connsiteY6" fmla="*/ 68296 h 1547014"/>
              <a:gd name="connsiteX7" fmla="*/ 3025710 w 4077478"/>
              <a:gd name="connsiteY7" fmla="*/ 359748 h 1547014"/>
              <a:gd name="connsiteX8" fmla="*/ 3034651 w 4077478"/>
              <a:gd name="connsiteY8" fmla="*/ 961054 h 1547014"/>
              <a:gd name="connsiteX9" fmla="*/ 3704737 w 4077478"/>
              <a:gd name="connsiteY9" fmla="*/ 974354 h 1547014"/>
              <a:gd name="connsiteX10" fmla="*/ 3779381 w 4077478"/>
              <a:gd name="connsiteY10" fmla="*/ 1543523 h 1547014"/>
              <a:gd name="connsiteX11" fmla="*/ 4077478 w 4077478"/>
              <a:gd name="connsiteY11" fmla="*/ 1231643 h 1547014"/>
              <a:gd name="connsiteX0" fmla="*/ 0 w 4077478"/>
              <a:gd name="connsiteY0" fmla="*/ 1334278 h 1547014"/>
              <a:gd name="connsiteX1" fmla="*/ 830424 w 4077478"/>
              <a:gd name="connsiteY1" fmla="*/ 998376 h 1547014"/>
              <a:gd name="connsiteX2" fmla="*/ 839756 w 4077478"/>
              <a:gd name="connsiteY2" fmla="*/ 0 h 1547014"/>
              <a:gd name="connsiteX3" fmla="*/ 1642188 w 4077478"/>
              <a:gd name="connsiteY3" fmla="*/ 307911 h 1547014"/>
              <a:gd name="connsiteX4" fmla="*/ 1651518 w 4077478"/>
              <a:gd name="connsiteY4" fmla="*/ 1446247 h 1547014"/>
              <a:gd name="connsiteX5" fmla="*/ 2557365 w 4077478"/>
              <a:gd name="connsiteY5" fmla="*/ 979716 h 1547014"/>
              <a:gd name="connsiteX6" fmla="*/ 2553608 w 4077478"/>
              <a:gd name="connsiteY6" fmla="*/ 68296 h 1547014"/>
              <a:gd name="connsiteX7" fmla="*/ 3025710 w 4077478"/>
              <a:gd name="connsiteY7" fmla="*/ 359748 h 1547014"/>
              <a:gd name="connsiteX8" fmla="*/ 3034651 w 4077478"/>
              <a:gd name="connsiteY8" fmla="*/ 961054 h 1547014"/>
              <a:gd name="connsiteX9" fmla="*/ 3704737 w 4077478"/>
              <a:gd name="connsiteY9" fmla="*/ 974354 h 1547014"/>
              <a:gd name="connsiteX10" fmla="*/ 3742058 w 4077478"/>
              <a:gd name="connsiteY10" fmla="*/ 1543523 h 1547014"/>
              <a:gd name="connsiteX11" fmla="*/ 4077478 w 4077478"/>
              <a:gd name="connsiteY11" fmla="*/ 1231643 h 1547014"/>
              <a:gd name="connsiteX0" fmla="*/ 0 w 4077478"/>
              <a:gd name="connsiteY0" fmla="*/ 1334278 h 1543523"/>
              <a:gd name="connsiteX1" fmla="*/ 830424 w 4077478"/>
              <a:gd name="connsiteY1" fmla="*/ 998376 h 1543523"/>
              <a:gd name="connsiteX2" fmla="*/ 839756 w 4077478"/>
              <a:gd name="connsiteY2" fmla="*/ 0 h 1543523"/>
              <a:gd name="connsiteX3" fmla="*/ 1642188 w 4077478"/>
              <a:gd name="connsiteY3" fmla="*/ 307911 h 1543523"/>
              <a:gd name="connsiteX4" fmla="*/ 1651518 w 4077478"/>
              <a:gd name="connsiteY4" fmla="*/ 1446247 h 1543523"/>
              <a:gd name="connsiteX5" fmla="*/ 2557365 w 4077478"/>
              <a:gd name="connsiteY5" fmla="*/ 979716 h 1543523"/>
              <a:gd name="connsiteX6" fmla="*/ 2553608 w 4077478"/>
              <a:gd name="connsiteY6" fmla="*/ 68296 h 1543523"/>
              <a:gd name="connsiteX7" fmla="*/ 3025710 w 4077478"/>
              <a:gd name="connsiteY7" fmla="*/ 359748 h 1543523"/>
              <a:gd name="connsiteX8" fmla="*/ 3034651 w 4077478"/>
              <a:gd name="connsiteY8" fmla="*/ 961054 h 1543523"/>
              <a:gd name="connsiteX9" fmla="*/ 3704737 w 4077478"/>
              <a:gd name="connsiteY9" fmla="*/ 974354 h 1543523"/>
              <a:gd name="connsiteX10" fmla="*/ 3742058 w 4077478"/>
              <a:gd name="connsiteY10" fmla="*/ 1543523 h 1543523"/>
              <a:gd name="connsiteX11" fmla="*/ 4077478 w 4077478"/>
              <a:gd name="connsiteY11" fmla="*/ 1231643 h 1543523"/>
              <a:gd name="connsiteX0" fmla="*/ 0 w 4077478"/>
              <a:gd name="connsiteY0" fmla="*/ 1334278 h 1468878"/>
              <a:gd name="connsiteX1" fmla="*/ 830424 w 4077478"/>
              <a:gd name="connsiteY1" fmla="*/ 998376 h 1468878"/>
              <a:gd name="connsiteX2" fmla="*/ 839756 w 4077478"/>
              <a:gd name="connsiteY2" fmla="*/ 0 h 1468878"/>
              <a:gd name="connsiteX3" fmla="*/ 1642188 w 4077478"/>
              <a:gd name="connsiteY3" fmla="*/ 307911 h 1468878"/>
              <a:gd name="connsiteX4" fmla="*/ 1651518 w 4077478"/>
              <a:gd name="connsiteY4" fmla="*/ 1446247 h 1468878"/>
              <a:gd name="connsiteX5" fmla="*/ 2557365 w 4077478"/>
              <a:gd name="connsiteY5" fmla="*/ 979716 h 1468878"/>
              <a:gd name="connsiteX6" fmla="*/ 2553608 w 4077478"/>
              <a:gd name="connsiteY6" fmla="*/ 68296 h 1468878"/>
              <a:gd name="connsiteX7" fmla="*/ 3025710 w 4077478"/>
              <a:gd name="connsiteY7" fmla="*/ 359748 h 1468878"/>
              <a:gd name="connsiteX8" fmla="*/ 3034651 w 4077478"/>
              <a:gd name="connsiteY8" fmla="*/ 961054 h 1468878"/>
              <a:gd name="connsiteX9" fmla="*/ 3704737 w 4077478"/>
              <a:gd name="connsiteY9" fmla="*/ 974354 h 1468878"/>
              <a:gd name="connsiteX10" fmla="*/ 3742058 w 4077478"/>
              <a:gd name="connsiteY10" fmla="*/ 1468878 h 1468878"/>
              <a:gd name="connsiteX11" fmla="*/ 4077478 w 4077478"/>
              <a:gd name="connsiteY11" fmla="*/ 1231643 h 1468878"/>
              <a:gd name="connsiteX0" fmla="*/ 0 w 4077478"/>
              <a:gd name="connsiteY0" fmla="*/ 1334278 h 1468878"/>
              <a:gd name="connsiteX1" fmla="*/ 830424 w 4077478"/>
              <a:gd name="connsiteY1" fmla="*/ 998376 h 1468878"/>
              <a:gd name="connsiteX2" fmla="*/ 839756 w 4077478"/>
              <a:gd name="connsiteY2" fmla="*/ 0 h 1468878"/>
              <a:gd name="connsiteX3" fmla="*/ 1642188 w 4077478"/>
              <a:gd name="connsiteY3" fmla="*/ 307911 h 1468878"/>
              <a:gd name="connsiteX4" fmla="*/ 1651518 w 4077478"/>
              <a:gd name="connsiteY4" fmla="*/ 1446247 h 1468878"/>
              <a:gd name="connsiteX5" fmla="*/ 2557365 w 4077478"/>
              <a:gd name="connsiteY5" fmla="*/ 979716 h 1468878"/>
              <a:gd name="connsiteX6" fmla="*/ 2553608 w 4077478"/>
              <a:gd name="connsiteY6" fmla="*/ 68296 h 1468878"/>
              <a:gd name="connsiteX7" fmla="*/ 3025710 w 4077478"/>
              <a:gd name="connsiteY7" fmla="*/ 359748 h 1468878"/>
              <a:gd name="connsiteX8" fmla="*/ 3034651 w 4077478"/>
              <a:gd name="connsiteY8" fmla="*/ 961054 h 1468878"/>
              <a:gd name="connsiteX9" fmla="*/ 3704737 w 4077478"/>
              <a:gd name="connsiteY9" fmla="*/ 974354 h 1468878"/>
              <a:gd name="connsiteX10" fmla="*/ 3742058 w 4077478"/>
              <a:gd name="connsiteY10" fmla="*/ 1468878 h 1468878"/>
              <a:gd name="connsiteX11" fmla="*/ 4077478 w 4077478"/>
              <a:gd name="connsiteY11" fmla="*/ 1231643 h 1468878"/>
              <a:gd name="connsiteX0" fmla="*/ 0 w 4077478"/>
              <a:gd name="connsiteY0" fmla="*/ 1334278 h 1468878"/>
              <a:gd name="connsiteX1" fmla="*/ 830424 w 4077478"/>
              <a:gd name="connsiteY1" fmla="*/ 998376 h 1468878"/>
              <a:gd name="connsiteX2" fmla="*/ 839756 w 4077478"/>
              <a:gd name="connsiteY2" fmla="*/ 0 h 1468878"/>
              <a:gd name="connsiteX3" fmla="*/ 1642188 w 4077478"/>
              <a:gd name="connsiteY3" fmla="*/ 307911 h 1468878"/>
              <a:gd name="connsiteX4" fmla="*/ 1651518 w 4077478"/>
              <a:gd name="connsiteY4" fmla="*/ 1446247 h 1468878"/>
              <a:gd name="connsiteX5" fmla="*/ 2557365 w 4077478"/>
              <a:gd name="connsiteY5" fmla="*/ 979716 h 1468878"/>
              <a:gd name="connsiteX6" fmla="*/ 2553608 w 4077478"/>
              <a:gd name="connsiteY6" fmla="*/ 68296 h 1468878"/>
              <a:gd name="connsiteX7" fmla="*/ 3025710 w 4077478"/>
              <a:gd name="connsiteY7" fmla="*/ 359748 h 1468878"/>
              <a:gd name="connsiteX8" fmla="*/ 3034651 w 4077478"/>
              <a:gd name="connsiteY8" fmla="*/ 961054 h 1468878"/>
              <a:gd name="connsiteX9" fmla="*/ 3704737 w 4077478"/>
              <a:gd name="connsiteY9" fmla="*/ 974354 h 1468878"/>
              <a:gd name="connsiteX10" fmla="*/ 3742058 w 4077478"/>
              <a:gd name="connsiteY10" fmla="*/ 1468878 h 1468878"/>
              <a:gd name="connsiteX11" fmla="*/ 4077478 w 4077478"/>
              <a:gd name="connsiteY11" fmla="*/ 1231643 h 1468878"/>
              <a:gd name="connsiteX0" fmla="*/ 0 w 4077478"/>
              <a:gd name="connsiteY0" fmla="*/ 1334278 h 1468878"/>
              <a:gd name="connsiteX1" fmla="*/ 830424 w 4077478"/>
              <a:gd name="connsiteY1" fmla="*/ 998376 h 1468878"/>
              <a:gd name="connsiteX2" fmla="*/ 839756 w 4077478"/>
              <a:gd name="connsiteY2" fmla="*/ 0 h 1468878"/>
              <a:gd name="connsiteX3" fmla="*/ 1642188 w 4077478"/>
              <a:gd name="connsiteY3" fmla="*/ 307911 h 1468878"/>
              <a:gd name="connsiteX4" fmla="*/ 1651518 w 4077478"/>
              <a:gd name="connsiteY4" fmla="*/ 1446247 h 1468878"/>
              <a:gd name="connsiteX5" fmla="*/ 2557365 w 4077478"/>
              <a:gd name="connsiteY5" fmla="*/ 979716 h 1468878"/>
              <a:gd name="connsiteX6" fmla="*/ 2553608 w 4077478"/>
              <a:gd name="connsiteY6" fmla="*/ 68296 h 1468878"/>
              <a:gd name="connsiteX7" fmla="*/ 3025710 w 4077478"/>
              <a:gd name="connsiteY7" fmla="*/ 359748 h 1468878"/>
              <a:gd name="connsiteX8" fmla="*/ 3034651 w 4077478"/>
              <a:gd name="connsiteY8" fmla="*/ 961054 h 1468878"/>
              <a:gd name="connsiteX9" fmla="*/ 3704737 w 4077478"/>
              <a:gd name="connsiteY9" fmla="*/ 974354 h 1468878"/>
              <a:gd name="connsiteX10" fmla="*/ 3704735 w 4077478"/>
              <a:gd name="connsiteY10" fmla="*/ 1468878 h 1468878"/>
              <a:gd name="connsiteX11" fmla="*/ 4077478 w 4077478"/>
              <a:gd name="connsiteY11" fmla="*/ 1231643 h 1468878"/>
              <a:gd name="connsiteX0" fmla="*/ 0 w 4077478"/>
              <a:gd name="connsiteY0" fmla="*/ 1334278 h 1468878"/>
              <a:gd name="connsiteX1" fmla="*/ 830424 w 4077478"/>
              <a:gd name="connsiteY1" fmla="*/ 998376 h 1468878"/>
              <a:gd name="connsiteX2" fmla="*/ 839756 w 4077478"/>
              <a:gd name="connsiteY2" fmla="*/ 0 h 1468878"/>
              <a:gd name="connsiteX3" fmla="*/ 1642188 w 4077478"/>
              <a:gd name="connsiteY3" fmla="*/ 307911 h 1468878"/>
              <a:gd name="connsiteX4" fmla="*/ 1651518 w 4077478"/>
              <a:gd name="connsiteY4" fmla="*/ 1446247 h 1468878"/>
              <a:gd name="connsiteX5" fmla="*/ 2557365 w 4077478"/>
              <a:gd name="connsiteY5" fmla="*/ 979716 h 1468878"/>
              <a:gd name="connsiteX6" fmla="*/ 2553608 w 4077478"/>
              <a:gd name="connsiteY6" fmla="*/ 68296 h 1468878"/>
              <a:gd name="connsiteX7" fmla="*/ 3025710 w 4077478"/>
              <a:gd name="connsiteY7" fmla="*/ 359748 h 1468878"/>
              <a:gd name="connsiteX8" fmla="*/ 3034651 w 4077478"/>
              <a:gd name="connsiteY8" fmla="*/ 961054 h 1468878"/>
              <a:gd name="connsiteX9" fmla="*/ 3704737 w 4077478"/>
              <a:gd name="connsiteY9" fmla="*/ 974354 h 1468878"/>
              <a:gd name="connsiteX10" fmla="*/ 3704735 w 4077478"/>
              <a:gd name="connsiteY10" fmla="*/ 1468878 h 1468878"/>
              <a:gd name="connsiteX11" fmla="*/ 4077478 w 4077478"/>
              <a:gd name="connsiteY11" fmla="*/ 1231643 h 1468878"/>
              <a:gd name="connsiteX0" fmla="*/ 0 w 4077478"/>
              <a:gd name="connsiteY0" fmla="*/ 1334278 h 1468878"/>
              <a:gd name="connsiteX1" fmla="*/ 830424 w 4077478"/>
              <a:gd name="connsiteY1" fmla="*/ 998376 h 1468878"/>
              <a:gd name="connsiteX2" fmla="*/ 839756 w 4077478"/>
              <a:gd name="connsiteY2" fmla="*/ 0 h 1468878"/>
              <a:gd name="connsiteX3" fmla="*/ 1642188 w 4077478"/>
              <a:gd name="connsiteY3" fmla="*/ 307911 h 1468878"/>
              <a:gd name="connsiteX4" fmla="*/ 1651518 w 4077478"/>
              <a:gd name="connsiteY4" fmla="*/ 1446247 h 1468878"/>
              <a:gd name="connsiteX5" fmla="*/ 2557365 w 4077478"/>
              <a:gd name="connsiteY5" fmla="*/ 979716 h 1468878"/>
              <a:gd name="connsiteX6" fmla="*/ 2553608 w 4077478"/>
              <a:gd name="connsiteY6" fmla="*/ 68296 h 1468878"/>
              <a:gd name="connsiteX7" fmla="*/ 3044371 w 4077478"/>
              <a:gd name="connsiteY7" fmla="*/ 369078 h 1468878"/>
              <a:gd name="connsiteX8" fmla="*/ 3034651 w 4077478"/>
              <a:gd name="connsiteY8" fmla="*/ 961054 h 1468878"/>
              <a:gd name="connsiteX9" fmla="*/ 3704737 w 4077478"/>
              <a:gd name="connsiteY9" fmla="*/ 974354 h 1468878"/>
              <a:gd name="connsiteX10" fmla="*/ 3704735 w 4077478"/>
              <a:gd name="connsiteY10" fmla="*/ 1468878 h 1468878"/>
              <a:gd name="connsiteX11" fmla="*/ 4077478 w 4077478"/>
              <a:gd name="connsiteY11" fmla="*/ 1231643 h 1468878"/>
              <a:gd name="connsiteX0" fmla="*/ 0 w 4077478"/>
              <a:gd name="connsiteY0" fmla="*/ 1334278 h 1468878"/>
              <a:gd name="connsiteX1" fmla="*/ 830424 w 4077478"/>
              <a:gd name="connsiteY1" fmla="*/ 998376 h 1468878"/>
              <a:gd name="connsiteX2" fmla="*/ 839756 w 4077478"/>
              <a:gd name="connsiteY2" fmla="*/ 0 h 1468878"/>
              <a:gd name="connsiteX3" fmla="*/ 1642188 w 4077478"/>
              <a:gd name="connsiteY3" fmla="*/ 307911 h 1468878"/>
              <a:gd name="connsiteX4" fmla="*/ 1651518 w 4077478"/>
              <a:gd name="connsiteY4" fmla="*/ 1446247 h 1468878"/>
              <a:gd name="connsiteX5" fmla="*/ 2557365 w 4077478"/>
              <a:gd name="connsiteY5" fmla="*/ 979716 h 1468878"/>
              <a:gd name="connsiteX6" fmla="*/ 2553608 w 4077478"/>
              <a:gd name="connsiteY6" fmla="*/ 68296 h 1468878"/>
              <a:gd name="connsiteX7" fmla="*/ 3044371 w 4077478"/>
              <a:gd name="connsiteY7" fmla="*/ 369078 h 1468878"/>
              <a:gd name="connsiteX8" fmla="*/ 3034651 w 4077478"/>
              <a:gd name="connsiteY8" fmla="*/ 961054 h 1468878"/>
              <a:gd name="connsiteX9" fmla="*/ 3704737 w 4077478"/>
              <a:gd name="connsiteY9" fmla="*/ 974354 h 1468878"/>
              <a:gd name="connsiteX10" fmla="*/ 3704735 w 4077478"/>
              <a:gd name="connsiteY10" fmla="*/ 1468878 h 1468878"/>
              <a:gd name="connsiteX11" fmla="*/ 4077478 w 4077478"/>
              <a:gd name="connsiteY11" fmla="*/ 1138337 h 1468878"/>
              <a:gd name="connsiteX0" fmla="*/ 0 w 4040155"/>
              <a:gd name="connsiteY0" fmla="*/ 1334278 h 1468878"/>
              <a:gd name="connsiteX1" fmla="*/ 830424 w 4040155"/>
              <a:gd name="connsiteY1" fmla="*/ 998376 h 1468878"/>
              <a:gd name="connsiteX2" fmla="*/ 839756 w 4040155"/>
              <a:gd name="connsiteY2" fmla="*/ 0 h 1468878"/>
              <a:gd name="connsiteX3" fmla="*/ 1642188 w 4040155"/>
              <a:gd name="connsiteY3" fmla="*/ 307911 h 1468878"/>
              <a:gd name="connsiteX4" fmla="*/ 1651518 w 4040155"/>
              <a:gd name="connsiteY4" fmla="*/ 1446247 h 1468878"/>
              <a:gd name="connsiteX5" fmla="*/ 2557365 w 4040155"/>
              <a:gd name="connsiteY5" fmla="*/ 979716 h 1468878"/>
              <a:gd name="connsiteX6" fmla="*/ 2553608 w 4040155"/>
              <a:gd name="connsiteY6" fmla="*/ 68296 h 1468878"/>
              <a:gd name="connsiteX7" fmla="*/ 3044371 w 4040155"/>
              <a:gd name="connsiteY7" fmla="*/ 369078 h 1468878"/>
              <a:gd name="connsiteX8" fmla="*/ 3034651 w 4040155"/>
              <a:gd name="connsiteY8" fmla="*/ 961054 h 1468878"/>
              <a:gd name="connsiteX9" fmla="*/ 3704737 w 4040155"/>
              <a:gd name="connsiteY9" fmla="*/ 974354 h 1468878"/>
              <a:gd name="connsiteX10" fmla="*/ 3704735 w 4040155"/>
              <a:gd name="connsiteY10" fmla="*/ 1468878 h 1468878"/>
              <a:gd name="connsiteX11" fmla="*/ 4040155 w 4040155"/>
              <a:gd name="connsiteY11" fmla="*/ 1203651 h 1468878"/>
              <a:gd name="connsiteX0" fmla="*/ 0 w 4114800"/>
              <a:gd name="connsiteY0" fmla="*/ 1334278 h 1468878"/>
              <a:gd name="connsiteX1" fmla="*/ 830424 w 4114800"/>
              <a:gd name="connsiteY1" fmla="*/ 998376 h 1468878"/>
              <a:gd name="connsiteX2" fmla="*/ 839756 w 4114800"/>
              <a:gd name="connsiteY2" fmla="*/ 0 h 1468878"/>
              <a:gd name="connsiteX3" fmla="*/ 1642188 w 4114800"/>
              <a:gd name="connsiteY3" fmla="*/ 307911 h 1468878"/>
              <a:gd name="connsiteX4" fmla="*/ 1651518 w 4114800"/>
              <a:gd name="connsiteY4" fmla="*/ 1446247 h 1468878"/>
              <a:gd name="connsiteX5" fmla="*/ 2557365 w 4114800"/>
              <a:gd name="connsiteY5" fmla="*/ 979716 h 1468878"/>
              <a:gd name="connsiteX6" fmla="*/ 2553608 w 4114800"/>
              <a:gd name="connsiteY6" fmla="*/ 68296 h 1468878"/>
              <a:gd name="connsiteX7" fmla="*/ 3044371 w 4114800"/>
              <a:gd name="connsiteY7" fmla="*/ 369078 h 1468878"/>
              <a:gd name="connsiteX8" fmla="*/ 3034651 w 4114800"/>
              <a:gd name="connsiteY8" fmla="*/ 961054 h 1468878"/>
              <a:gd name="connsiteX9" fmla="*/ 3704737 w 4114800"/>
              <a:gd name="connsiteY9" fmla="*/ 974354 h 1468878"/>
              <a:gd name="connsiteX10" fmla="*/ 3704735 w 4114800"/>
              <a:gd name="connsiteY10" fmla="*/ 1468878 h 1468878"/>
              <a:gd name="connsiteX11" fmla="*/ 4114800 w 4114800"/>
              <a:gd name="connsiteY11" fmla="*/ 1101015 h 1468878"/>
              <a:gd name="connsiteX0" fmla="*/ 0 w 4021494"/>
              <a:gd name="connsiteY0" fmla="*/ 1334278 h 1468878"/>
              <a:gd name="connsiteX1" fmla="*/ 830424 w 4021494"/>
              <a:gd name="connsiteY1" fmla="*/ 998376 h 1468878"/>
              <a:gd name="connsiteX2" fmla="*/ 839756 w 4021494"/>
              <a:gd name="connsiteY2" fmla="*/ 0 h 1468878"/>
              <a:gd name="connsiteX3" fmla="*/ 1642188 w 4021494"/>
              <a:gd name="connsiteY3" fmla="*/ 307911 h 1468878"/>
              <a:gd name="connsiteX4" fmla="*/ 1651518 w 4021494"/>
              <a:gd name="connsiteY4" fmla="*/ 1446247 h 1468878"/>
              <a:gd name="connsiteX5" fmla="*/ 2557365 w 4021494"/>
              <a:gd name="connsiteY5" fmla="*/ 979716 h 1468878"/>
              <a:gd name="connsiteX6" fmla="*/ 2553608 w 4021494"/>
              <a:gd name="connsiteY6" fmla="*/ 68296 h 1468878"/>
              <a:gd name="connsiteX7" fmla="*/ 3044371 w 4021494"/>
              <a:gd name="connsiteY7" fmla="*/ 369078 h 1468878"/>
              <a:gd name="connsiteX8" fmla="*/ 3034651 w 4021494"/>
              <a:gd name="connsiteY8" fmla="*/ 961054 h 1468878"/>
              <a:gd name="connsiteX9" fmla="*/ 3704737 w 4021494"/>
              <a:gd name="connsiteY9" fmla="*/ 974354 h 1468878"/>
              <a:gd name="connsiteX10" fmla="*/ 3704735 w 4021494"/>
              <a:gd name="connsiteY10" fmla="*/ 1468878 h 1468878"/>
              <a:gd name="connsiteX11" fmla="*/ 4021494 w 4021494"/>
              <a:gd name="connsiteY11" fmla="*/ 1222313 h 1468878"/>
              <a:gd name="connsiteX0" fmla="*/ 0 w 4105470"/>
              <a:gd name="connsiteY0" fmla="*/ 1334278 h 1468878"/>
              <a:gd name="connsiteX1" fmla="*/ 830424 w 4105470"/>
              <a:gd name="connsiteY1" fmla="*/ 998376 h 1468878"/>
              <a:gd name="connsiteX2" fmla="*/ 839756 w 4105470"/>
              <a:gd name="connsiteY2" fmla="*/ 0 h 1468878"/>
              <a:gd name="connsiteX3" fmla="*/ 1642188 w 4105470"/>
              <a:gd name="connsiteY3" fmla="*/ 307911 h 1468878"/>
              <a:gd name="connsiteX4" fmla="*/ 1651518 w 4105470"/>
              <a:gd name="connsiteY4" fmla="*/ 1446247 h 1468878"/>
              <a:gd name="connsiteX5" fmla="*/ 2557365 w 4105470"/>
              <a:gd name="connsiteY5" fmla="*/ 979716 h 1468878"/>
              <a:gd name="connsiteX6" fmla="*/ 2553608 w 4105470"/>
              <a:gd name="connsiteY6" fmla="*/ 68296 h 1468878"/>
              <a:gd name="connsiteX7" fmla="*/ 3044371 w 4105470"/>
              <a:gd name="connsiteY7" fmla="*/ 369078 h 1468878"/>
              <a:gd name="connsiteX8" fmla="*/ 3034651 w 4105470"/>
              <a:gd name="connsiteY8" fmla="*/ 961054 h 1468878"/>
              <a:gd name="connsiteX9" fmla="*/ 3704737 w 4105470"/>
              <a:gd name="connsiteY9" fmla="*/ 974354 h 1468878"/>
              <a:gd name="connsiteX10" fmla="*/ 3704735 w 4105470"/>
              <a:gd name="connsiteY10" fmla="*/ 1468878 h 1468878"/>
              <a:gd name="connsiteX11" fmla="*/ 4105470 w 4105470"/>
              <a:gd name="connsiteY11" fmla="*/ 1110345 h 1468878"/>
              <a:gd name="connsiteX0" fmla="*/ 0 w 4105470"/>
              <a:gd name="connsiteY0" fmla="*/ 1334278 h 1468878"/>
              <a:gd name="connsiteX1" fmla="*/ 830424 w 4105470"/>
              <a:gd name="connsiteY1" fmla="*/ 998376 h 1468878"/>
              <a:gd name="connsiteX2" fmla="*/ 839756 w 4105470"/>
              <a:gd name="connsiteY2" fmla="*/ 0 h 1468878"/>
              <a:gd name="connsiteX3" fmla="*/ 1642188 w 4105470"/>
              <a:gd name="connsiteY3" fmla="*/ 307911 h 1468878"/>
              <a:gd name="connsiteX4" fmla="*/ 1651518 w 4105470"/>
              <a:gd name="connsiteY4" fmla="*/ 1446247 h 1468878"/>
              <a:gd name="connsiteX5" fmla="*/ 2557365 w 4105470"/>
              <a:gd name="connsiteY5" fmla="*/ 979716 h 1468878"/>
              <a:gd name="connsiteX6" fmla="*/ 2553608 w 4105470"/>
              <a:gd name="connsiteY6" fmla="*/ 68296 h 1468878"/>
              <a:gd name="connsiteX7" fmla="*/ 3044371 w 4105470"/>
              <a:gd name="connsiteY7" fmla="*/ 369078 h 1468878"/>
              <a:gd name="connsiteX8" fmla="*/ 3034651 w 4105470"/>
              <a:gd name="connsiteY8" fmla="*/ 961054 h 1468878"/>
              <a:gd name="connsiteX9" fmla="*/ 3704737 w 4105470"/>
              <a:gd name="connsiteY9" fmla="*/ 974354 h 1468878"/>
              <a:gd name="connsiteX10" fmla="*/ 3704735 w 4105470"/>
              <a:gd name="connsiteY10" fmla="*/ 1468878 h 1468878"/>
              <a:gd name="connsiteX11" fmla="*/ 4105470 w 4105470"/>
              <a:gd name="connsiteY11" fmla="*/ 1110345 h 1468878"/>
              <a:gd name="connsiteX0" fmla="*/ 0 w 3582956"/>
              <a:gd name="connsiteY0" fmla="*/ 1101013 h 1468878"/>
              <a:gd name="connsiteX1" fmla="*/ 307910 w 3582956"/>
              <a:gd name="connsiteY1" fmla="*/ 998376 h 1468878"/>
              <a:gd name="connsiteX2" fmla="*/ 317242 w 3582956"/>
              <a:gd name="connsiteY2" fmla="*/ 0 h 1468878"/>
              <a:gd name="connsiteX3" fmla="*/ 1119674 w 3582956"/>
              <a:gd name="connsiteY3" fmla="*/ 307911 h 1468878"/>
              <a:gd name="connsiteX4" fmla="*/ 1129004 w 3582956"/>
              <a:gd name="connsiteY4" fmla="*/ 1446247 h 1468878"/>
              <a:gd name="connsiteX5" fmla="*/ 2034851 w 3582956"/>
              <a:gd name="connsiteY5" fmla="*/ 979716 h 1468878"/>
              <a:gd name="connsiteX6" fmla="*/ 2031094 w 3582956"/>
              <a:gd name="connsiteY6" fmla="*/ 68296 h 1468878"/>
              <a:gd name="connsiteX7" fmla="*/ 2521857 w 3582956"/>
              <a:gd name="connsiteY7" fmla="*/ 369078 h 1468878"/>
              <a:gd name="connsiteX8" fmla="*/ 2512137 w 3582956"/>
              <a:gd name="connsiteY8" fmla="*/ 961054 h 1468878"/>
              <a:gd name="connsiteX9" fmla="*/ 3182223 w 3582956"/>
              <a:gd name="connsiteY9" fmla="*/ 974354 h 1468878"/>
              <a:gd name="connsiteX10" fmla="*/ 3182221 w 3582956"/>
              <a:gd name="connsiteY10" fmla="*/ 1468878 h 1468878"/>
              <a:gd name="connsiteX11" fmla="*/ 3582956 w 3582956"/>
              <a:gd name="connsiteY11" fmla="*/ 1110345 h 1468878"/>
              <a:gd name="connsiteX0" fmla="*/ 0 w 3582956"/>
              <a:gd name="connsiteY0" fmla="*/ 1101013 h 1468878"/>
              <a:gd name="connsiteX1" fmla="*/ 307910 w 3582956"/>
              <a:gd name="connsiteY1" fmla="*/ 998376 h 1468878"/>
              <a:gd name="connsiteX2" fmla="*/ 317242 w 3582956"/>
              <a:gd name="connsiteY2" fmla="*/ 0 h 1468878"/>
              <a:gd name="connsiteX3" fmla="*/ 1119674 w 3582956"/>
              <a:gd name="connsiteY3" fmla="*/ 307911 h 1468878"/>
              <a:gd name="connsiteX4" fmla="*/ 1129004 w 3582956"/>
              <a:gd name="connsiteY4" fmla="*/ 1446247 h 1468878"/>
              <a:gd name="connsiteX5" fmla="*/ 2034851 w 3582956"/>
              <a:gd name="connsiteY5" fmla="*/ 979716 h 1468878"/>
              <a:gd name="connsiteX6" fmla="*/ 2031094 w 3582956"/>
              <a:gd name="connsiteY6" fmla="*/ 68296 h 1468878"/>
              <a:gd name="connsiteX7" fmla="*/ 2521857 w 3582956"/>
              <a:gd name="connsiteY7" fmla="*/ 369078 h 1468878"/>
              <a:gd name="connsiteX8" fmla="*/ 2512137 w 3582956"/>
              <a:gd name="connsiteY8" fmla="*/ 961054 h 1468878"/>
              <a:gd name="connsiteX9" fmla="*/ 3182223 w 3582956"/>
              <a:gd name="connsiteY9" fmla="*/ 974354 h 1468878"/>
              <a:gd name="connsiteX10" fmla="*/ 3182221 w 3582956"/>
              <a:gd name="connsiteY10" fmla="*/ 1468878 h 1468878"/>
              <a:gd name="connsiteX11" fmla="*/ 3582956 w 3582956"/>
              <a:gd name="connsiteY11" fmla="*/ 1110345 h 1468878"/>
              <a:gd name="connsiteX0" fmla="*/ 0 w 3573626"/>
              <a:gd name="connsiteY0" fmla="*/ 1156997 h 1468878"/>
              <a:gd name="connsiteX1" fmla="*/ 298580 w 3573626"/>
              <a:gd name="connsiteY1" fmla="*/ 998376 h 1468878"/>
              <a:gd name="connsiteX2" fmla="*/ 307912 w 3573626"/>
              <a:gd name="connsiteY2" fmla="*/ 0 h 1468878"/>
              <a:gd name="connsiteX3" fmla="*/ 1110344 w 3573626"/>
              <a:gd name="connsiteY3" fmla="*/ 307911 h 1468878"/>
              <a:gd name="connsiteX4" fmla="*/ 1119674 w 3573626"/>
              <a:gd name="connsiteY4" fmla="*/ 1446247 h 1468878"/>
              <a:gd name="connsiteX5" fmla="*/ 2025521 w 3573626"/>
              <a:gd name="connsiteY5" fmla="*/ 979716 h 1468878"/>
              <a:gd name="connsiteX6" fmla="*/ 2021764 w 3573626"/>
              <a:gd name="connsiteY6" fmla="*/ 68296 h 1468878"/>
              <a:gd name="connsiteX7" fmla="*/ 2512527 w 3573626"/>
              <a:gd name="connsiteY7" fmla="*/ 369078 h 1468878"/>
              <a:gd name="connsiteX8" fmla="*/ 2502807 w 3573626"/>
              <a:gd name="connsiteY8" fmla="*/ 961054 h 1468878"/>
              <a:gd name="connsiteX9" fmla="*/ 3172893 w 3573626"/>
              <a:gd name="connsiteY9" fmla="*/ 974354 h 1468878"/>
              <a:gd name="connsiteX10" fmla="*/ 3172891 w 3573626"/>
              <a:gd name="connsiteY10" fmla="*/ 1468878 h 1468878"/>
              <a:gd name="connsiteX11" fmla="*/ 3573626 w 3573626"/>
              <a:gd name="connsiteY11" fmla="*/ 1110345 h 1468878"/>
              <a:gd name="connsiteX0" fmla="*/ 0 w 3573626"/>
              <a:gd name="connsiteY0" fmla="*/ 1156997 h 1468878"/>
              <a:gd name="connsiteX1" fmla="*/ 298580 w 3573626"/>
              <a:gd name="connsiteY1" fmla="*/ 998376 h 1468878"/>
              <a:gd name="connsiteX2" fmla="*/ 307912 w 3573626"/>
              <a:gd name="connsiteY2" fmla="*/ 0 h 1468878"/>
              <a:gd name="connsiteX3" fmla="*/ 1110344 w 3573626"/>
              <a:gd name="connsiteY3" fmla="*/ 307911 h 1468878"/>
              <a:gd name="connsiteX4" fmla="*/ 1119674 w 3573626"/>
              <a:gd name="connsiteY4" fmla="*/ 1446247 h 1468878"/>
              <a:gd name="connsiteX5" fmla="*/ 2025521 w 3573626"/>
              <a:gd name="connsiteY5" fmla="*/ 979716 h 1468878"/>
              <a:gd name="connsiteX6" fmla="*/ 2021764 w 3573626"/>
              <a:gd name="connsiteY6" fmla="*/ 68296 h 1468878"/>
              <a:gd name="connsiteX7" fmla="*/ 2512527 w 3573626"/>
              <a:gd name="connsiteY7" fmla="*/ 369078 h 1468878"/>
              <a:gd name="connsiteX8" fmla="*/ 2502807 w 3573626"/>
              <a:gd name="connsiteY8" fmla="*/ 961054 h 1468878"/>
              <a:gd name="connsiteX9" fmla="*/ 3172893 w 3573626"/>
              <a:gd name="connsiteY9" fmla="*/ 974354 h 1468878"/>
              <a:gd name="connsiteX10" fmla="*/ 3172891 w 3573626"/>
              <a:gd name="connsiteY10" fmla="*/ 1468878 h 1468878"/>
              <a:gd name="connsiteX11" fmla="*/ 3573626 w 3573626"/>
              <a:gd name="connsiteY11" fmla="*/ 1110345 h 1468878"/>
              <a:gd name="connsiteX0" fmla="*/ 0 w 3489650"/>
              <a:gd name="connsiteY0" fmla="*/ 1156997 h 1468878"/>
              <a:gd name="connsiteX1" fmla="*/ 214604 w 3489650"/>
              <a:gd name="connsiteY1" fmla="*/ 998376 h 1468878"/>
              <a:gd name="connsiteX2" fmla="*/ 223936 w 3489650"/>
              <a:gd name="connsiteY2" fmla="*/ 0 h 1468878"/>
              <a:gd name="connsiteX3" fmla="*/ 1026368 w 3489650"/>
              <a:gd name="connsiteY3" fmla="*/ 307911 h 1468878"/>
              <a:gd name="connsiteX4" fmla="*/ 1035698 w 3489650"/>
              <a:gd name="connsiteY4" fmla="*/ 1446247 h 1468878"/>
              <a:gd name="connsiteX5" fmla="*/ 1941545 w 3489650"/>
              <a:gd name="connsiteY5" fmla="*/ 979716 h 1468878"/>
              <a:gd name="connsiteX6" fmla="*/ 1937788 w 3489650"/>
              <a:gd name="connsiteY6" fmla="*/ 68296 h 1468878"/>
              <a:gd name="connsiteX7" fmla="*/ 2428551 w 3489650"/>
              <a:gd name="connsiteY7" fmla="*/ 369078 h 1468878"/>
              <a:gd name="connsiteX8" fmla="*/ 2418831 w 3489650"/>
              <a:gd name="connsiteY8" fmla="*/ 961054 h 1468878"/>
              <a:gd name="connsiteX9" fmla="*/ 3088917 w 3489650"/>
              <a:gd name="connsiteY9" fmla="*/ 974354 h 1468878"/>
              <a:gd name="connsiteX10" fmla="*/ 3088915 w 3489650"/>
              <a:gd name="connsiteY10" fmla="*/ 1468878 h 1468878"/>
              <a:gd name="connsiteX11" fmla="*/ 3489650 w 3489650"/>
              <a:gd name="connsiteY11" fmla="*/ 1110345 h 1468878"/>
              <a:gd name="connsiteX0" fmla="*/ 0 w 3517642"/>
              <a:gd name="connsiteY0" fmla="*/ 1156997 h 1468878"/>
              <a:gd name="connsiteX1" fmla="*/ 242596 w 3517642"/>
              <a:gd name="connsiteY1" fmla="*/ 998376 h 1468878"/>
              <a:gd name="connsiteX2" fmla="*/ 251928 w 3517642"/>
              <a:gd name="connsiteY2" fmla="*/ 0 h 1468878"/>
              <a:gd name="connsiteX3" fmla="*/ 1054360 w 3517642"/>
              <a:gd name="connsiteY3" fmla="*/ 307911 h 1468878"/>
              <a:gd name="connsiteX4" fmla="*/ 1063690 w 3517642"/>
              <a:gd name="connsiteY4" fmla="*/ 1446247 h 1468878"/>
              <a:gd name="connsiteX5" fmla="*/ 1969537 w 3517642"/>
              <a:gd name="connsiteY5" fmla="*/ 979716 h 1468878"/>
              <a:gd name="connsiteX6" fmla="*/ 1965780 w 3517642"/>
              <a:gd name="connsiteY6" fmla="*/ 68296 h 1468878"/>
              <a:gd name="connsiteX7" fmla="*/ 2456543 w 3517642"/>
              <a:gd name="connsiteY7" fmla="*/ 369078 h 1468878"/>
              <a:gd name="connsiteX8" fmla="*/ 2446823 w 3517642"/>
              <a:gd name="connsiteY8" fmla="*/ 961054 h 1468878"/>
              <a:gd name="connsiteX9" fmla="*/ 3116909 w 3517642"/>
              <a:gd name="connsiteY9" fmla="*/ 974354 h 1468878"/>
              <a:gd name="connsiteX10" fmla="*/ 3116907 w 3517642"/>
              <a:gd name="connsiteY10" fmla="*/ 1468878 h 1468878"/>
              <a:gd name="connsiteX11" fmla="*/ 3517642 w 3517642"/>
              <a:gd name="connsiteY11" fmla="*/ 1110345 h 1468878"/>
              <a:gd name="connsiteX0" fmla="*/ 0 w 3573625"/>
              <a:gd name="connsiteY0" fmla="*/ 1184988 h 1468878"/>
              <a:gd name="connsiteX1" fmla="*/ 298579 w 3573625"/>
              <a:gd name="connsiteY1" fmla="*/ 998376 h 1468878"/>
              <a:gd name="connsiteX2" fmla="*/ 307911 w 3573625"/>
              <a:gd name="connsiteY2" fmla="*/ 0 h 1468878"/>
              <a:gd name="connsiteX3" fmla="*/ 1110343 w 3573625"/>
              <a:gd name="connsiteY3" fmla="*/ 307911 h 1468878"/>
              <a:gd name="connsiteX4" fmla="*/ 1119673 w 3573625"/>
              <a:gd name="connsiteY4" fmla="*/ 1446247 h 1468878"/>
              <a:gd name="connsiteX5" fmla="*/ 2025520 w 3573625"/>
              <a:gd name="connsiteY5" fmla="*/ 979716 h 1468878"/>
              <a:gd name="connsiteX6" fmla="*/ 2021763 w 3573625"/>
              <a:gd name="connsiteY6" fmla="*/ 68296 h 1468878"/>
              <a:gd name="connsiteX7" fmla="*/ 2512526 w 3573625"/>
              <a:gd name="connsiteY7" fmla="*/ 369078 h 1468878"/>
              <a:gd name="connsiteX8" fmla="*/ 2502806 w 3573625"/>
              <a:gd name="connsiteY8" fmla="*/ 961054 h 1468878"/>
              <a:gd name="connsiteX9" fmla="*/ 3172892 w 3573625"/>
              <a:gd name="connsiteY9" fmla="*/ 974354 h 1468878"/>
              <a:gd name="connsiteX10" fmla="*/ 3172890 w 3573625"/>
              <a:gd name="connsiteY10" fmla="*/ 1468878 h 1468878"/>
              <a:gd name="connsiteX11" fmla="*/ 3573625 w 3573625"/>
              <a:gd name="connsiteY11" fmla="*/ 1110345 h 1468878"/>
              <a:gd name="connsiteX0" fmla="*/ 0 w 3573625"/>
              <a:gd name="connsiteY0" fmla="*/ 1282651 h 1566541"/>
              <a:gd name="connsiteX1" fmla="*/ 298579 w 3573625"/>
              <a:gd name="connsiteY1" fmla="*/ 1096039 h 1566541"/>
              <a:gd name="connsiteX2" fmla="*/ 307911 w 3573625"/>
              <a:gd name="connsiteY2" fmla="*/ 97663 h 1566541"/>
              <a:gd name="connsiteX3" fmla="*/ 1110343 w 3573625"/>
              <a:gd name="connsiteY3" fmla="*/ 23019 h 1566541"/>
              <a:gd name="connsiteX4" fmla="*/ 1119673 w 3573625"/>
              <a:gd name="connsiteY4" fmla="*/ 1543910 h 1566541"/>
              <a:gd name="connsiteX5" fmla="*/ 2025520 w 3573625"/>
              <a:gd name="connsiteY5" fmla="*/ 1077379 h 1566541"/>
              <a:gd name="connsiteX6" fmla="*/ 2021763 w 3573625"/>
              <a:gd name="connsiteY6" fmla="*/ 165959 h 1566541"/>
              <a:gd name="connsiteX7" fmla="*/ 2512526 w 3573625"/>
              <a:gd name="connsiteY7" fmla="*/ 466741 h 1566541"/>
              <a:gd name="connsiteX8" fmla="*/ 2502806 w 3573625"/>
              <a:gd name="connsiteY8" fmla="*/ 1058717 h 1566541"/>
              <a:gd name="connsiteX9" fmla="*/ 3172892 w 3573625"/>
              <a:gd name="connsiteY9" fmla="*/ 1072017 h 1566541"/>
              <a:gd name="connsiteX10" fmla="*/ 3172890 w 3573625"/>
              <a:gd name="connsiteY10" fmla="*/ 1566541 h 1566541"/>
              <a:gd name="connsiteX11" fmla="*/ 3573625 w 3573625"/>
              <a:gd name="connsiteY11" fmla="*/ 1208008 h 1566541"/>
              <a:gd name="connsiteX0" fmla="*/ 0 w 3573625"/>
              <a:gd name="connsiteY0" fmla="*/ 1259632 h 1543522"/>
              <a:gd name="connsiteX1" fmla="*/ 298579 w 3573625"/>
              <a:gd name="connsiteY1" fmla="*/ 1073020 h 1543522"/>
              <a:gd name="connsiteX2" fmla="*/ 307911 w 3573625"/>
              <a:gd name="connsiteY2" fmla="*/ 74644 h 1543522"/>
              <a:gd name="connsiteX3" fmla="*/ 1110343 w 3573625"/>
              <a:gd name="connsiteY3" fmla="*/ 0 h 1543522"/>
              <a:gd name="connsiteX4" fmla="*/ 1119673 w 3573625"/>
              <a:gd name="connsiteY4" fmla="*/ 1520891 h 1543522"/>
              <a:gd name="connsiteX5" fmla="*/ 2025520 w 3573625"/>
              <a:gd name="connsiteY5" fmla="*/ 1054360 h 1543522"/>
              <a:gd name="connsiteX6" fmla="*/ 2021763 w 3573625"/>
              <a:gd name="connsiteY6" fmla="*/ 142940 h 1543522"/>
              <a:gd name="connsiteX7" fmla="*/ 2512526 w 3573625"/>
              <a:gd name="connsiteY7" fmla="*/ 443722 h 1543522"/>
              <a:gd name="connsiteX8" fmla="*/ 2502806 w 3573625"/>
              <a:gd name="connsiteY8" fmla="*/ 1035698 h 1543522"/>
              <a:gd name="connsiteX9" fmla="*/ 3172892 w 3573625"/>
              <a:gd name="connsiteY9" fmla="*/ 1048998 h 1543522"/>
              <a:gd name="connsiteX10" fmla="*/ 3172890 w 3573625"/>
              <a:gd name="connsiteY10" fmla="*/ 1543522 h 1543522"/>
              <a:gd name="connsiteX11" fmla="*/ 3573625 w 3573625"/>
              <a:gd name="connsiteY11" fmla="*/ 1184989 h 1543522"/>
              <a:gd name="connsiteX0" fmla="*/ 0 w 3573625"/>
              <a:gd name="connsiteY0" fmla="*/ 1259632 h 1543522"/>
              <a:gd name="connsiteX1" fmla="*/ 298579 w 3573625"/>
              <a:gd name="connsiteY1" fmla="*/ 1073020 h 1543522"/>
              <a:gd name="connsiteX2" fmla="*/ 307911 w 3573625"/>
              <a:gd name="connsiteY2" fmla="*/ 74644 h 1543522"/>
              <a:gd name="connsiteX3" fmla="*/ 1110343 w 3573625"/>
              <a:gd name="connsiteY3" fmla="*/ 0 h 1543522"/>
              <a:gd name="connsiteX4" fmla="*/ 1119673 w 3573625"/>
              <a:gd name="connsiteY4" fmla="*/ 1520891 h 1543522"/>
              <a:gd name="connsiteX5" fmla="*/ 2025520 w 3573625"/>
              <a:gd name="connsiteY5" fmla="*/ 1054360 h 1543522"/>
              <a:gd name="connsiteX6" fmla="*/ 2021763 w 3573625"/>
              <a:gd name="connsiteY6" fmla="*/ 142940 h 1543522"/>
              <a:gd name="connsiteX7" fmla="*/ 2512526 w 3573625"/>
              <a:gd name="connsiteY7" fmla="*/ 443722 h 1543522"/>
              <a:gd name="connsiteX8" fmla="*/ 2502806 w 3573625"/>
              <a:gd name="connsiteY8" fmla="*/ 1035698 h 1543522"/>
              <a:gd name="connsiteX9" fmla="*/ 3172892 w 3573625"/>
              <a:gd name="connsiteY9" fmla="*/ 1048998 h 1543522"/>
              <a:gd name="connsiteX10" fmla="*/ 3172890 w 3573625"/>
              <a:gd name="connsiteY10" fmla="*/ 1543522 h 1543522"/>
              <a:gd name="connsiteX11" fmla="*/ 3573625 w 3573625"/>
              <a:gd name="connsiteY11" fmla="*/ 1184989 h 1543522"/>
              <a:gd name="connsiteX0" fmla="*/ 0 w 3573625"/>
              <a:gd name="connsiteY0" fmla="*/ 1222309 h 1506199"/>
              <a:gd name="connsiteX1" fmla="*/ 298579 w 3573625"/>
              <a:gd name="connsiteY1" fmla="*/ 1035697 h 1506199"/>
              <a:gd name="connsiteX2" fmla="*/ 307911 w 3573625"/>
              <a:gd name="connsiteY2" fmla="*/ 37321 h 1506199"/>
              <a:gd name="connsiteX3" fmla="*/ 1045029 w 3573625"/>
              <a:gd name="connsiteY3" fmla="*/ 0 h 1506199"/>
              <a:gd name="connsiteX4" fmla="*/ 1119673 w 3573625"/>
              <a:gd name="connsiteY4" fmla="*/ 1483568 h 1506199"/>
              <a:gd name="connsiteX5" fmla="*/ 2025520 w 3573625"/>
              <a:gd name="connsiteY5" fmla="*/ 1017037 h 1506199"/>
              <a:gd name="connsiteX6" fmla="*/ 2021763 w 3573625"/>
              <a:gd name="connsiteY6" fmla="*/ 105617 h 1506199"/>
              <a:gd name="connsiteX7" fmla="*/ 2512526 w 3573625"/>
              <a:gd name="connsiteY7" fmla="*/ 406399 h 1506199"/>
              <a:gd name="connsiteX8" fmla="*/ 2502806 w 3573625"/>
              <a:gd name="connsiteY8" fmla="*/ 998375 h 1506199"/>
              <a:gd name="connsiteX9" fmla="*/ 3172892 w 3573625"/>
              <a:gd name="connsiteY9" fmla="*/ 1011675 h 1506199"/>
              <a:gd name="connsiteX10" fmla="*/ 3172890 w 3573625"/>
              <a:gd name="connsiteY10" fmla="*/ 1506199 h 1506199"/>
              <a:gd name="connsiteX11" fmla="*/ 3573625 w 3573625"/>
              <a:gd name="connsiteY11" fmla="*/ 1147666 h 1506199"/>
              <a:gd name="connsiteX0" fmla="*/ 0 w 3573625"/>
              <a:gd name="connsiteY0" fmla="*/ 1222309 h 1506199"/>
              <a:gd name="connsiteX1" fmla="*/ 298579 w 3573625"/>
              <a:gd name="connsiteY1" fmla="*/ 1035697 h 1506199"/>
              <a:gd name="connsiteX2" fmla="*/ 307911 w 3573625"/>
              <a:gd name="connsiteY2" fmla="*/ 37321 h 1506199"/>
              <a:gd name="connsiteX3" fmla="*/ 1045029 w 3573625"/>
              <a:gd name="connsiteY3" fmla="*/ 0 h 1506199"/>
              <a:gd name="connsiteX4" fmla="*/ 1119673 w 3573625"/>
              <a:gd name="connsiteY4" fmla="*/ 1483568 h 1506199"/>
              <a:gd name="connsiteX5" fmla="*/ 2025520 w 3573625"/>
              <a:gd name="connsiteY5" fmla="*/ 1017037 h 1506199"/>
              <a:gd name="connsiteX6" fmla="*/ 2021763 w 3573625"/>
              <a:gd name="connsiteY6" fmla="*/ 105617 h 1506199"/>
              <a:gd name="connsiteX7" fmla="*/ 2512526 w 3573625"/>
              <a:gd name="connsiteY7" fmla="*/ 406399 h 1506199"/>
              <a:gd name="connsiteX8" fmla="*/ 2502806 w 3573625"/>
              <a:gd name="connsiteY8" fmla="*/ 998375 h 1506199"/>
              <a:gd name="connsiteX9" fmla="*/ 3172892 w 3573625"/>
              <a:gd name="connsiteY9" fmla="*/ 1011675 h 1506199"/>
              <a:gd name="connsiteX10" fmla="*/ 3172890 w 3573625"/>
              <a:gd name="connsiteY10" fmla="*/ 1506199 h 1506199"/>
              <a:gd name="connsiteX11" fmla="*/ 3573625 w 3573625"/>
              <a:gd name="connsiteY11" fmla="*/ 1147666 h 1506199"/>
              <a:gd name="connsiteX0" fmla="*/ 0 w 3573625"/>
              <a:gd name="connsiteY0" fmla="*/ 1222309 h 1506199"/>
              <a:gd name="connsiteX1" fmla="*/ 298579 w 3573625"/>
              <a:gd name="connsiteY1" fmla="*/ 1035697 h 1506199"/>
              <a:gd name="connsiteX2" fmla="*/ 307911 w 3573625"/>
              <a:gd name="connsiteY2" fmla="*/ 37321 h 1506199"/>
              <a:gd name="connsiteX3" fmla="*/ 1045029 w 3573625"/>
              <a:gd name="connsiteY3" fmla="*/ 0 h 1506199"/>
              <a:gd name="connsiteX4" fmla="*/ 1035697 w 3573625"/>
              <a:gd name="connsiteY4" fmla="*/ 1492899 h 1506199"/>
              <a:gd name="connsiteX5" fmla="*/ 2025520 w 3573625"/>
              <a:gd name="connsiteY5" fmla="*/ 1017037 h 1506199"/>
              <a:gd name="connsiteX6" fmla="*/ 2021763 w 3573625"/>
              <a:gd name="connsiteY6" fmla="*/ 105617 h 1506199"/>
              <a:gd name="connsiteX7" fmla="*/ 2512526 w 3573625"/>
              <a:gd name="connsiteY7" fmla="*/ 406399 h 1506199"/>
              <a:gd name="connsiteX8" fmla="*/ 2502806 w 3573625"/>
              <a:gd name="connsiteY8" fmla="*/ 998375 h 1506199"/>
              <a:gd name="connsiteX9" fmla="*/ 3172892 w 3573625"/>
              <a:gd name="connsiteY9" fmla="*/ 1011675 h 1506199"/>
              <a:gd name="connsiteX10" fmla="*/ 3172890 w 3573625"/>
              <a:gd name="connsiteY10" fmla="*/ 1506199 h 1506199"/>
              <a:gd name="connsiteX11" fmla="*/ 3573625 w 3573625"/>
              <a:gd name="connsiteY11" fmla="*/ 1147666 h 1506199"/>
              <a:gd name="connsiteX0" fmla="*/ 0 w 3573625"/>
              <a:gd name="connsiteY0" fmla="*/ 1194317 h 1478207"/>
              <a:gd name="connsiteX1" fmla="*/ 298579 w 3573625"/>
              <a:gd name="connsiteY1" fmla="*/ 1007705 h 1478207"/>
              <a:gd name="connsiteX2" fmla="*/ 307911 w 3573625"/>
              <a:gd name="connsiteY2" fmla="*/ 9329 h 1478207"/>
              <a:gd name="connsiteX3" fmla="*/ 1045029 w 3573625"/>
              <a:gd name="connsiteY3" fmla="*/ 0 h 1478207"/>
              <a:gd name="connsiteX4" fmla="*/ 1035697 w 3573625"/>
              <a:gd name="connsiteY4" fmla="*/ 1464907 h 1478207"/>
              <a:gd name="connsiteX5" fmla="*/ 2025520 w 3573625"/>
              <a:gd name="connsiteY5" fmla="*/ 989045 h 1478207"/>
              <a:gd name="connsiteX6" fmla="*/ 2021763 w 3573625"/>
              <a:gd name="connsiteY6" fmla="*/ 77625 h 1478207"/>
              <a:gd name="connsiteX7" fmla="*/ 2512526 w 3573625"/>
              <a:gd name="connsiteY7" fmla="*/ 378407 h 1478207"/>
              <a:gd name="connsiteX8" fmla="*/ 2502806 w 3573625"/>
              <a:gd name="connsiteY8" fmla="*/ 970383 h 1478207"/>
              <a:gd name="connsiteX9" fmla="*/ 3172892 w 3573625"/>
              <a:gd name="connsiteY9" fmla="*/ 983683 h 1478207"/>
              <a:gd name="connsiteX10" fmla="*/ 3172890 w 3573625"/>
              <a:gd name="connsiteY10" fmla="*/ 1478207 h 1478207"/>
              <a:gd name="connsiteX11" fmla="*/ 3573625 w 3573625"/>
              <a:gd name="connsiteY11" fmla="*/ 1119674 h 1478207"/>
              <a:gd name="connsiteX0" fmla="*/ 0 w 3573625"/>
              <a:gd name="connsiteY0" fmla="*/ 1196249 h 1480139"/>
              <a:gd name="connsiteX1" fmla="*/ 298579 w 3573625"/>
              <a:gd name="connsiteY1" fmla="*/ 1009637 h 1480139"/>
              <a:gd name="connsiteX2" fmla="*/ 307911 w 3573625"/>
              <a:gd name="connsiteY2" fmla="*/ 11261 h 1480139"/>
              <a:gd name="connsiteX3" fmla="*/ 1045029 w 3573625"/>
              <a:gd name="connsiteY3" fmla="*/ 1932 h 1480139"/>
              <a:gd name="connsiteX4" fmla="*/ 1035697 w 3573625"/>
              <a:gd name="connsiteY4" fmla="*/ 1466839 h 1480139"/>
              <a:gd name="connsiteX5" fmla="*/ 2025520 w 3573625"/>
              <a:gd name="connsiteY5" fmla="*/ 990977 h 1480139"/>
              <a:gd name="connsiteX6" fmla="*/ 2021763 w 3573625"/>
              <a:gd name="connsiteY6" fmla="*/ 79557 h 1480139"/>
              <a:gd name="connsiteX7" fmla="*/ 2512526 w 3573625"/>
              <a:gd name="connsiteY7" fmla="*/ 380339 h 1480139"/>
              <a:gd name="connsiteX8" fmla="*/ 2502806 w 3573625"/>
              <a:gd name="connsiteY8" fmla="*/ 972315 h 1480139"/>
              <a:gd name="connsiteX9" fmla="*/ 3172892 w 3573625"/>
              <a:gd name="connsiteY9" fmla="*/ 985615 h 1480139"/>
              <a:gd name="connsiteX10" fmla="*/ 3172890 w 3573625"/>
              <a:gd name="connsiteY10" fmla="*/ 1480139 h 1480139"/>
              <a:gd name="connsiteX11" fmla="*/ 3573625 w 3573625"/>
              <a:gd name="connsiteY11" fmla="*/ 1121606 h 1480139"/>
              <a:gd name="connsiteX0" fmla="*/ 0 w 3573625"/>
              <a:gd name="connsiteY0" fmla="*/ 1203648 h 1487538"/>
              <a:gd name="connsiteX1" fmla="*/ 298579 w 3573625"/>
              <a:gd name="connsiteY1" fmla="*/ 1017036 h 1487538"/>
              <a:gd name="connsiteX2" fmla="*/ 307911 w 3573625"/>
              <a:gd name="connsiteY2" fmla="*/ 18660 h 1487538"/>
              <a:gd name="connsiteX3" fmla="*/ 1045029 w 3573625"/>
              <a:gd name="connsiteY3" fmla="*/ 9331 h 1487538"/>
              <a:gd name="connsiteX4" fmla="*/ 1035697 w 3573625"/>
              <a:gd name="connsiteY4" fmla="*/ 1474238 h 1487538"/>
              <a:gd name="connsiteX5" fmla="*/ 2025520 w 3573625"/>
              <a:gd name="connsiteY5" fmla="*/ 998376 h 1487538"/>
              <a:gd name="connsiteX6" fmla="*/ 2021763 w 3573625"/>
              <a:gd name="connsiteY6" fmla="*/ 86956 h 1487538"/>
              <a:gd name="connsiteX7" fmla="*/ 2512526 w 3573625"/>
              <a:gd name="connsiteY7" fmla="*/ 387738 h 1487538"/>
              <a:gd name="connsiteX8" fmla="*/ 2502806 w 3573625"/>
              <a:gd name="connsiteY8" fmla="*/ 979714 h 1487538"/>
              <a:gd name="connsiteX9" fmla="*/ 3172892 w 3573625"/>
              <a:gd name="connsiteY9" fmla="*/ 993014 h 1487538"/>
              <a:gd name="connsiteX10" fmla="*/ 3172890 w 3573625"/>
              <a:gd name="connsiteY10" fmla="*/ 1487538 h 1487538"/>
              <a:gd name="connsiteX11" fmla="*/ 3573625 w 3573625"/>
              <a:gd name="connsiteY11" fmla="*/ 1129005 h 1487538"/>
              <a:gd name="connsiteX0" fmla="*/ 0 w 3573625"/>
              <a:gd name="connsiteY0" fmla="*/ 1196930 h 1480820"/>
              <a:gd name="connsiteX1" fmla="*/ 298579 w 3573625"/>
              <a:gd name="connsiteY1" fmla="*/ 1010318 h 1480820"/>
              <a:gd name="connsiteX2" fmla="*/ 307911 w 3573625"/>
              <a:gd name="connsiteY2" fmla="*/ 11942 h 1480820"/>
              <a:gd name="connsiteX3" fmla="*/ 1045029 w 3573625"/>
              <a:gd name="connsiteY3" fmla="*/ 2613 h 1480820"/>
              <a:gd name="connsiteX4" fmla="*/ 1035697 w 3573625"/>
              <a:gd name="connsiteY4" fmla="*/ 1467520 h 1480820"/>
              <a:gd name="connsiteX5" fmla="*/ 2025520 w 3573625"/>
              <a:gd name="connsiteY5" fmla="*/ 991658 h 1480820"/>
              <a:gd name="connsiteX6" fmla="*/ 2021763 w 3573625"/>
              <a:gd name="connsiteY6" fmla="*/ 80238 h 1480820"/>
              <a:gd name="connsiteX7" fmla="*/ 2512526 w 3573625"/>
              <a:gd name="connsiteY7" fmla="*/ 381020 h 1480820"/>
              <a:gd name="connsiteX8" fmla="*/ 2502806 w 3573625"/>
              <a:gd name="connsiteY8" fmla="*/ 972996 h 1480820"/>
              <a:gd name="connsiteX9" fmla="*/ 3172892 w 3573625"/>
              <a:gd name="connsiteY9" fmla="*/ 986296 h 1480820"/>
              <a:gd name="connsiteX10" fmla="*/ 3172890 w 3573625"/>
              <a:gd name="connsiteY10" fmla="*/ 1480820 h 1480820"/>
              <a:gd name="connsiteX11" fmla="*/ 3573625 w 3573625"/>
              <a:gd name="connsiteY11" fmla="*/ 1122287 h 1480820"/>
              <a:gd name="connsiteX0" fmla="*/ 0 w 3573625"/>
              <a:gd name="connsiteY0" fmla="*/ 1196930 h 1480820"/>
              <a:gd name="connsiteX1" fmla="*/ 298579 w 3573625"/>
              <a:gd name="connsiteY1" fmla="*/ 1010318 h 1480820"/>
              <a:gd name="connsiteX2" fmla="*/ 307911 w 3573625"/>
              <a:gd name="connsiteY2" fmla="*/ 11942 h 1480820"/>
              <a:gd name="connsiteX3" fmla="*/ 1045029 w 3573625"/>
              <a:gd name="connsiteY3" fmla="*/ 2613 h 1480820"/>
              <a:gd name="connsiteX4" fmla="*/ 1035697 w 3573625"/>
              <a:gd name="connsiteY4" fmla="*/ 1467520 h 1480820"/>
              <a:gd name="connsiteX5" fmla="*/ 2025520 w 3573625"/>
              <a:gd name="connsiteY5" fmla="*/ 991658 h 1480820"/>
              <a:gd name="connsiteX6" fmla="*/ 2021763 w 3573625"/>
              <a:gd name="connsiteY6" fmla="*/ 80238 h 1480820"/>
              <a:gd name="connsiteX7" fmla="*/ 2503195 w 3573625"/>
              <a:gd name="connsiteY7" fmla="*/ 73110 h 1480820"/>
              <a:gd name="connsiteX8" fmla="*/ 2502806 w 3573625"/>
              <a:gd name="connsiteY8" fmla="*/ 972996 h 1480820"/>
              <a:gd name="connsiteX9" fmla="*/ 3172892 w 3573625"/>
              <a:gd name="connsiteY9" fmla="*/ 986296 h 1480820"/>
              <a:gd name="connsiteX10" fmla="*/ 3172890 w 3573625"/>
              <a:gd name="connsiteY10" fmla="*/ 1480820 h 1480820"/>
              <a:gd name="connsiteX11" fmla="*/ 3573625 w 3573625"/>
              <a:gd name="connsiteY11" fmla="*/ 1122287 h 1480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73625" h="1480820">
                <a:moveTo>
                  <a:pt x="0" y="1196930"/>
                </a:moveTo>
                <a:cubicBezTo>
                  <a:pt x="65314" y="1144056"/>
                  <a:pt x="27990" y="1072522"/>
                  <a:pt x="298579" y="1010318"/>
                </a:cubicBezTo>
                <a:cubicBezTo>
                  <a:pt x="301689" y="686857"/>
                  <a:pt x="304801" y="335403"/>
                  <a:pt x="307911" y="11942"/>
                </a:cubicBezTo>
                <a:cubicBezTo>
                  <a:pt x="622040" y="11942"/>
                  <a:pt x="740230" y="-6718"/>
                  <a:pt x="1045029" y="2613"/>
                </a:cubicBezTo>
                <a:cubicBezTo>
                  <a:pt x="1048139" y="366507"/>
                  <a:pt x="1032587" y="1103626"/>
                  <a:pt x="1035697" y="1467520"/>
                </a:cubicBezTo>
                <a:cubicBezTo>
                  <a:pt x="1296954" y="1234254"/>
                  <a:pt x="1670957" y="1084965"/>
                  <a:pt x="2025520" y="991658"/>
                </a:cubicBezTo>
                <a:cubicBezTo>
                  <a:pt x="2025520" y="693078"/>
                  <a:pt x="2021763" y="378818"/>
                  <a:pt x="2021763" y="80238"/>
                </a:cubicBezTo>
                <a:lnTo>
                  <a:pt x="2503195" y="73110"/>
                </a:lnTo>
                <a:cubicBezTo>
                  <a:pt x="2503065" y="419336"/>
                  <a:pt x="2502936" y="626770"/>
                  <a:pt x="2502806" y="972996"/>
                </a:cubicBezTo>
                <a:cubicBezTo>
                  <a:pt x="2673517" y="997676"/>
                  <a:pt x="3014638" y="961415"/>
                  <a:pt x="3172892" y="986296"/>
                </a:cubicBezTo>
                <a:cubicBezTo>
                  <a:pt x="3171050" y="1196897"/>
                  <a:pt x="3148090" y="1251327"/>
                  <a:pt x="3172890" y="1480820"/>
                </a:cubicBezTo>
                <a:cubicBezTo>
                  <a:pt x="3263006" y="1337090"/>
                  <a:pt x="3537938" y="1110508"/>
                  <a:pt x="3573625" y="1122287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Case 1 - Q1">
            <a:extLst>
              <a:ext uri="{FF2B5EF4-FFF2-40B4-BE49-F238E27FC236}">
                <a16:creationId xmlns:a16="http://schemas.microsoft.com/office/drawing/2014/main" id="{2908CA87-EB80-CC49-A651-6821C6515CBA}"/>
              </a:ext>
            </a:extLst>
          </p:cNvPr>
          <p:cNvSpPr/>
          <p:nvPr/>
        </p:nvSpPr>
        <p:spPr>
          <a:xfrm>
            <a:off x="8089387" y="3087437"/>
            <a:ext cx="1449877" cy="317105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Plat – PEEP &gt; 10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71B568-BF7E-4F02-AE8D-CBABFFC4F189}"/>
              </a:ext>
            </a:extLst>
          </p:cNvPr>
          <p:cNvCxnSpPr>
            <a:cxnSpLocks/>
          </p:cNvCxnSpPr>
          <p:nvPr/>
        </p:nvCxnSpPr>
        <p:spPr>
          <a:xfrm flipH="1">
            <a:off x="8946492" y="2610800"/>
            <a:ext cx="2341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Lung compliance">
            <a:extLst>
              <a:ext uri="{FF2B5EF4-FFF2-40B4-BE49-F238E27FC236}">
                <a16:creationId xmlns:a16="http://schemas.microsoft.com/office/drawing/2014/main" id="{F3626C02-D9E8-4BBF-BF14-50927EBA5C9A}"/>
              </a:ext>
            </a:extLst>
          </p:cNvPr>
          <p:cNvSpPr txBox="1"/>
          <p:nvPr/>
        </p:nvSpPr>
        <p:spPr>
          <a:xfrm>
            <a:off x="2026039" y="4827595"/>
            <a:ext cx="1680203" cy="37457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Compliance Issue</a:t>
            </a:r>
          </a:p>
        </p:txBody>
      </p:sp>
      <p:pic>
        <p:nvPicPr>
          <p:cNvPr id="118" name="Graphic 117" descr="Cursor with solid fill">
            <a:extLst>
              <a:ext uri="{FF2B5EF4-FFF2-40B4-BE49-F238E27FC236}">
                <a16:creationId xmlns:a16="http://schemas.microsoft.com/office/drawing/2014/main" id="{32631951-052D-4653-BA25-3D34E6E36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6297" y="5056888"/>
            <a:ext cx="274320" cy="274320"/>
          </a:xfrm>
          <a:prstGeom prst="rect">
            <a:avLst/>
          </a:prstGeom>
        </p:spPr>
      </p:pic>
      <p:sp>
        <p:nvSpPr>
          <p:cNvPr id="119" name="question 1">
            <a:hlinkClick r:id="rId4" action="ppaction://hlinksldjump"/>
            <a:extLst>
              <a:ext uri="{FF2B5EF4-FFF2-40B4-BE49-F238E27FC236}">
                <a16:creationId xmlns:a16="http://schemas.microsoft.com/office/drawing/2014/main" id="{90A823F7-AED1-462C-8939-6EFC2174BA74}"/>
              </a:ext>
            </a:extLst>
          </p:cNvPr>
          <p:cNvSpPr txBox="1"/>
          <p:nvPr/>
        </p:nvSpPr>
        <p:spPr>
          <a:xfrm>
            <a:off x="1046203" y="3532867"/>
            <a:ext cx="1739798" cy="3693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Inspiratory hold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85053525-BA45-479A-A151-5997142880A3}"/>
              </a:ext>
            </a:extLst>
          </p:cNvPr>
          <p:cNvCxnSpPr>
            <a:cxnSpLocks/>
            <a:stCxn id="114" idx="2"/>
            <a:endCxn id="117" idx="0"/>
          </p:cNvCxnSpPr>
          <p:nvPr/>
        </p:nvCxnSpPr>
        <p:spPr>
          <a:xfrm rot="16200000" flipH="1">
            <a:off x="2203348" y="4164802"/>
            <a:ext cx="375546" cy="950039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airway resistance">
            <a:extLst>
              <a:ext uri="{FF2B5EF4-FFF2-40B4-BE49-F238E27FC236}">
                <a16:creationId xmlns:a16="http://schemas.microsoft.com/office/drawing/2014/main" id="{6E7D7780-4F8F-4D3F-A992-6C9049417728}"/>
              </a:ext>
            </a:extLst>
          </p:cNvPr>
          <p:cNvSpPr txBox="1"/>
          <p:nvPr/>
        </p:nvSpPr>
        <p:spPr>
          <a:xfrm>
            <a:off x="90587" y="4827595"/>
            <a:ext cx="1614384" cy="374571"/>
          </a:xfrm>
          <a:prstGeom prst="roundRect">
            <a:avLst/>
          </a:prstGeom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Resistance Issue</a:t>
            </a:r>
          </a:p>
        </p:txBody>
      </p:sp>
      <p:pic>
        <p:nvPicPr>
          <p:cNvPr id="130" name="Graphic 129" descr="Cursor with solid fill">
            <a:extLst>
              <a:ext uri="{FF2B5EF4-FFF2-40B4-BE49-F238E27FC236}">
                <a16:creationId xmlns:a16="http://schemas.microsoft.com/office/drawing/2014/main" id="{CCB05CC2-78F3-401A-BBB5-51C244135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596" y="5056888"/>
            <a:ext cx="274320" cy="274320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1D576A56-40C2-41EE-858F-9A0BC8518163}"/>
              </a:ext>
            </a:extLst>
          </p:cNvPr>
          <p:cNvSpPr txBox="1"/>
          <p:nvPr/>
        </p:nvSpPr>
        <p:spPr>
          <a:xfrm>
            <a:off x="23606" y="5268822"/>
            <a:ext cx="18427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Peak – Plat &gt; 3</a:t>
            </a:r>
          </a:p>
          <a:p>
            <a:pPr algn="ctr"/>
            <a:r>
              <a:rPr lang="en-US" sz="1400" dirty="0"/>
              <a:t>Mucous plug</a:t>
            </a:r>
          </a:p>
          <a:p>
            <a:pPr algn="ctr"/>
            <a:r>
              <a:rPr lang="en-US" sz="1400" dirty="0"/>
              <a:t>Kinked tube</a:t>
            </a:r>
          </a:p>
          <a:p>
            <a:pPr algn="ctr"/>
            <a:r>
              <a:rPr lang="en-US" sz="1400" dirty="0"/>
              <a:t>Bronchospasm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F5FD3C9-9276-4461-99E4-E07758640A16}"/>
              </a:ext>
            </a:extLst>
          </p:cNvPr>
          <p:cNvSpPr txBox="1"/>
          <p:nvPr/>
        </p:nvSpPr>
        <p:spPr>
          <a:xfrm>
            <a:off x="1898694" y="5249243"/>
            <a:ext cx="1895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Plat – PEEP &gt; 10</a:t>
            </a:r>
          </a:p>
          <a:p>
            <a:pPr algn="ctr"/>
            <a:r>
              <a:rPr lang="en-US" sz="1400" dirty="0"/>
              <a:t>Pneumothorax</a:t>
            </a:r>
          </a:p>
          <a:p>
            <a:pPr algn="ctr"/>
            <a:r>
              <a:rPr lang="en-US" sz="1400" dirty="0"/>
              <a:t>Alveolar filling</a:t>
            </a:r>
          </a:p>
          <a:p>
            <a:pPr algn="ctr"/>
            <a:r>
              <a:rPr lang="en-US" sz="1400" dirty="0"/>
              <a:t>Fibrosis</a:t>
            </a:r>
          </a:p>
          <a:p>
            <a:pPr algn="ctr"/>
            <a:r>
              <a:rPr lang="en-US" sz="1400" dirty="0"/>
              <a:t>Mainstem intubation</a:t>
            </a:r>
          </a:p>
          <a:p>
            <a:pPr algn="ctr"/>
            <a:r>
              <a:rPr lang="en-US" sz="1400" dirty="0"/>
              <a:t>Distended abdomen</a:t>
            </a:r>
          </a:p>
        </p:txBody>
      </p:sp>
      <p:pic>
        <p:nvPicPr>
          <p:cNvPr id="90" name="teachIM logo" descr="Icon  Description automatically generated">
            <a:extLst>
              <a:ext uri="{FF2B5EF4-FFF2-40B4-BE49-F238E27FC236}">
                <a16:creationId xmlns:a16="http://schemas.microsoft.com/office/drawing/2014/main" id="{529B64B1-7716-4E9A-8E4F-C2B100E6EE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030" y="6329894"/>
            <a:ext cx="1387970" cy="528106"/>
          </a:xfrm>
          <a:prstGeom prst="rect">
            <a:avLst/>
          </a:prstGeom>
        </p:spPr>
      </p:pic>
      <p:cxnSp>
        <p:nvCxnSpPr>
          <p:cNvPr id="87" name="Connector: Elbow 12">
            <a:extLst>
              <a:ext uri="{FF2B5EF4-FFF2-40B4-BE49-F238E27FC236}">
                <a16:creationId xmlns:a16="http://schemas.microsoft.com/office/drawing/2014/main" id="{46A08C51-327B-124A-A123-34150D927EE9}"/>
              </a:ext>
            </a:extLst>
          </p:cNvPr>
          <p:cNvCxnSpPr>
            <a:cxnSpLocks/>
            <a:stCxn id="114" idx="2"/>
            <a:endCxn id="129" idx="0"/>
          </p:cNvCxnSpPr>
          <p:nvPr/>
        </p:nvCxnSpPr>
        <p:spPr>
          <a:xfrm rot="5400000">
            <a:off x="1219168" y="4130661"/>
            <a:ext cx="375546" cy="1018323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A3F5F2F6-39B7-4ACA-AFAA-45AE01A80BE4}"/>
              </a:ext>
            </a:extLst>
          </p:cNvPr>
          <p:cNvSpPr txBox="1"/>
          <p:nvPr/>
        </p:nvSpPr>
        <p:spPr>
          <a:xfrm>
            <a:off x="4280526" y="65396"/>
            <a:ext cx="6467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HOW ARE THE RESPIRATORY MECHANICS?</a:t>
            </a:r>
          </a:p>
        </p:txBody>
      </p:sp>
      <p:sp>
        <p:nvSpPr>
          <p:cNvPr id="96" name="Freeform: Shape 8">
            <a:extLst>
              <a:ext uri="{FF2B5EF4-FFF2-40B4-BE49-F238E27FC236}">
                <a16:creationId xmlns:a16="http://schemas.microsoft.com/office/drawing/2014/main" id="{0AA1E1DC-D2F9-44ED-81F4-87E85B339918}"/>
              </a:ext>
            </a:extLst>
          </p:cNvPr>
          <p:cNvSpPr/>
          <p:nvPr/>
        </p:nvSpPr>
        <p:spPr>
          <a:xfrm>
            <a:off x="5841162" y="1978920"/>
            <a:ext cx="3548807" cy="1073019"/>
          </a:xfrm>
          <a:custGeom>
            <a:avLst/>
            <a:gdLst>
              <a:gd name="connsiteX0" fmla="*/ 0 w 3526972"/>
              <a:gd name="connsiteY0" fmla="*/ 989045 h 1007707"/>
              <a:gd name="connsiteX1" fmla="*/ 373225 w 3526972"/>
              <a:gd name="connsiteY1" fmla="*/ 989045 h 1007707"/>
              <a:gd name="connsiteX2" fmla="*/ 363894 w 3526972"/>
              <a:gd name="connsiteY2" fmla="*/ 354564 h 1007707"/>
              <a:gd name="connsiteX3" fmla="*/ 979715 w 3526972"/>
              <a:gd name="connsiteY3" fmla="*/ 18662 h 1007707"/>
              <a:gd name="connsiteX4" fmla="*/ 989045 w 3526972"/>
              <a:gd name="connsiteY4" fmla="*/ 1007707 h 1007707"/>
              <a:gd name="connsiteX5" fmla="*/ 2015413 w 3526972"/>
              <a:gd name="connsiteY5" fmla="*/ 998376 h 1007707"/>
              <a:gd name="connsiteX6" fmla="*/ 2034074 w 3526972"/>
              <a:gd name="connsiteY6" fmla="*/ 391886 h 1007707"/>
              <a:gd name="connsiteX7" fmla="*/ 2612572 w 3526972"/>
              <a:gd name="connsiteY7" fmla="*/ 27992 h 1007707"/>
              <a:gd name="connsiteX8" fmla="*/ 2677886 w 3526972"/>
              <a:gd name="connsiteY8" fmla="*/ 0 h 1007707"/>
              <a:gd name="connsiteX9" fmla="*/ 2687217 w 3526972"/>
              <a:gd name="connsiteY9" fmla="*/ 998376 h 1007707"/>
              <a:gd name="connsiteX10" fmla="*/ 3526972 w 3526972"/>
              <a:gd name="connsiteY10" fmla="*/ 979715 h 1007707"/>
              <a:gd name="connsiteX0" fmla="*/ 0 w 3526972"/>
              <a:gd name="connsiteY0" fmla="*/ 970383 h 989045"/>
              <a:gd name="connsiteX1" fmla="*/ 373225 w 3526972"/>
              <a:gd name="connsiteY1" fmla="*/ 970383 h 989045"/>
              <a:gd name="connsiteX2" fmla="*/ 363894 w 3526972"/>
              <a:gd name="connsiteY2" fmla="*/ 335902 h 989045"/>
              <a:gd name="connsiteX3" fmla="*/ 979715 w 3526972"/>
              <a:gd name="connsiteY3" fmla="*/ 0 h 989045"/>
              <a:gd name="connsiteX4" fmla="*/ 989045 w 3526972"/>
              <a:gd name="connsiteY4" fmla="*/ 989045 h 989045"/>
              <a:gd name="connsiteX5" fmla="*/ 2015413 w 3526972"/>
              <a:gd name="connsiteY5" fmla="*/ 979714 h 989045"/>
              <a:gd name="connsiteX6" fmla="*/ 2034074 w 3526972"/>
              <a:gd name="connsiteY6" fmla="*/ 373224 h 989045"/>
              <a:gd name="connsiteX7" fmla="*/ 2612572 w 3526972"/>
              <a:gd name="connsiteY7" fmla="*/ 9330 h 989045"/>
              <a:gd name="connsiteX8" fmla="*/ 2687217 w 3526972"/>
              <a:gd name="connsiteY8" fmla="*/ 979714 h 989045"/>
              <a:gd name="connsiteX9" fmla="*/ 3526972 w 3526972"/>
              <a:gd name="connsiteY9" fmla="*/ 961053 h 989045"/>
              <a:gd name="connsiteX0" fmla="*/ 0 w 3526972"/>
              <a:gd name="connsiteY0" fmla="*/ 1007706 h 1026368"/>
              <a:gd name="connsiteX1" fmla="*/ 373225 w 3526972"/>
              <a:gd name="connsiteY1" fmla="*/ 1007706 h 1026368"/>
              <a:gd name="connsiteX2" fmla="*/ 363894 w 3526972"/>
              <a:gd name="connsiteY2" fmla="*/ 373225 h 1026368"/>
              <a:gd name="connsiteX3" fmla="*/ 979715 w 3526972"/>
              <a:gd name="connsiteY3" fmla="*/ 37323 h 1026368"/>
              <a:gd name="connsiteX4" fmla="*/ 989045 w 3526972"/>
              <a:gd name="connsiteY4" fmla="*/ 1026368 h 1026368"/>
              <a:gd name="connsiteX5" fmla="*/ 2015413 w 3526972"/>
              <a:gd name="connsiteY5" fmla="*/ 1017037 h 1026368"/>
              <a:gd name="connsiteX6" fmla="*/ 2034074 w 3526972"/>
              <a:gd name="connsiteY6" fmla="*/ 410547 h 1026368"/>
              <a:gd name="connsiteX7" fmla="*/ 2687217 w 3526972"/>
              <a:gd name="connsiteY7" fmla="*/ 0 h 1026368"/>
              <a:gd name="connsiteX8" fmla="*/ 2687217 w 3526972"/>
              <a:gd name="connsiteY8" fmla="*/ 1017037 h 1026368"/>
              <a:gd name="connsiteX9" fmla="*/ 3526972 w 3526972"/>
              <a:gd name="connsiteY9" fmla="*/ 998376 h 1026368"/>
              <a:gd name="connsiteX0" fmla="*/ 0 w 3415005"/>
              <a:gd name="connsiteY0" fmla="*/ 1007706 h 1026368"/>
              <a:gd name="connsiteX1" fmla="*/ 373225 w 3415005"/>
              <a:gd name="connsiteY1" fmla="*/ 1007706 h 1026368"/>
              <a:gd name="connsiteX2" fmla="*/ 363894 w 3415005"/>
              <a:gd name="connsiteY2" fmla="*/ 373225 h 1026368"/>
              <a:gd name="connsiteX3" fmla="*/ 979715 w 3415005"/>
              <a:gd name="connsiteY3" fmla="*/ 37323 h 1026368"/>
              <a:gd name="connsiteX4" fmla="*/ 989045 w 3415005"/>
              <a:gd name="connsiteY4" fmla="*/ 1026368 h 1026368"/>
              <a:gd name="connsiteX5" fmla="*/ 2015413 w 3415005"/>
              <a:gd name="connsiteY5" fmla="*/ 1017037 h 1026368"/>
              <a:gd name="connsiteX6" fmla="*/ 2034074 w 3415005"/>
              <a:gd name="connsiteY6" fmla="*/ 410547 h 1026368"/>
              <a:gd name="connsiteX7" fmla="*/ 2687217 w 3415005"/>
              <a:gd name="connsiteY7" fmla="*/ 0 h 1026368"/>
              <a:gd name="connsiteX8" fmla="*/ 2687217 w 3415005"/>
              <a:gd name="connsiteY8" fmla="*/ 1017037 h 1026368"/>
              <a:gd name="connsiteX9" fmla="*/ 3415005 w 3415005"/>
              <a:gd name="connsiteY9" fmla="*/ 998376 h 1026368"/>
              <a:gd name="connsiteX0" fmla="*/ 0 w 3415005"/>
              <a:gd name="connsiteY0" fmla="*/ 1007706 h 1026368"/>
              <a:gd name="connsiteX1" fmla="*/ 373225 w 3415005"/>
              <a:gd name="connsiteY1" fmla="*/ 1007706 h 1026368"/>
              <a:gd name="connsiteX2" fmla="*/ 363894 w 3415005"/>
              <a:gd name="connsiteY2" fmla="*/ 373225 h 1026368"/>
              <a:gd name="connsiteX3" fmla="*/ 979715 w 3415005"/>
              <a:gd name="connsiteY3" fmla="*/ 37323 h 1026368"/>
              <a:gd name="connsiteX4" fmla="*/ 989045 w 3415005"/>
              <a:gd name="connsiteY4" fmla="*/ 1026368 h 1026368"/>
              <a:gd name="connsiteX5" fmla="*/ 2015413 w 3415005"/>
              <a:gd name="connsiteY5" fmla="*/ 1017037 h 1026368"/>
              <a:gd name="connsiteX6" fmla="*/ 2034074 w 3415005"/>
              <a:gd name="connsiteY6" fmla="*/ 410547 h 1026368"/>
              <a:gd name="connsiteX7" fmla="*/ 2687217 w 3415005"/>
              <a:gd name="connsiteY7" fmla="*/ 0 h 1026368"/>
              <a:gd name="connsiteX8" fmla="*/ 2687217 w 3415005"/>
              <a:gd name="connsiteY8" fmla="*/ 1017037 h 1026368"/>
              <a:gd name="connsiteX9" fmla="*/ 3415005 w 3415005"/>
              <a:gd name="connsiteY9" fmla="*/ 1017037 h 1026368"/>
              <a:gd name="connsiteX0" fmla="*/ 0 w 3405674"/>
              <a:gd name="connsiteY0" fmla="*/ 1035698 h 1035698"/>
              <a:gd name="connsiteX1" fmla="*/ 363894 w 3405674"/>
              <a:gd name="connsiteY1" fmla="*/ 1007706 h 1035698"/>
              <a:gd name="connsiteX2" fmla="*/ 354563 w 3405674"/>
              <a:gd name="connsiteY2" fmla="*/ 373225 h 1035698"/>
              <a:gd name="connsiteX3" fmla="*/ 970384 w 3405674"/>
              <a:gd name="connsiteY3" fmla="*/ 37323 h 1035698"/>
              <a:gd name="connsiteX4" fmla="*/ 979714 w 3405674"/>
              <a:gd name="connsiteY4" fmla="*/ 1026368 h 1035698"/>
              <a:gd name="connsiteX5" fmla="*/ 2006082 w 3405674"/>
              <a:gd name="connsiteY5" fmla="*/ 1017037 h 1035698"/>
              <a:gd name="connsiteX6" fmla="*/ 2024743 w 3405674"/>
              <a:gd name="connsiteY6" fmla="*/ 410547 h 1035698"/>
              <a:gd name="connsiteX7" fmla="*/ 2677886 w 3405674"/>
              <a:gd name="connsiteY7" fmla="*/ 0 h 1035698"/>
              <a:gd name="connsiteX8" fmla="*/ 2677886 w 3405674"/>
              <a:gd name="connsiteY8" fmla="*/ 1017037 h 1035698"/>
              <a:gd name="connsiteX9" fmla="*/ 3405674 w 3405674"/>
              <a:gd name="connsiteY9" fmla="*/ 1017037 h 1035698"/>
              <a:gd name="connsiteX0" fmla="*/ 0 w 3405674"/>
              <a:gd name="connsiteY0" fmla="*/ 1035698 h 1035698"/>
              <a:gd name="connsiteX1" fmla="*/ 335903 w 3405674"/>
              <a:gd name="connsiteY1" fmla="*/ 1017036 h 1035698"/>
              <a:gd name="connsiteX2" fmla="*/ 354563 w 3405674"/>
              <a:gd name="connsiteY2" fmla="*/ 373225 h 1035698"/>
              <a:gd name="connsiteX3" fmla="*/ 970384 w 3405674"/>
              <a:gd name="connsiteY3" fmla="*/ 37323 h 1035698"/>
              <a:gd name="connsiteX4" fmla="*/ 979714 w 3405674"/>
              <a:gd name="connsiteY4" fmla="*/ 1026368 h 1035698"/>
              <a:gd name="connsiteX5" fmla="*/ 2006082 w 3405674"/>
              <a:gd name="connsiteY5" fmla="*/ 1017037 h 1035698"/>
              <a:gd name="connsiteX6" fmla="*/ 2024743 w 3405674"/>
              <a:gd name="connsiteY6" fmla="*/ 410547 h 1035698"/>
              <a:gd name="connsiteX7" fmla="*/ 2677886 w 3405674"/>
              <a:gd name="connsiteY7" fmla="*/ 0 h 1035698"/>
              <a:gd name="connsiteX8" fmla="*/ 2677886 w 3405674"/>
              <a:gd name="connsiteY8" fmla="*/ 1017037 h 1035698"/>
              <a:gd name="connsiteX9" fmla="*/ 3405674 w 3405674"/>
              <a:gd name="connsiteY9" fmla="*/ 1017037 h 1035698"/>
              <a:gd name="connsiteX0" fmla="*/ 0 w 3405674"/>
              <a:gd name="connsiteY0" fmla="*/ 1035698 h 1035698"/>
              <a:gd name="connsiteX1" fmla="*/ 335903 w 3405674"/>
              <a:gd name="connsiteY1" fmla="*/ 1017036 h 1035698"/>
              <a:gd name="connsiteX2" fmla="*/ 317240 w 3405674"/>
              <a:gd name="connsiteY2" fmla="*/ 457200 h 1035698"/>
              <a:gd name="connsiteX3" fmla="*/ 970384 w 3405674"/>
              <a:gd name="connsiteY3" fmla="*/ 37323 h 1035698"/>
              <a:gd name="connsiteX4" fmla="*/ 979714 w 3405674"/>
              <a:gd name="connsiteY4" fmla="*/ 1026368 h 1035698"/>
              <a:gd name="connsiteX5" fmla="*/ 2006082 w 3405674"/>
              <a:gd name="connsiteY5" fmla="*/ 1017037 h 1035698"/>
              <a:gd name="connsiteX6" fmla="*/ 2024743 w 3405674"/>
              <a:gd name="connsiteY6" fmla="*/ 410547 h 1035698"/>
              <a:gd name="connsiteX7" fmla="*/ 2677886 w 3405674"/>
              <a:gd name="connsiteY7" fmla="*/ 0 h 1035698"/>
              <a:gd name="connsiteX8" fmla="*/ 2677886 w 3405674"/>
              <a:gd name="connsiteY8" fmla="*/ 1017037 h 1035698"/>
              <a:gd name="connsiteX9" fmla="*/ 3405674 w 3405674"/>
              <a:gd name="connsiteY9" fmla="*/ 1017037 h 103569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2006082 w 3405674"/>
              <a:gd name="connsiteY5" fmla="*/ 1017037 h 1045028"/>
              <a:gd name="connsiteX6" fmla="*/ 2024743 w 3405674"/>
              <a:gd name="connsiteY6" fmla="*/ 410547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2006082 w 3405674"/>
              <a:gd name="connsiteY5" fmla="*/ 1017037 h 1045028"/>
              <a:gd name="connsiteX6" fmla="*/ 1987420 w 3405674"/>
              <a:gd name="connsiteY6" fmla="*/ 391885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59429 w 3405674"/>
              <a:gd name="connsiteY5" fmla="*/ 1017037 h 1045028"/>
              <a:gd name="connsiteX6" fmla="*/ 1987420 w 3405674"/>
              <a:gd name="connsiteY6" fmla="*/ 391885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1987420 w 3405674"/>
              <a:gd name="connsiteY6" fmla="*/ 391885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1996751 w 3405674"/>
              <a:gd name="connsiteY6" fmla="*/ 466530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998377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17038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677886 w 3405674"/>
              <a:gd name="connsiteY8" fmla="*/ 1045028 h 1073019"/>
              <a:gd name="connsiteX9" fmla="*/ 3405674 w 3405674"/>
              <a:gd name="connsiteY9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677886 w 3405674"/>
              <a:gd name="connsiteY8" fmla="*/ 1045028 h 1073019"/>
              <a:gd name="connsiteX9" fmla="*/ 3405674 w 3405674"/>
              <a:gd name="connsiteY9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3032449 w 3405674"/>
              <a:gd name="connsiteY8" fmla="*/ 634481 h 1073019"/>
              <a:gd name="connsiteX9" fmla="*/ 3405674 w 3405674"/>
              <a:gd name="connsiteY9" fmla="*/ 1045028 h 1073019"/>
              <a:gd name="connsiteX0" fmla="*/ 0 w 3405674"/>
              <a:gd name="connsiteY0" fmla="*/ 1064117 h 1073447"/>
              <a:gd name="connsiteX1" fmla="*/ 298580 w 3405674"/>
              <a:gd name="connsiteY1" fmla="*/ 1073447 h 1073447"/>
              <a:gd name="connsiteX2" fmla="*/ 317240 w 3405674"/>
              <a:gd name="connsiteY2" fmla="*/ 485619 h 1073447"/>
              <a:gd name="connsiteX3" fmla="*/ 970384 w 3405674"/>
              <a:gd name="connsiteY3" fmla="*/ 65742 h 1073447"/>
              <a:gd name="connsiteX4" fmla="*/ 979714 w 3405674"/>
              <a:gd name="connsiteY4" fmla="*/ 1045457 h 1073447"/>
              <a:gd name="connsiteX5" fmla="*/ 1987421 w 3405674"/>
              <a:gd name="connsiteY5" fmla="*/ 1036125 h 1073447"/>
              <a:gd name="connsiteX6" fmla="*/ 2006082 w 3405674"/>
              <a:gd name="connsiteY6" fmla="*/ 466958 h 1073447"/>
              <a:gd name="connsiteX7" fmla="*/ 2491274 w 3405674"/>
              <a:gd name="connsiteY7" fmla="*/ 428 h 1073447"/>
              <a:gd name="connsiteX8" fmla="*/ 2537728 w 3405674"/>
              <a:gd name="connsiteY8" fmla="*/ 596757 h 1073447"/>
              <a:gd name="connsiteX9" fmla="*/ 3032449 w 3405674"/>
              <a:gd name="connsiteY9" fmla="*/ 634909 h 1073447"/>
              <a:gd name="connsiteX10" fmla="*/ 3405674 w 3405674"/>
              <a:gd name="connsiteY10" fmla="*/ 1045456 h 1073447"/>
              <a:gd name="connsiteX0" fmla="*/ 0 w 3405674"/>
              <a:gd name="connsiteY0" fmla="*/ 1064150 h 1073480"/>
              <a:gd name="connsiteX1" fmla="*/ 298580 w 3405674"/>
              <a:gd name="connsiteY1" fmla="*/ 1073480 h 1073480"/>
              <a:gd name="connsiteX2" fmla="*/ 317240 w 3405674"/>
              <a:gd name="connsiteY2" fmla="*/ 485652 h 1073480"/>
              <a:gd name="connsiteX3" fmla="*/ 970384 w 3405674"/>
              <a:gd name="connsiteY3" fmla="*/ 65775 h 1073480"/>
              <a:gd name="connsiteX4" fmla="*/ 979714 w 3405674"/>
              <a:gd name="connsiteY4" fmla="*/ 1045490 h 1073480"/>
              <a:gd name="connsiteX5" fmla="*/ 1987421 w 3405674"/>
              <a:gd name="connsiteY5" fmla="*/ 1036158 h 1073480"/>
              <a:gd name="connsiteX6" fmla="*/ 2006082 w 3405674"/>
              <a:gd name="connsiteY6" fmla="*/ 466991 h 1073480"/>
              <a:gd name="connsiteX7" fmla="*/ 2491274 w 3405674"/>
              <a:gd name="connsiteY7" fmla="*/ 461 h 1073480"/>
              <a:gd name="connsiteX8" fmla="*/ 2537728 w 3405674"/>
              <a:gd name="connsiteY8" fmla="*/ 596790 h 1073480"/>
              <a:gd name="connsiteX9" fmla="*/ 3032449 w 3405674"/>
              <a:gd name="connsiteY9" fmla="*/ 634942 h 1073480"/>
              <a:gd name="connsiteX10" fmla="*/ 3405674 w 3405674"/>
              <a:gd name="connsiteY10" fmla="*/ 1045489 h 1073480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37728 w 3405674"/>
              <a:gd name="connsiteY8" fmla="*/ 596329 h 1073019"/>
              <a:gd name="connsiteX9" fmla="*/ 3032449 w 3405674"/>
              <a:gd name="connsiteY9" fmla="*/ 634481 h 1073019"/>
              <a:gd name="connsiteX10" fmla="*/ 3405674 w 3405674"/>
              <a:gd name="connsiteY10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05659 h 1073019"/>
              <a:gd name="connsiteX9" fmla="*/ 3032449 w 3405674"/>
              <a:gd name="connsiteY9" fmla="*/ 634481 h 1073019"/>
              <a:gd name="connsiteX10" fmla="*/ 3405674 w 3405674"/>
              <a:gd name="connsiteY10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05659 h 1073019"/>
              <a:gd name="connsiteX9" fmla="*/ 3032449 w 3405674"/>
              <a:gd name="connsiteY9" fmla="*/ 634481 h 1073019"/>
              <a:gd name="connsiteX10" fmla="*/ 3405674 w 3405674"/>
              <a:gd name="connsiteY10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05659 h 1073019"/>
              <a:gd name="connsiteX9" fmla="*/ 3032449 w 3405674"/>
              <a:gd name="connsiteY9" fmla="*/ 634481 h 1073019"/>
              <a:gd name="connsiteX10" fmla="*/ 3405674 w 3405674"/>
              <a:gd name="connsiteY10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34481 h 1073019"/>
              <a:gd name="connsiteX10" fmla="*/ 3405674 w 3405674"/>
              <a:gd name="connsiteY10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34481 h 1073019"/>
              <a:gd name="connsiteX10" fmla="*/ 3405674 w 3405674"/>
              <a:gd name="connsiteY10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405674 w 3405674"/>
              <a:gd name="connsiteY10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405674 w 3405674"/>
              <a:gd name="connsiteY10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405674 w 3405674"/>
              <a:gd name="connsiteY10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106895 w 3405674"/>
              <a:gd name="connsiteY10" fmla="*/ 969553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106895 w 3405674"/>
              <a:gd name="connsiteY10" fmla="*/ 978884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088233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088233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088233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088233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050911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050911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050911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106895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97763 w 3405674"/>
              <a:gd name="connsiteY9" fmla="*/ 643811 h 1073019"/>
              <a:gd name="connsiteX10" fmla="*/ 3106895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97763 w 3405674"/>
              <a:gd name="connsiteY9" fmla="*/ 643811 h 1073019"/>
              <a:gd name="connsiteX10" fmla="*/ 3106895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97763 w 3405674"/>
              <a:gd name="connsiteY9" fmla="*/ 643811 h 1073019"/>
              <a:gd name="connsiteX10" fmla="*/ 3106895 w 3405674"/>
              <a:gd name="connsiteY10" fmla="*/ 1044198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97763 w 3405674"/>
              <a:gd name="connsiteY9" fmla="*/ 643811 h 1073019"/>
              <a:gd name="connsiteX10" fmla="*/ 3106895 w 3405674"/>
              <a:gd name="connsiteY10" fmla="*/ 1044198 h 1073019"/>
              <a:gd name="connsiteX11" fmla="*/ 3405674 w 3405674"/>
              <a:gd name="connsiteY11" fmla="*/ 1045028 h 1073019"/>
              <a:gd name="connsiteX0" fmla="*/ 0 w 3508310"/>
              <a:gd name="connsiteY0" fmla="*/ 1063689 h 1073019"/>
              <a:gd name="connsiteX1" fmla="*/ 298580 w 3508310"/>
              <a:gd name="connsiteY1" fmla="*/ 1073019 h 1073019"/>
              <a:gd name="connsiteX2" fmla="*/ 317240 w 3508310"/>
              <a:gd name="connsiteY2" fmla="*/ 485191 h 1073019"/>
              <a:gd name="connsiteX3" fmla="*/ 970384 w 3508310"/>
              <a:gd name="connsiteY3" fmla="*/ 65314 h 1073019"/>
              <a:gd name="connsiteX4" fmla="*/ 979714 w 3508310"/>
              <a:gd name="connsiteY4" fmla="*/ 1045029 h 1073019"/>
              <a:gd name="connsiteX5" fmla="*/ 1987421 w 3508310"/>
              <a:gd name="connsiteY5" fmla="*/ 1035697 h 1073019"/>
              <a:gd name="connsiteX6" fmla="*/ 2006082 w 3508310"/>
              <a:gd name="connsiteY6" fmla="*/ 466530 h 1073019"/>
              <a:gd name="connsiteX7" fmla="*/ 2491274 w 3508310"/>
              <a:gd name="connsiteY7" fmla="*/ 0 h 1073019"/>
              <a:gd name="connsiteX8" fmla="*/ 2500406 w 3508310"/>
              <a:gd name="connsiteY8" fmla="*/ 642981 h 1073019"/>
              <a:gd name="connsiteX9" fmla="*/ 3097763 w 3508310"/>
              <a:gd name="connsiteY9" fmla="*/ 643811 h 1073019"/>
              <a:gd name="connsiteX10" fmla="*/ 3106895 w 3508310"/>
              <a:gd name="connsiteY10" fmla="*/ 1044198 h 1073019"/>
              <a:gd name="connsiteX11" fmla="*/ 3508310 w 3508310"/>
              <a:gd name="connsiteY11" fmla="*/ 1045028 h 1073019"/>
              <a:gd name="connsiteX0" fmla="*/ 0 w 3536302"/>
              <a:gd name="connsiteY0" fmla="*/ 1063689 h 1073019"/>
              <a:gd name="connsiteX1" fmla="*/ 298580 w 3536302"/>
              <a:gd name="connsiteY1" fmla="*/ 1073019 h 1073019"/>
              <a:gd name="connsiteX2" fmla="*/ 317240 w 3536302"/>
              <a:gd name="connsiteY2" fmla="*/ 485191 h 1073019"/>
              <a:gd name="connsiteX3" fmla="*/ 970384 w 3536302"/>
              <a:gd name="connsiteY3" fmla="*/ 65314 h 1073019"/>
              <a:gd name="connsiteX4" fmla="*/ 979714 w 3536302"/>
              <a:gd name="connsiteY4" fmla="*/ 1045029 h 1073019"/>
              <a:gd name="connsiteX5" fmla="*/ 1987421 w 3536302"/>
              <a:gd name="connsiteY5" fmla="*/ 1035697 h 1073019"/>
              <a:gd name="connsiteX6" fmla="*/ 2006082 w 3536302"/>
              <a:gd name="connsiteY6" fmla="*/ 466530 h 1073019"/>
              <a:gd name="connsiteX7" fmla="*/ 2491274 w 3536302"/>
              <a:gd name="connsiteY7" fmla="*/ 0 h 1073019"/>
              <a:gd name="connsiteX8" fmla="*/ 2500406 w 3536302"/>
              <a:gd name="connsiteY8" fmla="*/ 642981 h 1073019"/>
              <a:gd name="connsiteX9" fmla="*/ 3097763 w 3536302"/>
              <a:gd name="connsiteY9" fmla="*/ 643811 h 1073019"/>
              <a:gd name="connsiteX10" fmla="*/ 3106895 w 3536302"/>
              <a:gd name="connsiteY10" fmla="*/ 1044198 h 1073019"/>
              <a:gd name="connsiteX11" fmla="*/ 3536302 w 3536302"/>
              <a:gd name="connsiteY11" fmla="*/ 1045028 h 1073019"/>
              <a:gd name="connsiteX0" fmla="*/ 0 w 3536302"/>
              <a:gd name="connsiteY0" fmla="*/ 1063689 h 1073019"/>
              <a:gd name="connsiteX1" fmla="*/ 298580 w 3536302"/>
              <a:gd name="connsiteY1" fmla="*/ 1073019 h 1073019"/>
              <a:gd name="connsiteX2" fmla="*/ 317240 w 3536302"/>
              <a:gd name="connsiteY2" fmla="*/ 485191 h 1073019"/>
              <a:gd name="connsiteX3" fmla="*/ 970384 w 3536302"/>
              <a:gd name="connsiteY3" fmla="*/ 65314 h 1073019"/>
              <a:gd name="connsiteX4" fmla="*/ 979714 w 3536302"/>
              <a:gd name="connsiteY4" fmla="*/ 1045029 h 1073019"/>
              <a:gd name="connsiteX5" fmla="*/ 1987421 w 3536302"/>
              <a:gd name="connsiteY5" fmla="*/ 1035697 h 1073019"/>
              <a:gd name="connsiteX6" fmla="*/ 2006082 w 3536302"/>
              <a:gd name="connsiteY6" fmla="*/ 466530 h 1073019"/>
              <a:gd name="connsiteX7" fmla="*/ 2491274 w 3536302"/>
              <a:gd name="connsiteY7" fmla="*/ 0 h 1073019"/>
              <a:gd name="connsiteX8" fmla="*/ 2500406 w 3536302"/>
              <a:gd name="connsiteY8" fmla="*/ 642981 h 1073019"/>
              <a:gd name="connsiteX9" fmla="*/ 3097763 w 3536302"/>
              <a:gd name="connsiteY9" fmla="*/ 643811 h 1073019"/>
              <a:gd name="connsiteX10" fmla="*/ 3106895 w 3536302"/>
              <a:gd name="connsiteY10" fmla="*/ 1044198 h 1073019"/>
              <a:gd name="connsiteX11" fmla="*/ 3536302 w 3536302"/>
              <a:gd name="connsiteY11" fmla="*/ 1045028 h 1073019"/>
              <a:gd name="connsiteX0" fmla="*/ 0 w 3545632"/>
              <a:gd name="connsiteY0" fmla="*/ 1063689 h 1073019"/>
              <a:gd name="connsiteX1" fmla="*/ 298580 w 3545632"/>
              <a:gd name="connsiteY1" fmla="*/ 1073019 h 1073019"/>
              <a:gd name="connsiteX2" fmla="*/ 317240 w 3545632"/>
              <a:gd name="connsiteY2" fmla="*/ 485191 h 1073019"/>
              <a:gd name="connsiteX3" fmla="*/ 970384 w 3545632"/>
              <a:gd name="connsiteY3" fmla="*/ 65314 h 1073019"/>
              <a:gd name="connsiteX4" fmla="*/ 979714 w 3545632"/>
              <a:gd name="connsiteY4" fmla="*/ 1045029 h 1073019"/>
              <a:gd name="connsiteX5" fmla="*/ 1987421 w 3545632"/>
              <a:gd name="connsiteY5" fmla="*/ 1035697 h 1073019"/>
              <a:gd name="connsiteX6" fmla="*/ 2006082 w 3545632"/>
              <a:gd name="connsiteY6" fmla="*/ 466530 h 1073019"/>
              <a:gd name="connsiteX7" fmla="*/ 2491274 w 3545632"/>
              <a:gd name="connsiteY7" fmla="*/ 0 h 1073019"/>
              <a:gd name="connsiteX8" fmla="*/ 2500406 w 3545632"/>
              <a:gd name="connsiteY8" fmla="*/ 642981 h 1073019"/>
              <a:gd name="connsiteX9" fmla="*/ 3097763 w 3545632"/>
              <a:gd name="connsiteY9" fmla="*/ 643811 h 1073019"/>
              <a:gd name="connsiteX10" fmla="*/ 3106895 w 3545632"/>
              <a:gd name="connsiteY10" fmla="*/ 1044198 h 1073019"/>
              <a:gd name="connsiteX11" fmla="*/ 3545632 w 3545632"/>
              <a:gd name="connsiteY11" fmla="*/ 1054359 h 1073019"/>
              <a:gd name="connsiteX0" fmla="*/ 0 w 3545632"/>
              <a:gd name="connsiteY0" fmla="*/ 1063689 h 1073019"/>
              <a:gd name="connsiteX1" fmla="*/ 298580 w 3545632"/>
              <a:gd name="connsiteY1" fmla="*/ 1073019 h 1073019"/>
              <a:gd name="connsiteX2" fmla="*/ 317240 w 3545632"/>
              <a:gd name="connsiteY2" fmla="*/ 485191 h 1073019"/>
              <a:gd name="connsiteX3" fmla="*/ 970384 w 3545632"/>
              <a:gd name="connsiteY3" fmla="*/ 65314 h 1073019"/>
              <a:gd name="connsiteX4" fmla="*/ 979714 w 3545632"/>
              <a:gd name="connsiteY4" fmla="*/ 1045029 h 1073019"/>
              <a:gd name="connsiteX5" fmla="*/ 1987421 w 3545632"/>
              <a:gd name="connsiteY5" fmla="*/ 1035697 h 1073019"/>
              <a:gd name="connsiteX6" fmla="*/ 2006082 w 3545632"/>
              <a:gd name="connsiteY6" fmla="*/ 466530 h 1073019"/>
              <a:gd name="connsiteX7" fmla="*/ 2491274 w 3545632"/>
              <a:gd name="connsiteY7" fmla="*/ 0 h 1073019"/>
              <a:gd name="connsiteX8" fmla="*/ 2500406 w 3545632"/>
              <a:gd name="connsiteY8" fmla="*/ 642981 h 1073019"/>
              <a:gd name="connsiteX9" fmla="*/ 3097763 w 3545632"/>
              <a:gd name="connsiteY9" fmla="*/ 643811 h 1073019"/>
              <a:gd name="connsiteX10" fmla="*/ 3106895 w 3545632"/>
              <a:gd name="connsiteY10" fmla="*/ 1044198 h 1073019"/>
              <a:gd name="connsiteX11" fmla="*/ 3545632 w 3545632"/>
              <a:gd name="connsiteY11" fmla="*/ 1054359 h 1073019"/>
              <a:gd name="connsiteX0" fmla="*/ 0 w 3545632"/>
              <a:gd name="connsiteY0" fmla="*/ 1063689 h 1073019"/>
              <a:gd name="connsiteX1" fmla="*/ 298580 w 3545632"/>
              <a:gd name="connsiteY1" fmla="*/ 1073019 h 1073019"/>
              <a:gd name="connsiteX2" fmla="*/ 317240 w 3545632"/>
              <a:gd name="connsiteY2" fmla="*/ 485191 h 1073019"/>
              <a:gd name="connsiteX3" fmla="*/ 970384 w 3545632"/>
              <a:gd name="connsiteY3" fmla="*/ 65314 h 1073019"/>
              <a:gd name="connsiteX4" fmla="*/ 979714 w 3545632"/>
              <a:gd name="connsiteY4" fmla="*/ 1045029 h 1073019"/>
              <a:gd name="connsiteX5" fmla="*/ 1987421 w 3545632"/>
              <a:gd name="connsiteY5" fmla="*/ 1035697 h 1073019"/>
              <a:gd name="connsiteX6" fmla="*/ 2006082 w 3545632"/>
              <a:gd name="connsiteY6" fmla="*/ 466530 h 1073019"/>
              <a:gd name="connsiteX7" fmla="*/ 2491274 w 3545632"/>
              <a:gd name="connsiteY7" fmla="*/ 0 h 1073019"/>
              <a:gd name="connsiteX8" fmla="*/ 2500406 w 3545632"/>
              <a:gd name="connsiteY8" fmla="*/ 642981 h 1073019"/>
              <a:gd name="connsiteX9" fmla="*/ 3097763 w 3545632"/>
              <a:gd name="connsiteY9" fmla="*/ 643811 h 1073019"/>
              <a:gd name="connsiteX10" fmla="*/ 3106895 w 3545632"/>
              <a:gd name="connsiteY10" fmla="*/ 1044198 h 1073019"/>
              <a:gd name="connsiteX11" fmla="*/ 3545632 w 3545632"/>
              <a:gd name="connsiteY11" fmla="*/ 1026367 h 1073019"/>
              <a:gd name="connsiteX0" fmla="*/ 0 w 3545632"/>
              <a:gd name="connsiteY0" fmla="*/ 1063689 h 1073019"/>
              <a:gd name="connsiteX1" fmla="*/ 298580 w 3545632"/>
              <a:gd name="connsiteY1" fmla="*/ 1073019 h 1073019"/>
              <a:gd name="connsiteX2" fmla="*/ 317240 w 3545632"/>
              <a:gd name="connsiteY2" fmla="*/ 485191 h 1073019"/>
              <a:gd name="connsiteX3" fmla="*/ 970384 w 3545632"/>
              <a:gd name="connsiteY3" fmla="*/ 65314 h 1073019"/>
              <a:gd name="connsiteX4" fmla="*/ 979714 w 3545632"/>
              <a:gd name="connsiteY4" fmla="*/ 1045029 h 1073019"/>
              <a:gd name="connsiteX5" fmla="*/ 1987421 w 3545632"/>
              <a:gd name="connsiteY5" fmla="*/ 1035697 h 1073019"/>
              <a:gd name="connsiteX6" fmla="*/ 2006082 w 3545632"/>
              <a:gd name="connsiteY6" fmla="*/ 466530 h 1073019"/>
              <a:gd name="connsiteX7" fmla="*/ 2491274 w 3545632"/>
              <a:gd name="connsiteY7" fmla="*/ 0 h 1073019"/>
              <a:gd name="connsiteX8" fmla="*/ 2500406 w 3545632"/>
              <a:gd name="connsiteY8" fmla="*/ 642981 h 1073019"/>
              <a:gd name="connsiteX9" fmla="*/ 3097763 w 3545632"/>
              <a:gd name="connsiteY9" fmla="*/ 643811 h 1073019"/>
              <a:gd name="connsiteX10" fmla="*/ 3106895 w 3545632"/>
              <a:gd name="connsiteY10" fmla="*/ 1044198 h 1073019"/>
              <a:gd name="connsiteX11" fmla="*/ 3545632 w 3545632"/>
              <a:gd name="connsiteY11" fmla="*/ 1054359 h 1073019"/>
              <a:gd name="connsiteX0" fmla="*/ 0 w 3545632"/>
              <a:gd name="connsiteY0" fmla="*/ 1063689 h 1073019"/>
              <a:gd name="connsiteX1" fmla="*/ 298580 w 3545632"/>
              <a:gd name="connsiteY1" fmla="*/ 1073019 h 1073019"/>
              <a:gd name="connsiteX2" fmla="*/ 317240 w 3545632"/>
              <a:gd name="connsiteY2" fmla="*/ 485191 h 1073019"/>
              <a:gd name="connsiteX3" fmla="*/ 970384 w 3545632"/>
              <a:gd name="connsiteY3" fmla="*/ 65314 h 1073019"/>
              <a:gd name="connsiteX4" fmla="*/ 979714 w 3545632"/>
              <a:gd name="connsiteY4" fmla="*/ 1045029 h 1073019"/>
              <a:gd name="connsiteX5" fmla="*/ 1987421 w 3545632"/>
              <a:gd name="connsiteY5" fmla="*/ 1035697 h 1073019"/>
              <a:gd name="connsiteX6" fmla="*/ 2006082 w 3545632"/>
              <a:gd name="connsiteY6" fmla="*/ 466530 h 1073019"/>
              <a:gd name="connsiteX7" fmla="*/ 2491274 w 3545632"/>
              <a:gd name="connsiteY7" fmla="*/ 0 h 1073019"/>
              <a:gd name="connsiteX8" fmla="*/ 2500406 w 3545632"/>
              <a:gd name="connsiteY8" fmla="*/ 642981 h 1073019"/>
              <a:gd name="connsiteX9" fmla="*/ 3097763 w 3545632"/>
              <a:gd name="connsiteY9" fmla="*/ 643811 h 1073019"/>
              <a:gd name="connsiteX10" fmla="*/ 3106895 w 3545632"/>
              <a:gd name="connsiteY10" fmla="*/ 1044198 h 1073019"/>
              <a:gd name="connsiteX11" fmla="*/ 3545632 w 3545632"/>
              <a:gd name="connsiteY11" fmla="*/ 1044834 h 1073019"/>
              <a:gd name="connsiteX0" fmla="*/ 0 w 3545632"/>
              <a:gd name="connsiteY0" fmla="*/ 1063689 h 1073019"/>
              <a:gd name="connsiteX1" fmla="*/ 298580 w 3545632"/>
              <a:gd name="connsiteY1" fmla="*/ 1073019 h 1073019"/>
              <a:gd name="connsiteX2" fmla="*/ 317240 w 3545632"/>
              <a:gd name="connsiteY2" fmla="*/ 485191 h 1073019"/>
              <a:gd name="connsiteX3" fmla="*/ 970384 w 3545632"/>
              <a:gd name="connsiteY3" fmla="*/ 65314 h 1073019"/>
              <a:gd name="connsiteX4" fmla="*/ 979714 w 3545632"/>
              <a:gd name="connsiteY4" fmla="*/ 1045029 h 1073019"/>
              <a:gd name="connsiteX5" fmla="*/ 1987421 w 3545632"/>
              <a:gd name="connsiteY5" fmla="*/ 1035697 h 1073019"/>
              <a:gd name="connsiteX6" fmla="*/ 2006082 w 3545632"/>
              <a:gd name="connsiteY6" fmla="*/ 466530 h 1073019"/>
              <a:gd name="connsiteX7" fmla="*/ 2491274 w 3545632"/>
              <a:gd name="connsiteY7" fmla="*/ 0 h 1073019"/>
              <a:gd name="connsiteX8" fmla="*/ 2500406 w 3545632"/>
              <a:gd name="connsiteY8" fmla="*/ 642981 h 1073019"/>
              <a:gd name="connsiteX9" fmla="*/ 3097763 w 3545632"/>
              <a:gd name="connsiteY9" fmla="*/ 643811 h 1073019"/>
              <a:gd name="connsiteX10" fmla="*/ 3106895 w 3545632"/>
              <a:gd name="connsiteY10" fmla="*/ 1044198 h 1073019"/>
              <a:gd name="connsiteX11" fmla="*/ 3545632 w 3545632"/>
              <a:gd name="connsiteY11" fmla="*/ 1044834 h 1073019"/>
              <a:gd name="connsiteX0" fmla="*/ 0 w 3545632"/>
              <a:gd name="connsiteY0" fmla="*/ 1063689 h 1073019"/>
              <a:gd name="connsiteX1" fmla="*/ 298580 w 3545632"/>
              <a:gd name="connsiteY1" fmla="*/ 1073019 h 1073019"/>
              <a:gd name="connsiteX2" fmla="*/ 317240 w 3545632"/>
              <a:gd name="connsiteY2" fmla="*/ 485191 h 1073019"/>
              <a:gd name="connsiteX3" fmla="*/ 970384 w 3545632"/>
              <a:gd name="connsiteY3" fmla="*/ 65314 h 1073019"/>
              <a:gd name="connsiteX4" fmla="*/ 979714 w 3545632"/>
              <a:gd name="connsiteY4" fmla="*/ 1045029 h 1073019"/>
              <a:gd name="connsiteX5" fmla="*/ 1987421 w 3545632"/>
              <a:gd name="connsiteY5" fmla="*/ 1035697 h 1073019"/>
              <a:gd name="connsiteX6" fmla="*/ 2006082 w 3545632"/>
              <a:gd name="connsiteY6" fmla="*/ 466530 h 1073019"/>
              <a:gd name="connsiteX7" fmla="*/ 2491274 w 3545632"/>
              <a:gd name="connsiteY7" fmla="*/ 0 h 1073019"/>
              <a:gd name="connsiteX8" fmla="*/ 2500406 w 3545632"/>
              <a:gd name="connsiteY8" fmla="*/ 642981 h 1073019"/>
              <a:gd name="connsiteX9" fmla="*/ 3097763 w 3545632"/>
              <a:gd name="connsiteY9" fmla="*/ 643811 h 1073019"/>
              <a:gd name="connsiteX10" fmla="*/ 3106895 w 3545632"/>
              <a:gd name="connsiteY10" fmla="*/ 1044198 h 1073019"/>
              <a:gd name="connsiteX11" fmla="*/ 3545632 w 3545632"/>
              <a:gd name="connsiteY11" fmla="*/ 104483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2006082 w 3548807"/>
              <a:gd name="connsiteY6" fmla="*/ 466530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2006082 w 3548807"/>
              <a:gd name="connsiteY6" fmla="*/ 466530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2006082 w 3548807"/>
              <a:gd name="connsiteY6" fmla="*/ 466530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2006082 w 3548807"/>
              <a:gd name="connsiteY6" fmla="*/ 466530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2006082 w 3548807"/>
              <a:gd name="connsiteY6" fmla="*/ 466530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48807" h="1073019">
                <a:moveTo>
                  <a:pt x="0" y="1063689"/>
                </a:moveTo>
                <a:lnTo>
                  <a:pt x="298580" y="1073019"/>
                </a:lnTo>
                <a:lnTo>
                  <a:pt x="317240" y="485191"/>
                </a:lnTo>
                <a:lnTo>
                  <a:pt x="970384" y="65314"/>
                </a:lnTo>
                <a:lnTo>
                  <a:pt x="979714" y="1045029"/>
                </a:lnTo>
                <a:lnTo>
                  <a:pt x="1987421" y="1035697"/>
                </a:lnTo>
                <a:cubicBezTo>
                  <a:pt x="1987421" y="830423"/>
                  <a:pt x="1991796" y="690854"/>
                  <a:pt x="1991795" y="471293"/>
                </a:cubicBezTo>
                <a:lnTo>
                  <a:pt x="2491274" y="0"/>
                </a:lnTo>
                <a:cubicBezTo>
                  <a:pt x="2493865" y="314090"/>
                  <a:pt x="2489228" y="447524"/>
                  <a:pt x="2500406" y="642981"/>
                </a:cubicBezTo>
                <a:cubicBezTo>
                  <a:pt x="2739891" y="646091"/>
                  <a:pt x="2900233" y="642312"/>
                  <a:pt x="3097763" y="643811"/>
                </a:cubicBezTo>
                <a:cubicBezTo>
                  <a:pt x="3098929" y="815002"/>
                  <a:pt x="3100674" y="865362"/>
                  <a:pt x="3106895" y="1044198"/>
                </a:cubicBezTo>
                <a:cubicBezTo>
                  <a:pt x="3290397" y="1036424"/>
                  <a:pt x="3380823" y="1043205"/>
                  <a:pt x="3548807" y="1038484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48CE8A1-ED7F-4452-BF5B-92FE2F0D4DD0}"/>
              </a:ext>
            </a:extLst>
          </p:cNvPr>
          <p:cNvSpPr txBox="1"/>
          <p:nvPr/>
        </p:nvSpPr>
        <p:spPr>
          <a:xfrm>
            <a:off x="4072781" y="784413"/>
            <a:ext cx="6653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 xml:space="preserve">In Volume-targeted modes, if </a:t>
            </a:r>
            <a:r>
              <a:rPr lang="el-GR" dirty="0">
                <a:solidFill>
                  <a:schemeClr val="tx1"/>
                </a:solidFill>
              </a:rPr>
              <a:t>Δ</a:t>
            </a:r>
            <a:r>
              <a:rPr lang="en-US" dirty="0">
                <a:solidFill>
                  <a:schemeClr val="tx1"/>
                </a:solidFill>
              </a:rPr>
              <a:t>P &gt; 10, perform an inspiratory hold</a:t>
            </a:r>
            <a:endParaRPr lang="en-US" dirty="0"/>
          </a:p>
        </p:txBody>
      </p:sp>
      <p:sp>
        <p:nvSpPr>
          <p:cNvPr id="114" name="question 1">
            <a:hlinkClick r:id="rId4" action="ppaction://hlinksldjump"/>
            <a:extLst>
              <a:ext uri="{FF2B5EF4-FFF2-40B4-BE49-F238E27FC236}">
                <a16:creationId xmlns:a16="http://schemas.microsoft.com/office/drawing/2014/main" id="{6BE96D76-9A11-4235-9043-4F5A2EE53708}"/>
              </a:ext>
            </a:extLst>
          </p:cNvPr>
          <p:cNvSpPr txBox="1"/>
          <p:nvPr/>
        </p:nvSpPr>
        <p:spPr>
          <a:xfrm>
            <a:off x="1419497" y="4082717"/>
            <a:ext cx="993210" cy="36933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</a:t>
            </a:r>
            <a:r>
              <a:rPr lang="en-US" baseline="-25000" dirty="0" err="1">
                <a:solidFill>
                  <a:schemeClr val="bg1"/>
                </a:solidFill>
              </a:rPr>
              <a:t>Plateau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F35308-D911-4BB4-9BE9-9682E9D94871}"/>
              </a:ext>
            </a:extLst>
          </p:cNvPr>
          <p:cNvCxnSpPr>
            <a:cxnSpLocks/>
            <a:stCxn id="119" idx="2"/>
            <a:endCxn id="114" idx="0"/>
          </p:cNvCxnSpPr>
          <p:nvPr/>
        </p:nvCxnSpPr>
        <p:spPr>
          <a:xfrm>
            <a:off x="1916102" y="3902199"/>
            <a:ext cx="0" cy="2002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Freeform: Shape 8">
            <a:extLst>
              <a:ext uri="{FF2B5EF4-FFF2-40B4-BE49-F238E27FC236}">
                <a16:creationId xmlns:a16="http://schemas.microsoft.com/office/drawing/2014/main" id="{FDBED1A5-1D9F-4786-BA63-F55361F85328}"/>
              </a:ext>
            </a:extLst>
          </p:cNvPr>
          <p:cNvSpPr/>
          <p:nvPr/>
        </p:nvSpPr>
        <p:spPr>
          <a:xfrm>
            <a:off x="5832092" y="1986497"/>
            <a:ext cx="3548807" cy="1073019"/>
          </a:xfrm>
          <a:custGeom>
            <a:avLst/>
            <a:gdLst>
              <a:gd name="connsiteX0" fmla="*/ 0 w 3526972"/>
              <a:gd name="connsiteY0" fmla="*/ 989045 h 1007707"/>
              <a:gd name="connsiteX1" fmla="*/ 373225 w 3526972"/>
              <a:gd name="connsiteY1" fmla="*/ 989045 h 1007707"/>
              <a:gd name="connsiteX2" fmla="*/ 363894 w 3526972"/>
              <a:gd name="connsiteY2" fmla="*/ 354564 h 1007707"/>
              <a:gd name="connsiteX3" fmla="*/ 979715 w 3526972"/>
              <a:gd name="connsiteY3" fmla="*/ 18662 h 1007707"/>
              <a:gd name="connsiteX4" fmla="*/ 989045 w 3526972"/>
              <a:gd name="connsiteY4" fmla="*/ 1007707 h 1007707"/>
              <a:gd name="connsiteX5" fmla="*/ 2015413 w 3526972"/>
              <a:gd name="connsiteY5" fmla="*/ 998376 h 1007707"/>
              <a:gd name="connsiteX6" fmla="*/ 2034074 w 3526972"/>
              <a:gd name="connsiteY6" fmla="*/ 391886 h 1007707"/>
              <a:gd name="connsiteX7" fmla="*/ 2612572 w 3526972"/>
              <a:gd name="connsiteY7" fmla="*/ 27992 h 1007707"/>
              <a:gd name="connsiteX8" fmla="*/ 2677886 w 3526972"/>
              <a:gd name="connsiteY8" fmla="*/ 0 h 1007707"/>
              <a:gd name="connsiteX9" fmla="*/ 2687217 w 3526972"/>
              <a:gd name="connsiteY9" fmla="*/ 998376 h 1007707"/>
              <a:gd name="connsiteX10" fmla="*/ 3526972 w 3526972"/>
              <a:gd name="connsiteY10" fmla="*/ 979715 h 1007707"/>
              <a:gd name="connsiteX0" fmla="*/ 0 w 3526972"/>
              <a:gd name="connsiteY0" fmla="*/ 970383 h 989045"/>
              <a:gd name="connsiteX1" fmla="*/ 373225 w 3526972"/>
              <a:gd name="connsiteY1" fmla="*/ 970383 h 989045"/>
              <a:gd name="connsiteX2" fmla="*/ 363894 w 3526972"/>
              <a:gd name="connsiteY2" fmla="*/ 335902 h 989045"/>
              <a:gd name="connsiteX3" fmla="*/ 979715 w 3526972"/>
              <a:gd name="connsiteY3" fmla="*/ 0 h 989045"/>
              <a:gd name="connsiteX4" fmla="*/ 989045 w 3526972"/>
              <a:gd name="connsiteY4" fmla="*/ 989045 h 989045"/>
              <a:gd name="connsiteX5" fmla="*/ 2015413 w 3526972"/>
              <a:gd name="connsiteY5" fmla="*/ 979714 h 989045"/>
              <a:gd name="connsiteX6" fmla="*/ 2034074 w 3526972"/>
              <a:gd name="connsiteY6" fmla="*/ 373224 h 989045"/>
              <a:gd name="connsiteX7" fmla="*/ 2612572 w 3526972"/>
              <a:gd name="connsiteY7" fmla="*/ 9330 h 989045"/>
              <a:gd name="connsiteX8" fmla="*/ 2687217 w 3526972"/>
              <a:gd name="connsiteY8" fmla="*/ 979714 h 989045"/>
              <a:gd name="connsiteX9" fmla="*/ 3526972 w 3526972"/>
              <a:gd name="connsiteY9" fmla="*/ 961053 h 989045"/>
              <a:gd name="connsiteX0" fmla="*/ 0 w 3526972"/>
              <a:gd name="connsiteY0" fmla="*/ 1007706 h 1026368"/>
              <a:gd name="connsiteX1" fmla="*/ 373225 w 3526972"/>
              <a:gd name="connsiteY1" fmla="*/ 1007706 h 1026368"/>
              <a:gd name="connsiteX2" fmla="*/ 363894 w 3526972"/>
              <a:gd name="connsiteY2" fmla="*/ 373225 h 1026368"/>
              <a:gd name="connsiteX3" fmla="*/ 979715 w 3526972"/>
              <a:gd name="connsiteY3" fmla="*/ 37323 h 1026368"/>
              <a:gd name="connsiteX4" fmla="*/ 989045 w 3526972"/>
              <a:gd name="connsiteY4" fmla="*/ 1026368 h 1026368"/>
              <a:gd name="connsiteX5" fmla="*/ 2015413 w 3526972"/>
              <a:gd name="connsiteY5" fmla="*/ 1017037 h 1026368"/>
              <a:gd name="connsiteX6" fmla="*/ 2034074 w 3526972"/>
              <a:gd name="connsiteY6" fmla="*/ 410547 h 1026368"/>
              <a:gd name="connsiteX7" fmla="*/ 2687217 w 3526972"/>
              <a:gd name="connsiteY7" fmla="*/ 0 h 1026368"/>
              <a:gd name="connsiteX8" fmla="*/ 2687217 w 3526972"/>
              <a:gd name="connsiteY8" fmla="*/ 1017037 h 1026368"/>
              <a:gd name="connsiteX9" fmla="*/ 3526972 w 3526972"/>
              <a:gd name="connsiteY9" fmla="*/ 998376 h 1026368"/>
              <a:gd name="connsiteX0" fmla="*/ 0 w 3415005"/>
              <a:gd name="connsiteY0" fmla="*/ 1007706 h 1026368"/>
              <a:gd name="connsiteX1" fmla="*/ 373225 w 3415005"/>
              <a:gd name="connsiteY1" fmla="*/ 1007706 h 1026368"/>
              <a:gd name="connsiteX2" fmla="*/ 363894 w 3415005"/>
              <a:gd name="connsiteY2" fmla="*/ 373225 h 1026368"/>
              <a:gd name="connsiteX3" fmla="*/ 979715 w 3415005"/>
              <a:gd name="connsiteY3" fmla="*/ 37323 h 1026368"/>
              <a:gd name="connsiteX4" fmla="*/ 989045 w 3415005"/>
              <a:gd name="connsiteY4" fmla="*/ 1026368 h 1026368"/>
              <a:gd name="connsiteX5" fmla="*/ 2015413 w 3415005"/>
              <a:gd name="connsiteY5" fmla="*/ 1017037 h 1026368"/>
              <a:gd name="connsiteX6" fmla="*/ 2034074 w 3415005"/>
              <a:gd name="connsiteY6" fmla="*/ 410547 h 1026368"/>
              <a:gd name="connsiteX7" fmla="*/ 2687217 w 3415005"/>
              <a:gd name="connsiteY7" fmla="*/ 0 h 1026368"/>
              <a:gd name="connsiteX8" fmla="*/ 2687217 w 3415005"/>
              <a:gd name="connsiteY8" fmla="*/ 1017037 h 1026368"/>
              <a:gd name="connsiteX9" fmla="*/ 3415005 w 3415005"/>
              <a:gd name="connsiteY9" fmla="*/ 998376 h 1026368"/>
              <a:gd name="connsiteX0" fmla="*/ 0 w 3415005"/>
              <a:gd name="connsiteY0" fmla="*/ 1007706 h 1026368"/>
              <a:gd name="connsiteX1" fmla="*/ 373225 w 3415005"/>
              <a:gd name="connsiteY1" fmla="*/ 1007706 h 1026368"/>
              <a:gd name="connsiteX2" fmla="*/ 363894 w 3415005"/>
              <a:gd name="connsiteY2" fmla="*/ 373225 h 1026368"/>
              <a:gd name="connsiteX3" fmla="*/ 979715 w 3415005"/>
              <a:gd name="connsiteY3" fmla="*/ 37323 h 1026368"/>
              <a:gd name="connsiteX4" fmla="*/ 989045 w 3415005"/>
              <a:gd name="connsiteY4" fmla="*/ 1026368 h 1026368"/>
              <a:gd name="connsiteX5" fmla="*/ 2015413 w 3415005"/>
              <a:gd name="connsiteY5" fmla="*/ 1017037 h 1026368"/>
              <a:gd name="connsiteX6" fmla="*/ 2034074 w 3415005"/>
              <a:gd name="connsiteY6" fmla="*/ 410547 h 1026368"/>
              <a:gd name="connsiteX7" fmla="*/ 2687217 w 3415005"/>
              <a:gd name="connsiteY7" fmla="*/ 0 h 1026368"/>
              <a:gd name="connsiteX8" fmla="*/ 2687217 w 3415005"/>
              <a:gd name="connsiteY8" fmla="*/ 1017037 h 1026368"/>
              <a:gd name="connsiteX9" fmla="*/ 3415005 w 3415005"/>
              <a:gd name="connsiteY9" fmla="*/ 1017037 h 1026368"/>
              <a:gd name="connsiteX0" fmla="*/ 0 w 3405674"/>
              <a:gd name="connsiteY0" fmla="*/ 1035698 h 1035698"/>
              <a:gd name="connsiteX1" fmla="*/ 363894 w 3405674"/>
              <a:gd name="connsiteY1" fmla="*/ 1007706 h 1035698"/>
              <a:gd name="connsiteX2" fmla="*/ 354563 w 3405674"/>
              <a:gd name="connsiteY2" fmla="*/ 373225 h 1035698"/>
              <a:gd name="connsiteX3" fmla="*/ 970384 w 3405674"/>
              <a:gd name="connsiteY3" fmla="*/ 37323 h 1035698"/>
              <a:gd name="connsiteX4" fmla="*/ 979714 w 3405674"/>
              <a:gd name="connsiteY4" fmla="*/ 1026368 h 1035698"/>
              <a:gd name="connsiteX5" fmla="*/ 2006082 w 3405674"/>
              <a:gd name="connsiteY5" fmla="*/ 1017037 h 1035698"/>
              <a:gd name="connsiteX6" fmla="*/ 2024743 w 3405674"/>
              <a:gd name="connsiteY6" fmla="*/ 410547 h 1035698"/>
              <a:gd name="connsiteX7" fmla="*/ 2677886 w 3405674"/>
              <a:gd name="connsiteY7" fmla="*/ 0 h 1035698"/>
              <a:gd name="connsiteX8" fmla="*/ 2677886 w 3405674"/>
              <a:gd name="connsiteY8" fmla="*/ 1017037 h 1035698"/>
              <a:gd name="connsiteX9" fmla="*/ 3405674 w 3405674"/>
              <a:gd name="connsiteY9" fmla="*/ 1017037 h 1035698"/>
              <a:gd name="connsiteX0" fmla="*/ 0 w 3405674"/>
              <a:gd name="connsiteY0" fmla="*/ 1035698 h 1035698"/>
              <a:gd name="connsiteX1" fmla="*/ 335903 w 3405674"/>
              <a:gd name="connsiteY1" fmla="*/ 1017036 h 1035698"/>
              <a:gd name="connsiteX2" fmla="*/ 354563 w 3405674"/>
              <a:gd name="connsiteY2" fmla="*/ 373225 h 1035698"/>
              <a:gd name="connsiteX3" fmla="*/ 970384 w 3405674"/>
              <a:gd name="connsiteY3" fmla="*/ 37323 h 1035698"/>
              <a:gd name="connsiteX4" fmla="*/ 979714 w 3405674"/>
              <a:gd name="connsiteY4" fmla="*/ 1026368 h 1035698"/>
              <a:gd name="connsiteX5" fmla="*/ 2006082 w 3405674"/>
              <a:gd name="connsiteY5" fmla="*/ 1017037 h 1035698"/>
              <a:gd name="connsiteX6" fmla="*/ 2024743 w 3405674"/>
              <a:gd name="connsiteY6" fmla="*/ 410547 h 1035698"/>
              <a:gd name="connsiteX7" fmla="*/ 2677886 w 3405674"/>
              <a:gd name="connsiteY7" fmla="*/ 0 h 1035698"/>
              <a:gd name="connsiteX8" fmla="*/ 2677886 w 3405674"/>
              <a:gd name="connsiteY8" fmla="*/ 1017037 h 1035698"/>
              <a:gd name="connsiteX9" fmla="*/ 3405674 w 3405674"/>
              <a:gd name="connsiteY9" fmla="*/ 1017037 h 1035698"/>
              <a:gd name="connsiteX0" fmla="*/ 0 w 3405674"/>
              <a:gd name="connsiteY0" fmla="*/ 1035698 h 1035698"/>
              <a:gd name="connsiteX1" fmla="*/ 335903 w 3405674"/>
              <a:gd name="connsiteY1" fmla="*/ 1017036 h 1035698"/>
              <a:gd name="connsiteX2" fmla="*/ 317240 w 3405674"/>
              <a:gd name="connsiteY2" fmla="*/ 457200 h 1035698"/>
              <a:gd name="connsiteX3" fmla="*/ 970384 w 3405674"/>
              <a:gd name="connsiteY3" fmla="*/ 37323 h 1035698"/>
              <a:gd name="connsiteX4" fmla="*/ 979714 w 3405674"/>
              <a:gd name="connsiteY4" fmla="*/ 1026368 h 1035698"/>
              <a:gd name="connsiteX5" fmla="*/ 2006082 w 3405674"/>
              <a:gd name="connsiteY5" fmla="*/ 1017037 h 1035698"/>
              <a:gd name="connsiteX6" fmla="*/ 2024743 w 3405674"/>
              <a:gd name="connsiteY6" fmla="*/ 410547 h 1035698"/>
              <a:gd name="connsiteX7" fmla="*/ 2677886 w 3405674"/>
              <a:gd name="connsiteY7" fmla="*/ 0 h 1035698"/>
              <a:gd name="connsiteX8" fmla="*/ 2677886 w 3405674"/>
              <a:gd name="connsiteY8" fmla="*/ 1017037 h 1035698"/>
              <a:gd name="connsiteX9" fmla="*/ 3405674 w 3405674"/>
              <a:gd name="connsiteY9" fmla="*/ 1017037 h 103569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2006082 w 3405674"/>
              <a:gd name="connsiteY5" fmla="*/ 1017037 h 1045028"/>
              <a:gd name="connsiteX6" fmla="*/ 2024743 w 3405674"/>
              <a:gd name="connsiteY6" fmla="*/ 410547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2006082 w 3405674"/>
              <a:gd name="connsiteY5" fmla="*/ 1017037 h 1045028"/>
              <a:gd name="connsiteX6" fmla="*/ 1987420 w 3405674"/>
              <a:gd name="connsiteY6" fmla="*/ 391885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59429 w 3405674"/>
              <a:gd name="connsiteY5" fmla="*/ 1017037 h 1045028"/>
              <a:gd name="connsiteX6" fmla="*/ 1987420 w 3405674"/>
              <a:gd name="connsiteY6" fmla="*/ 391885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1987420 w 3405674"/>
              <a:gd name="connsiteY6" fmla="*/ 391885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1996751 w 3405674"/>
              <a:gd name="connsiteY6" fmla="*/ 466530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998377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17038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677886 w 3405674"/>
              <a:gd name="connsiteY8" fmla="*/ 1045028 h 1073019"/>
              <a:gd name="connsiteX9" fmla="*/ 3405674 w 3405674"/>
              <a:gd name="connsiteY9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677886 w 3405674"/>
              <a:gd name="connsiteY8" fmla="*/ 1045028 h 1073019"/>
              <a:gd name="connsiteX9" fmla="*/ 3405674 w 3405674"/>
              <a:gd name="connsiteY9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3032449 w 3405674"/>
              <a:gd name="connsiteY8" fmla="*/ 634481 h 1073019"/>
              <a:gd name="connsiteX9" fmla="*/ 3405674 w 3405674"/>
              <a:gd name="connsiteY9" fmla="*/ 1045028 h 1073019"/>
              <a:gd name="connsiteX0" fmla="*/ 0 w 3405674"/>
              <a:gd name="connsiteY0" fmla="*/ 1064117 h 1073447"/>
              <a:gd name="connsiteX1" fmla="*/ 298580 w 3405674"/>
              <a:gd name="connsiteY1" fmla="*/ 1073447 h 1073447"/>
              <a:gd name="connsiteX2" fmla="*/ 317240 w 3405674"/>
              <a:gd name="connsiteY2" fmla="*/ 485619 h 1073447"/>
              <a:gd name="connsiteX3" fmla="*/ 970384 w 3405674"/>
              <a:gd name="connsiteY3" fmla="*/ 65742 h 1073447"/>
              <a:gd name="connsiteX4" fmla="*/ 979714 w 3405674"/>
              <a:gd name="connsiteY4" fmla="*/ 1045457 h 1073447"/>
              <a:gd name="connsiteX5" fmla="*/ 1987421 w 3405674"/>
              <a:gd name="connsiteY5" fmla="*/ 1036125 h 1073447"/>
              <a:gd name="connsiteX6" fmla="*/ 2006082 w 3405674"/>
              <a:gd name="connsiteY6" fmla="*/ 466958 h 1073447"/>
              <a:gd name="connsiteX7" fmla="*/ 2491274 w 3405674"/>
              <a:gd name="connsiteY7" fmla="*/ 428 h 1073447"/>
              <a:gd name="connsiteX8" fmla="*/ 2537728 w 3405674"/>
              <a:gd name="connsiteY8" fmla="*/ 596757 h 1073447"/>
              <a:gd name="connsiteX9" fmla="*/ 3032449 w 3405674"/>
              <a:gd name="connsiteY9" fmla="*/ 634909 h 1073447"/>
              <a:gd name="connsiteX10" fmla="*/ 3405674 w 3405674"/>
              <a:gd name="connsiteY10" fmla="*/ 1045456 h 1073447"/>
              <a:gd name="connsiteX0" fmla="*/ 0 w 3405674"/>
              <a:gd name="connsiteY0" fmla="*/ 1064150 h 1073480"/>
              <a:gd name="connsiteX1" fmla="*/ 298580 w 3405674"/>
              <a:gd name="connsiteY1" fmla="*/ 1073480 h 1073480"/>
              <a:gd name="connsiteX2" fmla="*/ 317240 w 3405674"/>
              <a:gd name="connsiteY2" fmla="*/ 485652 h 1073480"/>
              <a:gd name="connsiteX3" fmla="*/ 970384 w 3405674"/>
              <a:gd name="connsiteY3" fmla="*/ 65775 h 1073480"/>
              <a:gd name="connsiteX4" fmla="*/ 979714 w 3405674"/>
              <a:gd name="connsiteY4" fmla="*/ 1045490 h 1073480"/>
              <a:gd name="connsiteX5" fmla="*/ 1987421 w 3405674"/>
              <a:gd name="connsiteY5" fmla="*/ 1036158 h 1073480"/>
              <a:gd name="connsiteX6" fmla="*/ 2006082 w 3405674"/>
              <a:gd name="connsiteY6" fmla="*/ 466991 h 1073480"/>
              <a:gd name="connsiteX7" fmla="*/ 2491274 w 3405674"/>
              <a:gd name="connsiteY7" fmla="*/ 461 h 1073480"/>
              <a:gd name="connsiteX8" fmla="*/ 2537728 w 3405674"/>
              <a:gd name="connsiteY8" fmla="*/ 596790 h 1073480"/>
              <a:gd name="connsiteX9" fmla="*/ 3032449 w 3405674"/>
              <a:gd name="connsiteY9" fmla="*/ 634942 h 1073480"/>
              <a:gd name="connsiteX10" fmla="*/ 3405674 w 3405674"/>
              <a:gd name="connsiteY10" fmla="*/ 1045489 h 1073480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37728 w 3405674"/>
              <a:gd name="connsiteY8" fmla="*/ 596329 h 1073019"/>
              <a:gd name="connsiteX9" fmla="*/ 3032449 w 3405674"/>
              <a:gd name="connsiteY9" fmla="*/ 634481 h 1073019"/>
              <a:gd name="connsiteX10" fmla="*/ 3405674 w 3405674"/>
              <a:gd name="connsiteY10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05659 h 1073019"/>
              <a:gd name="connsiteX9" fmla="*/ 3032449 w 3405674"/>
              <a:gd name="connsiteY9" fmla="*/ 634481 h 1073019"/>
              <a:gd name="connsiteX10" fmla="*/ 3405674 w 3405674"/>
              <a:gd name="connsiteY10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05659 h 1073019"/>
              <a:gd name="connsiteX9" fmla="*/ 3032449 w 3405674"/>
              <a:gd name="connsiteY9" fmla="*/ 634481 h 1073019"/>
              <a:gd name="connsiteX10" fmla="*/ 3405674 w 3405674"/>
              <a:gd name="connsiteY10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05659 h 1073019"/>
              <a:gd name="connsiteX9" fmla="*/ 3032449 w 3405674"/>
              <a:gd name="connsiteY9" fmla="*/ 634481 h 1073019"/>
              <a:gd name="connsiteX10" fmla="*/ 3405674 w 3405674"/>
              <a:gd name="connsiteY10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34481 h 1073019"/>
              <a:gd name="connsiteX10" fmla="*/ 3405674 w 3405674"/>
              <a:gd name="connsiteY10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34481 h 1073019"/>
              <a:gd name="connsiteX10" fmla="*/ 3405674 w 3405674"/>
              <a:gd name="connsiteY10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405674 w 3405674"/>
              <a:gd name="connsiteY10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405674 w 3405674"/>
              <a:gd name="connsiteY10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405674 w 3405674"/>
              <a:gd name="connsiteY10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106895 w 3405674"/>
              <a:gd name="connsiteY10" fmla="*/ 969553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106895 w 3405674"/>
              <a:gd name="connsiteY10" fmla="*/ 978884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088233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088233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088233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088233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050911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050911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050911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32449 w 3405674"/>
              <a:gd name="connsiteY9" fmla="*/ 643811 h 1073019"/>
              <a:gd name="connsiteX10" fmla="*/ 3106895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97763 w 3405674"/>
              <a:gd name="connsiteY9" fmla="*/ 643811 h 1073019"/>
              <a:gd name="connsiteX10" fmla="*/ 3106895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97763 w 3405674"/>
              <a:gd name="connsiteY9" fmla="*/ 643811 h 1073019"/>
              <a:gd name="connsiteX10" fmla="*/ 3106895 w 3405674"/>
              <a:gd name="connsiteY10" fmla="*/ 997545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97763 w 3405674"/>
              <a:gd name="connsiteY9" fmla="*/ 643811 h 1073019"/>
              <a:gd name="connsiteX10" fmla="*/ 3106895 w 3405674"/>
              <a:gd name="connsiteY10" fmla="*/ 1044198 h 1073019"/>
              <a:gd name="connsiteX11" fmla="*/ 3405674 w 3405674"/>
              <a:gd name="connsiteY11" fmla="*/ 1045028 h 1073019"/>
              <a:gd name="connsiteX0" fmla="*/ 0 w 3405674"/>
              <a:gd name="connsiteY0" fmla="*/ 1063689 h 1073019"/>
              <a:gd name="connsiteX1" fmla="*/ 298580 w 3405674"/>
              <a:gd name="connsiteY1" fmla="*/ 1073019 h 1073019"/>
              <a:gd name="connsiteX2" fmla="*/ 317240 w 3405674"/>
              <a:gd name="connsiteY2" fmla="*/ 485191 h 1073019"/>
              <a:gd name="connsiteX3" fmla="*/ 970384 w 3405674"/>
              <a:gd name="connsiteY3" fmla="*/ 65314 h 1073019"/>
              <a:gd name="connsiteX4" fmla="*/ 979714 w 3405674"/>
              <a:gd name="connsiteY4" fmla="*/ 1045029 h 1073019"/>
              <a:gd name="connsiteX5" fmla="*/ 1987421 w 3405674"/>
              <a:gd name="connsiteY5" fmla="*/ 1035697 h 1073019"/>
              <a:gd name="connsiteX6" fmla="*/ 2006082 w 3405674"/>
              <a:gd name="connsiteY6" fmla="*/ 466530 h 1073019"/>
              <a:gd name="connsiteX7" fmla="*/ 2491274 w 3405674"/>
              <a:gd name="connsiteY7" fmla="*/ 0 h 1073019"/>
              <a:gd name="connsiteX8" fmla="*/ 2500406 w 3405674"/>
              <a:gd name="connsiteY8" fmla="*/ 642981 h 1073019"/>
              <a:gd name="connsiteX9" fmla="*/ 3097763 w 3405674"/>
              <a:gd name="connsiteY9" fmla="*/ 643811 h 1073019"/>
              <a:gd name="connsiteX10" fmla="*/ 3106895 w 3405674"/>
              <a:gd name="connsiteY10" fmla="*/ 1044198 h 1073019"/>
              <a:gd name="connsiteX11" fmla="*/ 3405674 w 3405674"/>
              <a:gd name="connsiteY11" fmla="*/ 1045028 h 1073019"/>
              <a:gd name="connsiteX0" fmla="*/ 0 w 3508310"/>
              <a:gd name="connsiteY0" fmla="*/ 1063689 h 1073019"/>
              <a:gd name="connsiteX1" fmla="*/ 298580 w 3508310"/>
              <a:gd name="connsiteY1" fmla="*/ 1073019 h 1073019"/>
              <a:gd name="connsiteX2" fmla="*/ 317240 w 3508310"/>
              <a:gd name="connsiteY2" fmla="*/ 485191 h 1073019"/>
              <a:gd name="connsiteX3" fmla="*/ 970384 w 3508310"/>
              <a:gd name="connsiteY3" fmla="*/ 65314 h 1073019"/>
              <a:gd name="connsiteX4" fmla="*/ 979714 w 3508310"/>
              <a:gd name="connsiteY4" fmla="*/ 1045029 h 1073019"/>
              <a:gd name="connsiteX5" fmla="*/ 1987421 w 3508310"/>
              <a:gd name="connsiteY5" fmla="*/ 1035697 h 1073019"/>
              <a:gd name="connsiteX6" fmla="*/ 2006082 w 3508310"/>
              <a:gd name="connsiteY6" fmla="*/ 466530 h 1073019"/>
              <a:gd name="connsiteX7" fmla="*/ 2491274 w 3508310"/>
              <a:gd name="connsiteY7" fmla="*/ 0 h 1073019"/>
              <a:gd name="connsiteX8" fmla="*/ 2500406 w 3508310"/>
              <a:gd name="connsiteY8" fmla="*/ 642981 h 1073019"/>
              <a:gd name="connsiteX9" fmla="*/ 3097763 w 3508310"/>
              <a:gd name="connsiteY9" fmla="*/ 643811 h 1073019"/>
              <a:gd name="connsiteX10" fmla="*/ 3106895 w 3508310"/>
              <a:gd name="connsiteY10" fmla="*/ 1044198 h 1073019"/>
              <a:gd name="connsiteX11" fmla="*/ 3508310 w 3508310"/>
              <a:gd name="connsiteY11" fmla="*/ 1045028 h 1073019"/>
              <a:gd name="connsiteX0" fmla="*/ 0 w 3536302"/>
              <a:gd name="connsiteY0" fmla="*/ 1063689 h 1073019"/>
              <a:gd name="connsiteX1" fmla="*/ 298580 w 3536302"/>
              <a:gd name="connsiteY1" fmla="*/ 1073019 h 1073019"/>
              <a:gd name="connsiteX2" fmla="*/ 317240 w 3536302"/>
              <a:gd name="connsiteY2" fmla="*/ 485191 h 1073019"/>
              <a:gd name="connsiteX3" fmla="*/ 970384 w 3536302"/>
              <a:gd name="connsiteY3" fmla="*/ 65314 h 1073019"/>
              <a:gd name="connsiteX4" fmla="*/ 979714 w 3536302"/>
              <a:gd name="connsiteY4" fmla="*/ 1045029 h 1073019"/>
              <a:gd name="connsiteX5" fmla="*/ 1987421 w 3536302"/>
              <a:gd name="connsiteY5" fmla="*/ 1035697 h 1073019"/>
              <a:gd name="connsiteX6" fmla="*/ 2006082 w 3536302"/>
              <a:gd name="connsiteY6" fmla="*/ 466530 h 1073019"/>
              <a:gd name="connsiteX7" fmla="*/ 2491274 w 3536302"/>
              <a:gd name="connsiteY7" fmla="*/ 0 h 1073019"/>
              <a:gd name="connsiteX8" fmla="*/ 2500406 w 3536302"/>
              <a:gd name="connsiteY8" fmla="*/ 642981 h 1073019"/>
              <a:gd name="connsiteX9" fmla="*/ 3097763 w 3536302"/>
              <a:gd name="connsiteY9" fmla="*/ 643811 h 1073019"/>
              <a:gd name="connsiteX10" fmla="*/ 3106895 w 3536302"/>
              <a:gd name="connsiteY10" fmla="*/ 1044198 h 1073019"/>
              <a:gd name="connsiteX11" fmla="*/ 3536302 w 3536302"/>
              <a:gd name="connsiteY11" fmla="*/ 1045028 h 1073019"/>
              <a:gd name="connsiteX0" fmla="*/ 0 w 3536302"/>
              <a:gd name="connsiteY0" fmla="*/ 1063689 h 1073019"/>
              <a:gd name="connsiteX1" fmla="*/ 298580 w 3536302"/>
              <a:gd name="connsiteY1" fmla="*/ 1073019 h 1073019"/>
              <a:gd name="connsiteX2" fmla="*/ 317240 w 3536302"/>
              <a:gd name="connsiteY2" fmla="*/ 485191 h 1073019"/>
              <a:gd name="connsiteX3" fmla="*/ 970384 w 3536302"/>
              <a:gd name="connsiteY3" fmla="*/ 65314 h 1073019"/>
              <a:gd name="connsiteX4" fmla="*/ 979714 w 3536302"/>
              <a:gd name="connsiteY4" fmla="*/ 1045029 h 1073019"/>
              <a:gd name="connsiteX5" fmla="*/ 1987421 w 3536302"/>
              <a:gd name="connsiteY5" fmla="*/ 1035697 h 1073019"/>
              <a:gd name="connsiteX6" fmla="*/ 2006082 w 3536302"/>
              <a:gd name="connsiteY6" fmla="*/ 466530 h 1073019"/>
              <a:gd name="connsiteX7" fmla="*/ 2491274 w 3536302"/>
              <a:gd name="connsiteY7" fmla="*/ 0 h 1073019"/>
              <a:gd name="connsiteX8" fmla="*/ 2500406 w 3536302"/>
              <a:gd name="connsiteY8" fmla="*/ 642981 h 1073019"/>
              <a:gd name="connsiteX9" fmla="*/ 3097763 w 3536302"/>
              <a:gd name="connsiteY9" fmla="*/ 643811 h 1073019"/>
              <a:gd name="connsiteX10" fmla="*/ 3106895 w 3536302"/>
              <a:gd name="connsiteY10" fmla="*/ 1044198 h 1073019"/>
              <a:gd name="connsiteX11" fmla="*/ 3536302 w 3536302"/>
              <a:gd name="connsiteY11" fmla="*/ 1045028 h 1073019"/>
              <a:gd name="connsiteX0" fmla="*/ 0 w 3545632"/>
              <a:gd name="connsiteY0" fmla="*/ 1063689 h 1073019"/>
              <a:gd name="connsiteX1" fmla="*/ 298580 w 3545632"/>
              <a:gd name="connsiteY1" fmla="*/ 1073019 h 1073019"/>
              <a:gd name="connsiteX2" fmla="*/ 317240 w 3545632"/>
              <a:gd name="connsiteY2" fmla="*/ 485191 h 1073019"/>
              <a:gd name="connsiteX3" fmla="*/ 970384 w 3545632"/>
              <a:gd name="connsiteY3" fmla="*/ 65314 h 1073019"/>
              <a:gd name="connsiteX4" fmla="*/ 979714 w 3545632"/>
              <a:gd name="connsiteY4" fmla="*/ 1045029 h 1073019"/>
              <a:gd name="connsiteX5" fmla="*/ 1987421 w 3545632"/>
              <a:gd name="connsiteY5" fmla="*/ 1035697 h 1073019"/>
              <a:gd name="connsiteX6" fmla="*/ 2006082 w 3545632"/>
              <a:gd name="connsiteY6" fmla="*/ 466530 h 1073019"/>
              <a:gd name="connsiteX7" fmla="*/ 2491274 w 3545632"/>
              <a:gd name="connsiteY7" fmla="*/ 0 h 1073019"/>
              <a:gd name="connsiteX8" fmla="*/ 2500406 w 3545632"/>
              <a:gd name="connsiteY8" fmla="*/ 642981 h 1073019"/>
              <a:gd name="connsiteX9" fmla="*/ 3097763 w 3545632"/>
              <a:gd name="connsiteY9" fmla="*/ 643811 h 1073019"/>
              <a:gd name="connsiteX10" fmla="*/ 3106895 w 3545632"/>
              <a:gd name="connsiteY10" fmla="*/ 1044198 h 1073019"/>
              <a:gd name="connsiteX11" fmla="*/ 3545632 w 3545632"/>
              <a:gd name="connsiteY11" fmla="*/ 1054359 h 1073019"/>
              <a:gd name="connsiteX0" fmla="*/ 0 w 3545632"/>
              <a:gd name="connsiteY0" fmla="*/ 1063689 h 1073019"/>
              <a:gd name="connsiteX1" fmla="*/ 298580 w 3545632"/>
              <a:gd name="connsiteY1" fmla="*/ 1073019 h 1073019"/>
              <a:gd name="connsiteX2" fmla="*/ 317240 w 3545632"/>
              <a:gd name="connsiteY2" fmla="*/ 485191 h 1073019"/>
              <a:gd name="connsiteX3" fmla="*/ 970384 w 3545632"/>
              <a:gd name="connsiteY3" fmla="*/ 65314 h 1073019"/>
              <a:gd name="connsiteX4" fmla="*/ 979714 w 3545632"/>
              <a:gd name="connsiteY4" fmla="*/ 1045029 h 1073019"/>
              <a:gd name="connsiteX5" fmla="*/ 1987421 w 3545632"/>
              <a:gd name="connsiteY5" fmla="*/ 1035697 h 1073019"/>
              <a:gd name="connsiteX6" fmla="*/ 2006082 w 3545632"/>
              <a:gd name="connsiteY6" fmla="*/ 466530 h 1073019"/>
              <a:gd name="connsiteX7" fmla="*/ 2491274 w 3545632"/>
              <a:gd name="connsiteY7" fmla="*/ 0 h 1073019"/>
              <a:gd name="connsiteX8" fmla="*/ 2500406 w 3545632"/>
              <a:gd name="connsiteY8" fmla="*/ 642981 h 1073019"/>
              <a:gd name="connsiteX9" fmla="*/ 3097763 w 3545632"/>
              <a:gd name="connsiteY9" fmla="*/ 643811 h 1073019"/>
              <a:gd name="connsiteX10" fmla="*/ 3106895 w 3545632"/>
              <a:gd name="connsiteY10" fmla="*/ 1044198 h 1073019"/>
              <a:gd name="connsiteX11" fmla="*/ 3545632 w 3545632"/>
              <a:gd name="connsiteY11" fmla="*/ 1054359 h 1073019"/>
              <a:gd name="connsiteX0" fmla="*/ 0 w 3545632"/>
              <a:gd name="connsiteY0" fmla="*/ 1063689 h 1073019"/>
              <a:gd name="connsiteX1" fmla="*/ 298580 w 3545632"/>
              <a:gd name="connsiteY1" fmla="*/ 1073019 h 1073019"/>
              <a:gd name="connsiteX2" fmla="*/ 317240 w 3545632"/>
              <a:gd name="connsiteY2" fmla="*/ 485191 h 1073019"/>
              <a:gd name="connsiteX3" fmla="*/ 970384 w 3545632"/>
              <a:gd name="connsiteY3" fmla="*/ 65314 h 1073019"/>
              <a:gd name="connsiteX4" fmla="*/ 979714 w 3545632"/>
              <a:gd name="connsiteY4" fmla="*/ 1045029 h 1073019"/>
              <a:gd name="connsiteX5" fmla="*/ 1987421 w 3545632"/>
              <a:gd name="connsiteY5" fmla="*/ 1035697 h 1073019"/>
              <a:gd name="connsiteX6" fmla="*/ 2006082 w 3545632"/>
              <a:gd name="connsiteY6" fmla="*/ 466530 h 1073019"/>
              <a:gd name="connsiteX7" fmla="*/ 2491274 w 3545632"/>
              <a:gd name="connsiteY7" fmla="*/ 0 h 1073019"/>
              <a:gd name="connsiteX8" fmla="*/ 2500406 w 3545632"/>
              <a:gd name="connsiteY8" fmla="*/ 642981 h 1073019"/>
              <a:gd name="connsiteX9" fmla="*/ 3097763 w 3545632"/>
              <a:gd name="connsiteY9" fmla="*/ 643811 h 1073019"/>
              <a:gd name="connsiteX10" fmla="*/ 3106895 w 3545632"/>
              <a:gd name="connsiteY10" fmla="*/ 1044198 h 1073019"/>
              <a:gd name="connsiteX11" fmla="*/ 3545632 w 3545632"/>
              <a:gd name="connsiteY11" fmla="*/ 1026367 h 1073019"/>
              <a:gd name="connsiteX0" fmla="*/ 0 w 3545632"/>
              <a:gd name="connsiteY0" fmla="*/ 1063689 h 1073019"/>
              <a:gd name="connsiteX1" fmla="*/ 298580 w 3545632"/>
              <a:gd name="connsiteY1" fmla="*/ 1073019 h 1073019"/>
              <a:gd name="connsiteX2" fmla="*/ 317240 w 3545632"/>
              <a:gd name="connsiteY2" fmla="*/ 485191 h 1073019"/>
              <a:gd name="connsiteX3" fmla="*/ 970384 w 3545632"/>
              <a:gd name="connsiteY3" fmla="*/ 65314 h 1073019"/>
              <a:gd name="connsiteX4" fmla="*/ 979714 w 3545632"/>
              <a:gd name="connsiteY4" fmla="*/ 1045029 h 1073019"/>
              <a:gd name="connsiteX5" fmla="*/ 1987421 w 3545632"/>
              <a:gd name="connsiteY5" fmla="*/ 1035697 h 1073019"/>
              <a:gd name="connsiteX6" fmla="*/ 2006082 w 3545632"/>
              <a:gd name="connsiteY6" fmla="*/ 466530 h 1073019"/>
              <a:gd name="connsiteX7" fmla="*/ 2491274 w 3545632"/>
              <a:gd name="connsiteY7" fmla="*/ 0 h 1073019"/>
              <a:gd name="connsiteX8" fmla="*/ 2500406 w 3545632"/>
              <a:gd name="connsiteY8" fmla="*/ 642981 h 1073019"/>
              <a:gd name="connsiteX9" fmla="*/ 3097763 w 3545632"/>
              <a:gd name="connsiteY9" fmla="*/ 643811 h 1073019"/>
              <a:gd name="connsiteX10" fmla="*/ 3106895 w 3545632"/>
              <a:gd name="connsiteY10" fmla="*/ 1044198 h 1073019"/>
              <a:gd name="connsiteX11" fmla="*/ 3545632 w 3545632"/>
              <a:gd name="connsiteY11" fmla="*/ 1054359 h 1073019"/>
              <a:gd name="connsiteX0" fmla="*/ 0 w 3545632"/>
              <a:gd name="connsiteY0" fmla="*/ 1063689 h 1073019"/>
              <a:gd name="connsiteX1" fmla="*/ 298580 w 3545632"/>
              <a:gd name="connsiteY1" fmla="*/ 1073019 h 1073019"/>
              <a:gd name="connsiteX2" fmla="*/ 317240 w 3545632"/>
              <a:gd name="connsiteY2" fmla="*/ 485191 h 1073019"/>
              <a:gd name="connsiteX3" fmla="*/ 970384 w 3545632"/>
              <a:gd name="connsiteY3" fmla="*/ 65314 h 1073019"/>
              <a:gd name="connsiteX4" fmla="*/ 979714 w 3545632"/>
              <a:gd name="connsiteY4" fmla="*/ 1045029 h 1073019"/>
              <a:gd name="connsiteX5" fmla="*/ 1987421 w 3545632"/>
              <a:gd name="connsiteY5" fmla="*/ 1035697 h 1073019"/>
              <a:gd name="connsiteX6" fmla="*/ 2006082 w 3545632"/>
              <a:gd name="connsiteY6" fmla="*/ 466530 h 1073019"/>
              <a:gd name="connsiteX7" fmla="*/ 2491274 w 3545632"/>
              <a:gd name="connsiteY7" fmla="*/ 0 h 1073019"/>
              <a:gd name="connsiteX8" fmla="*/ 2500406 w 3545632"/>
              <a:gd name="connsiteY8" fmla="*/ 642981 h 1073019"/>
              <a:gd name="connsiteX9" fmla="*/ 3097763 w 3545632"/>
              <a:gd name="connsiteY9" fmla="*/ 643811 h 1073019"/>
              <a:gd name="connsiteX10" fmla="*/ 3106895 w 3545632"/>
              <a:gd name="connsiteY10" fmla="*/ 1044198 h 1073019"/>
              <a:gd name="connsiteX11" fmla="*/ 3545632 w 3545632"/>
              <a:gd name="connsiteY11" fmla="*/ 1044834 h 1073019"/>
              <a:gd name="connsiteX0" fmla="*/ 0 w 3545632"/>
              <a:gd name="connsiteY0" fmla="*/ 1063689 h 1073019"/>
              <a:gd name="connsiteX1" fmla="*/ 298580 w 3545632"/>
              <a:gd name="connsiteY1" fmla="*/ 1073019 h 1073019"/>
              <a:gd name="connsiteX2" fmla="*/ 317240 w 3545632"/>
              <a:gd name="connsiteY2" fmla="*/ 485191 h 1073019"/>
              <a:gd name="connsiteX3" fmla="*/ 970384 w 3545632"/>
              <a:gd name="connsiteY3" fmla="*/ 65314 h 1073019"/>
              <a:gd name="connsiteX4" fmla="*/ 979714 w 3545632"/>
              <a:gd name="connsiteY4" fmla="*/ 1045029 h 1073019"/>
              <a:gd name="connsiteX5" fmla="*/ 1987421 w 3545632"/>
              <a:gd name="connsiteY5" fmla="*/ 1035697 h 1073019"/>
              <a:gd name="connsiteX6" fmla="*/ 2006082 w 3545632"/>
              <a:gd name="connsiteY6" fmla="*/ 466530 h 1073019"/>
              <a:gd name="connsiteX7" fmla="*/ 2491274 w 3545632"/>
              <a:gd name="connsiteY7" fmla="*/ 0 h 1073019"/>
              <a:gd name="connsiteX8" fmla="*/ 2500406 w 3545632"/>
              <a:gd name="connsiteY8" fmla="*/ 642981 h 1073019"/>
              <a:gd name="connsiteX9" fmla="*/ 3097763 w 3545632"/>
              <a:gd name="connsiteY9" fmla="*/ 643811 h 1073019"/>
              <a:gd name="connsiteX10" fmla="*/ 3106895 w 3545632"/>
              <a:gd name="connsiteY10" fmla="*/ 1044198 h 1073019"/>
              <a:gd name="connsiteX11" fmla="*/ 3545632 w 3545632"/>
              <a:gd name="connsiteY11" fmla="*/ 1044834 h 1073019"/>
              <a:gd name="connsiteX0" fmla="*/ 0 w 3545632"/>
              <a:gd name="connsiteY0" fmla="*/ 1063689 h 1073019"/>
              <a:gd name="connsiteX1" fmla="*/ 298580 w 3545632"/>
              <a:gd name="connsiteY1" fmla="*/ 1073019 h 1073019"/>
              <a:gd name="connsiteX2" fmla="*/ 317240 w 3545632"/>
              <a:gd name="connsiteY2" fmla="*/ 485191 h 1073019"/>
              <a:gd name="connsiteX3" fmla="*/ 970384 w 3545632"/>
              <a:gd name="connsiteY3" fmla="*/ 65314 h 1073019"/>
              <a:gd name="connsiteX4" fmla="*/ 979714 w 3545632"/>
              <a:gd name="connsiteY4" fmla="*/ 1045029 h 1073019"/>
              <a:gd name="connsiteX5" fmla="*/ 1987421 w 3545632"/>
              <a:gd name="connsiteY5" fmla="*/ 1035697 h 1073019"/>
              <a:gd name="connsiteX6" fmla="*/ 2006082 w 3545632"/>
              <a:gd name="connsiteY6" fmla="*/ 466530 h 1073019"/>
              <a:gd name="connsiteX7" fmla="*/ 2491274 w 3545632"/>
              <a:gd name="connsiteY7" fmla="*/ 0 h 1073019"/>
              <a:gd name="connsiteX8" fmla="*/ 2500406 w 3545632"/>
              <a:gd name="connsiteY8" fmla="*/ 642981 h 1073019"/>
              <a:gd name="connsiteX9" fmla="*/ 3097763 w 3545632"/>
              <a:gd name="connsiteY9" fmla="*/ 643811 h 1073019"/>
              <a:gd name="connsiteX10" fmla="*/ 3106895 w 3545632"/>
              <a:gd name="connsiteY10" fmla="*/ 1044198 h 1073019"/>
              <a:gd name="connsiteX11" fmla="*/ 3545632 w 3545632"/>
              <a:gd name="connsiteY11" fmla="*/ 104483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2006082 w 3548807"/>
              <a:gd name="connsiteY6" fmla="*/ 466530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2006082 w 3548807"/>
              <a:gd name="connsiteY6" fmla="*/ 466530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2006082 w 3548807"/>
              <a:gd name="connsiteY6" fmla="*/ 466530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2006082 w 3548807"/>
              <a:gd name="connsiteY6" fmla="*/ 466530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2006082 w 3548807"/>
              <a:gd name="connsiteY6" fmla="*/ 466530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6 w 3548807"/>
              <a:gd name="connsiteY8" fmla="*/ 642981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9737 w 3548807"/>
              <a:gd name="connsiteY8" fmla="*/ 465699 h 1073019"/>
              <a:gd name="connsiteX9" fmla="*/ 3097763 w 3548807"/>
              <a:gd name="connsiteY9" fmla="*/ 643811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9737 w 3548807"/>
              <a:gd name="connsiteY8" fmla="*/ 465699 h 1073019"/>
              <a:gd name="connsiteX9" fmla="*/ 3107094 w 3548807"/>
              <a:gd name="connsiteY9" fmla="*/ 457198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9737 w 3548807"/>
              <a:gd name="connsiteY8" fmla="*/ 437707 h 1073019"/>
              <a:gd name="connsiteX9" fmla="*/ 3107094 w 3548807"/>
              <a:gd name="connsiteY9" fmla="*/ 457198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9737 w 3548807"/>
              <a:gd name="connsiteY8" fmla="*/ 437707 h 1073019"/>
              <a:gd name="connsiteX9" fmla="*/ 3097763 w 3548807"/>
              <a:gd name="connsiteY9" fmla="*/ 410545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9737 w 3548807"/>
              <a:gd name="connsiteY8" fmla="*/ 437707 h 1073019"/>
              <a:gd name="connsiteX9" fmla="*/ 3097763 w 3548807"/>
              <a:gd name="connsiteY9" fmla="*/ 410545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9737 w 3548807"/>
              <a:gd name="connsiteY8" fmla="*/ 437707 h 1073019"/>
              <a:gd name="connsiteX9" fmla="*/ 3097763 w 3548807"/>
              <a:gd name="connsiteY9" fmla="*/ 447868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9737 w 3548807"/>
              <a:gd name="connsiteY8" fmla="*/ 437707 h 1073019"/>
              <a:gd name="connsiteX9" fmla="*/ 3097763 w 3548807"/>
              <a:gd name="connsiteY9" fmla="*/ 447868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9737 w 3548807"/>
              <a:gd name="connsiteY8" fmla="*/ 437707 h 1073019"/>
              <a:gd name="connsiteX9" fmla="*/ 3097763 w 3548807"/>
              <a:gd name="connsiteY9" fmla="*/ 429207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9737 w 3548807"/>
              <a:gd name="connsiteY8" fmla="*/ 437707 h 1073019"/>
              <a:gd name="connsiteX9" fmla="*/ 3097763 w 3548807"/>
              <a:gd name="connsiteY9" fmla="*/ 429207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9737 w 3548807"/>
              <a:gd name="connsiteY8" fmla="*/ 437707 h 1073019"/>
              <a:gd name="connsiteX9" fmla="*/ 3097763 w 3548807"/>
              <a:gd name="connsiteY9" fmla="*/ 429207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7 w 3548807"/>
              <a:gd name="connsiteY8" fmla="*/ 400385 h 1073019"/>
              <a:gd name="connsiteX9" fmla="*/ 3097763 w 3548807"/>
              <a:gd name="connsiteY9" fmla="*/ 429207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7 w 3548807"/>
              <a:gd name="connsiteY8" fmla="*/ 400385 h 1073019"/>
              <a:gd name="connsiteX9" fmla="*/ 3097763 w 3548807"/>
              <a:gd name="connsiteY9" fmla="*/ 382554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7 w 3548807"/>
              <a:gd name="connsiteY8" fmla="*/ 363062 h 1073019"/>
              <a:gd name="connsiteX9" fmla="*/ 3097763 w 3548807"/>
              <a:gd name="connsiteY9" fmla="*/ 382554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7 w 3548807"/>
              <a:gd name="connsiteY8" fmla="*/ 409715 h 1073019"/>
              <a:gd name="connsiteX9" fmla="*/ 3097763 w 3548807"/>
              <a:gd name="connsiteY9" fmla="*/ 382554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7 w 3548807"/>
              <a:gd name="connsiteY8" fmla="*/ 372393 h 1073019"/>
              <a:gd name="connsiteX9" fmla="*/ 3097763 w 3548807"/>
              <a:gd name="connsiteY9" fmla="*/ 382554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7 w 3548807"/>
              <a:gd name="connsiteY8" fmla="*/ 409715 h 1073019"/>
              <a:gd name="connsiteX9" fmla="*/ 3097763 w 3548807"/>
              <a:gd name="connsiteY9" fmla="*/ 382554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  <a:gd name="connsiteX0" fmla="*/ 0 w 3548807"/>
              <a:gd name="connsiteY0" fmla="*/ 1063689 h 1073019"/>
              <a:gd name="connsiteX1" fmla="*/ 298580 w 3548807"/>
              <a:gd name="connsiteY1" fmla="*/ 1073019 h 1073019"/>
              <a:gd name="connsiteX2" fmla="*/ 317240 w 3548807"/>
              <a:gd name="connsiteY2" fmla="*/ 485191 h 1073019"/>
              <a:gd name="connsiteX3" fmla="*/ 970384 w 3548807"/>
              <a:gd name="connsiteY3" fmla="*/ 65314 h 1073019"/>
              <a:gd name="connsiteX4" fmla="*/ 979714 w 3548807"/>
              <a:gd name="connsiteY4" fmla="*/ 1045029 h 1073019"/>
              <a:gd name="connsiteX5" fmla="*/ 1987421 w 3548807"/>
              <a:gd name="connsiteY5" fmla="*/ 1035697 h 1073019"/>
              <a:gd name="connsiteX6" fmla="*/ 1991795 w 3548807"/>
              <a:gd name="connsiteY6" fmla="*/ 471293 h 1073019"/>
              <a:gd name="connsiteX7" fmla="*/ 2491274 w 3548807"/>
              <a:gd name="connsiteY7" fmla="*/ 0 h 1073019"/>
              <a:gd name="connsiteX8" fmla="*/ 2500407 w 3548807"/>
              <a:gd name="connsiteY8" fmla="*/ 381723 h 1073019"/>
              <a:gd name="connsiteX9" fmla="*/ 3097763 w 3548807"/>
              <a:gd name="connsiteY9" fmla="*/ 382554 h 1073019"/>
              <a:gd name="connsiteX10" fmla="*/ 3106895 w 3548807"/>
              <a:gd name="connsiteY10" fmla="*/ 1044198 h 1073019"/>
              <a:gd name="connsiteX11" fmla="*/ 3548807 w 3548807"/>
              <a:gd name="connsiteY11" fmla="*/ 1038484 h 1073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48807" h="1073019">
                <a:moveTo>
                  <a:pt x="0" y="1063689"/>
                </a:moveTo>
                <a:lnTo>
                  <a:pt x="298580" y="1073019"/>
                </a:lnTo>
                <a:lnTo>
                  <a:pt x="317240" y="485191"/>
                </a:lnTo>
                <a:lnTo>
                  <a:pt x="970384" y="65314"/>
                </a:lnTo>
                <a:lnTo>
                  <a:pt x="979714" y="1045029"/>
                </a:lnTo>
                <a:lnTo>
                  <a:pt x="1987421" y="1035697"/>
                </a:lnTo>
                <a:cubicBezTo>
                  <a:pt x="1987421" y="830423"/>
                  <a:pt x="1991796" y="690854"/>
                  <a:pt x="1991795" y="471293"/>
                </a:cubicBezTo>
                <a:lnTo>
                  <a:pt x="2491274" y="0"/>
                </a:lnTo>
                <a:cubicBezTo>
                  <a:pt x="2493865" y="314090"/>
                  <a:pt x="2489229" y="186266"/>
                  <a:pt x="2500407" y="381723"/>
                </a:cubicBezTo>
                <a:lnTo>
                  <a:pt x="3097763" y="382554"/>
                </a:lnTo>
                <a:cubicBezTo>
                  <a:pt x="3098929" y="553745"/>
                  <a:pt x="3100674" y="865362"/>
                  <a:pt x="3106895" y="1044198"/>
                </a:cubicBezTo>
                <a:cubicBezTo>
                  <a:pt x="3290397" y="1036424"/>
                  <a:pt x="3380823" y="1043205"/>
                  <a:pt x="3548807" y="1038484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4FC03D2-3089-C24D-A870-B954075E406A}"/>
              </a:ext>
            </a:extLst>
          </p:cNvPr>
          <p:cNvCxnSpPr>
            <a:cxnSpLocks/>
          </p:cNvCxnSpPr>
          <p:nvPr/>
        </p:nvCxnSpPr>
        <p:spPr>
          <a:xfrm>
            <a:off x="7004181" y="1959321"/>
            <a:ext cx="0" cy="1083836"/>
          </a:xfrm>
          <a:prstGeom prst="straightConnector1">
            <a:avLst/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ase 1 - Q1">
            <a:extLst>
              <a:ext uri="{FF2B5EF4-FFF2-40B4-BE49-F238E27FC236}">
                <a16:creationId xmlns:a16="http://schemas.microsoft.com/office/drawing/2014/main" id="{1683BA47-2BB7-FE42-9647-FA3F6B16229E}"/>
              </a:ext>
            </a:extLst>
          </p:cNvPr>
          <p:cNvSpPr/>
          <p:nvPr/>
        </p:nvSpPr>
        <p:spPr>
          <a:xfrm>
            <a:off x="6447418" y="1600135"/>
            <a:ext cx="952102" cy="32983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↑ΔP &gt; 10</a:t>
            </a:r>
            <a:endParaRPr lang="en-US" sz="1400" b="1" dirty="0">
              <a:solidFill>
                <a:schemeClr val="bg1"/>
              </a:solidFill>
            </a:endParaRP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61DE3E1-4485-C04B-91C3-120B1056EFEA}"/>
              </a:ext>
            </a:extLst>
          </p:cNvPr>
          <p:cNvCxnSpPr>
            <a:cxnSpLocks/>
          </p:cNvCxnSpPr>
          <p:nvPr/>
        </p:nvCxnSpPr>
        <p:spPr>
          <a:xfrm>
            <a:off x="8255821" y="1959321"/>
            <a:ext cx="0" cy="668819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se 1 - Q1">
            <a:extLst>
              <a:ext uri="{FF2B5EF4-FFF2-40B4-BE49-F238E27FC236}">
                <a16:creationId xmlns:a16="http://schemas.microsoft.com/office/drawing/2014/main" id="{D1764613-19F9-0542-9603-733D2131BA62}"/>
              </a:ext>
            </a:extLst>
          </p:cNvPr>
          <p:cNvSpPr/>
          <p:nvPr/>
        </p:nvSpPr>
        <p:spPr>
          <a:xfrm>
            <a:off x="6878258" y="2180061"/>
            <a:ext cx="1302754" cy="283466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Peak – Plat &gt; 3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A6AF84B-1B26-D047-AA31-0F5C7591E1F0}"/>
              </a:ext>
            </a:extLst>
          </p:cNvPr>
          <p:cNvCxnSpPr>
            <a:cxnSpLocks/>
          </p:cNvCxnSpPr>
          <p:nvPr/>
        </p:nvCxnSpPr>
        <p:spPr>
          <a:xfrm flipH="1">
            <a:off x="8335474" y="2265751"/>
            <a:ext cx="624224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F2CED86-2916-A14B-8346-323D948630AF}"/>
              </a:ext>
            </a:extLst>
          </p:cNvPr>
          <p:cNvSpPr txBox="1"/>
          <p:nvPr/>
        </p:nvSpPr>
        <p:spPr>
          <a:xfrm>
            <a:off x="8148185" y="1633276"/>
            <a:ext cx="1006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Inspiratory Hold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11A7F51-A546-4BC6-B88B-AFBADA1B98A8}"/>
              </a:ext>
            </a:extLst>
          </p:cNvPr>
          <p:cNvSpPr txBox="1"/>
          <p:nvPr/>
        </p:nvSpPr>
        <p:spPr>
          <a:xfrm>
            <a:off x="9154552" y="2224312"/>
            <a:ext cx="73796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P</a:t>
            </a:r>
            <a:r>
              <a:rPr lang="en-US" sz="1400" baseline="-25000" dirty="0" err="1"/>
              <a:t>plateau</a:t>
            </a:r>
            <a:endParaRPr lang="en-US" sz="1400" dirty="0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6B132DB-9610-4359-BCA9-5E20ECDA3B01}"/>
              </a:ext>
            </a:extLst>
          </p:cNvPr>
          <p:cNvCxnSpPr>
            <a:cxnSpLocks/>
          </p:cNvCxnSpPr>
          <p:nvPr/>
        </p:nvCxnSpPr>
        <p:spPr>
          <a:xfrm flipH="1">
            <a:off x="8967749" y="2370676"/>
            <a:ext cx="2341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question 1">
            <a:hlinkClick r:id="rId6" action="ppaction://hlinksldjump"/>
            <a:extLst>
              <a:ext uri="{FF2B5EF4-FFF2-40B4-BE49-F238E27FC236}">
                <a16:creationId xmlns:a16="http://schemas.microsoft.com/office/drawing/2014/main" id="{A85AE05B-AC2C-469E-8F0D-7A02F8C37F81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</a:t>
            </a:r>
          </a:p>
        </p:txBody>
      </p:sp>
      <p:sp>
        <p:nvSpPr>
          <p:cNvPr id="95" name="Question 2">
            <a:hlinkClick r:id="rId7" action="ppaction://hlinksldjump"/>
            <a:extLst>
              <a:ext uri="{FF2B5EF4-FFF2-40B4-BE49-F238E27FC236}">
                <a16:creationId xmlns:a16="http://schemas.microsoft.com/office/drawing/2014/main" id="{43CAEA62-E3C3-4CB5-8852-212449AD0EEF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</a:t>
            </a:r>
            <a:r>
              <a:rPr lang="en-US" baseline="-25000" dirty="0">
                <a:solidFill>
                  <a:sysClr val="windowText" lastClr="000000"/>
                </a:solidFill>
              </a:rPr>
              <a:t>2</a:t>
            </a:r>
            <a:r>
              <a:rPr lang="en-US" dirty="0">
                <a:solidFill>
                  <a:sysClr val="windowText" lastClr="000000"/>
                </a:solidFill>
              </a:rPr>
              <a:t xml:space="preserve"> support</a:t>
            </a:r>
          </a:p>
        </p:txBody>
      </p:sp>
      <p:sp>
        <p:nvSpPr>
          <p:cNvPr id="112" name="question 4">
            <a:hlinkClick r:id="rId8" action="ppaction://hlinksldjump"/>
            <a:extLst>
              <a:ext uri="{FF2B5EF4-FFF2-40B4-BE49-F238E27FC236}">
                <a16:creationId xmlns:a16="http://schemas.microsoft.com/office/drawing/2014/main" id="{6CDE07AE-61F5-450E-940B-DF03228FF492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Ventilation</a:t>
            </a:r>
          </a:p>
        </p:txBody>
      </p:sp>
      <p:pic>
        <p:nvPicPr>
          <p:cNvPr id="113" name="Graphic 112" descr="Cursor with solid fill">
            <a:extLst>
              <a:ext uri="{FF2B5EF4-FFF2-40B4-BE49-F238E27FC236}">
                <a16:creationId xmlns:a16="http://schemas.microsoft.com/office/drawing/2014/main" id="{22FAC38D-4107-4E73-992C-B55CECFEF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596" y="945241"/>
            <a:ext cx="301752" cy="301752"/>
          </a:xfrm>
          <a:prstGeom prst="rect">
            <a:avLst/>
          </a:prstGeom>
        </p:spPr>
      </p:pic>
      <p:pic>
        <p:nvPicPr>
          <p:cNvPr id="121" name="Graphic 120" descr="Cursor with solid fill">
            <a:extLst>
              <a:ext uri="{FF2B5EF4-FFF2-40B4-BE49-F238E27FC236}">
                <a16:creationId xmlns:a16="http://schemas.microsoft.com/office/drawing/2014/main" id="{AF59CB19-1BB4-4DE2-BF29-075652D6C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596" y="1540247"/>
            <a:ext cx="301752" cy="301752"/>
          </a:xfrm>
          <a:prstGeom prst="rect">
            <a:avLst/>
          </a:prstGeom>
        </p:spPr>
      </p:pic>
      <p:pic>
        <p:nvPicPr>
          <p:cNvPr id="123" name="Graphic 122" descr="Cursor with solid fill">
            <a:extLst>
              <a:ext uri="{FF2B5EF4-FFF2-40B4-BE49-F238E27FC236}">
                <a16:creationId xmlns:a16="http://schemas.microsoft.com/office/drawing/2014/main" id="{FBE2A5B6-FA3A-4DEF-A331-8159FDC16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596" y="2088760"/>
            <a:ext cx="301752" cy="301752"/>
          </a:xfrm>
          <a:prstGeom prst="rect">
            <a:avLst/>
          </a:prstGeom>
        </p:spPr>
      </p:pic>
      <p:sp>
        <p:nvSpPr>
          <p:cNvPr id="124" name="question 4">
            <a:hlinkClick r:id="rId9" action="ppaction://hlinksldjump"/>
            <a:extLst>
              <a:ext uri="{FF2B5EF4-FFF2-40B4-BE49-F238E27FC236}">
                <a16:creationId xmlns:a16="http://schemas.microsoft.com/office/drawing/2014/main" id="{0383A6BF-EF82-4BCE-99B1-78CF3439DABC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125" name="Graphic 124" descr="Cursor with solid fill">
            <a:extLst>
              <a:ext uri="{FF2B5EF4-FFF2-40B4-BE49-F238E27FC236}">
                <a16:creationId xmlns:a16="http://schemas.microsoft.com/office/drawing/2014/main" id="{B01F6525-DA81-4AE8-BDD4-D59A5789C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sp>
        <p:nvSpPr>
          <p:cNvPr id="126" name="question 3">
            <a:hlinkClick r:id="rId10" action="ppaction://hlinksldjump"/>
            <a:extLst>
              <a:ext uri="{FF2B5EF4-FFF2-40B4-BE49-F238E27FC236}">
                <a16:creationId xmlns:a16="http://schemas.microsoft.com/office/drawing/2014/main" id="{090C62B2-9FAF-45A0-B77A-41CC192757C3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Mechanics</a:t>
            </a:r>
          </a:p>
        </p:txBody>
      </p:sp>
      <p:sp>
        <p:nvSpPr>
          <p:cNvPr id="127" name="question 1">
            <a:hlinkClick r:id="rId11" action="ppaction://hlinksldjump"/>
            <a:extLst>
              <a:ext uri="{FF2B5EF4-FFF2-40B4-BE49-F238E27FC236}">
                <a16:creationId xmlns:a16="http://schemas.microsoft.com/office/drawing/2014/main" id="{3F78B385-F274-4992-BB62-83A7F10F12CD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Orientation</a:t>
            </a:r>
          </a:p>
        </p:txBody>
      </p:sp>
      <p:pic>
        <p:nvPicPr>
          <p:cNvPr id="128" name="Graphic 127" descr="Cursor with solid fill">
            <a:extLst>
              <a:ext uri="{FF2B5EF4-FFF2-40B4-BE49-F238E27FC236}">
                <a16:creationId xmlns:a16="http://schemas.microsoft.com/office/drawing/2014/main" id="{AE527F1F-D73F-4347-A7A0-1C2C00045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596" y="422343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36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</p:childTnLst>
        </p:cTn>
      </p:par>
    </p:tnLst>
    <p:bldLst>
      <p:bldP spid="100" grpId="0"/>
      <p:bldP spid="105" grpId="0" animBg="1"/>
      <p:bldP spid="117" grpId="0" animBg="1"/>
      <p:bldP spid="129" grpId="0" animBg="1"/>
      <p:bldP spid="88" grpId="0"/>
      <p:bldP spid="89" grpId="0"/>
      <p:bldP spid="96" grpId="0" animBg="1"/>
      <p:bldP spid="115" grpId="0" animBg="1"/>
      <p:bldP spid="106" grpId="0" animBg="1"/>
      <p:bldP spid="106" grpId="1" animBg="1"/>
      <p:bldP spid="1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What is the actual RR?">
            <a:extLst>
              <a:ext uri="{FF2B5EF4-FFF2-40B4-BE49-F238E27FC236}">
                <a16:creationId xmlns:a16="http://schemas.microsoft.com/office/drawing/2014/main" id="{EF583373-67B0-4E04-9213-F520141277BE}"/>
              </a:ext>
            </a:extLst>
          </p:cNvPr>
          <p:cNvSpPr/>
          <p:nvPr/>
        </p:nvSpPr>
        <p:spPr>
          <a:xfrm>
            <a:off x="2027076" y="4242128"/>
            <a:ext cx="2468880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is the actual RR?</a:t>
            </a:r>
          </a:p>
        </p:txBody>
      </p:sp>
      <p:sp>
        <p:nvSpPr>
          <p:cNvPr id="147" name="How much O2 support?">
            <a:extLst>
              <a:ext uri="{FF2B5EF4-FFF2-40B4-BE49-F238E27FC236}">
                <a16:creationId xmlns:a16="http://schemas.microsoft.com/office/drawing/2014/main" id="{0674D2D1-5ED9-4DC3-BF6B-3EF4A582109F}"/>
              </a:ext>
            </a:extLst>
          </p:cNvPr>
          <p:cNvSpPr/>
          <p:nvPr/>
        </p:nvSpPr>
        <p:spPr>
          <a:xfrm>
            <a:off x="2027076" y="5169483"/>
            <a:ext cx="2468880" cy="59541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How much O</a:t>
            </a:r>
            <a:r>
              <a:rPr lang="en-US" sz="1600" baseline="-25000" dirty="0">
                <a:solidFill>
                  <a:sysClr val="windowText" lastClr="000000"/>
                </a:solidFill>
              </a:rPr>
              <a:t>2</a:t>
            </a:r>
            <a:r>
              <a:rPr lang="en-US" sz="1600" dirty="0">
                <a:solidFill>
                  <a:sysClr val="windowText" lastClr="000000"/>
                </a:solidFill>
              </a:rPr>
              <a:t xml:space="preserve"> support is the patient on?</a:t>
            </a:r>
          </a:p>
        </p:txBody>
      </p:sp>
      <p:sp>
        <p:nvSpPr>
          <p:cNvPr id="148" name="What are key outputs?">
            <a:extLst>
              <a:ext uri="{FF2B5EF4-FFF2-40B4-BE49-F238E27FC236}">
                <a16:creationId xmlns:a16="http://schemas.microsoft.com/office/drawing/2014/main" id="{5CFEA2B5-D604-41E2-AB96-3CB1CF4BCB98}"/>
              </a:ext>
            </a:extLst>
          </p:cNvPr>
          <p:cNvSpPr/>
          <p:nvPr/>
        </p:nvSpPr>
        <p:spPr>
          <a:xfrm>
            <a:off x="2027076" y="3264607"/>
            <a:ext cx="2468880" cy="39622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are the key outputs?</a:t>
            </a:r>
          </a:p>
        </p:txBody>
      </p:sp>
      <p:sp>
        <p:nvSpPr>
          <p:cNvPr id="149" name="What is the target parameter">
            <a:extLst>
              <a:ext uri="{FF2B5EF4-FFF2-40B4-BE49-F238E27FC236}">
                <a16:creationId xmlns:a16="http://schemas.microsoft.com/office/drawing/2014/main" id="{83E15A46-E33B-44AF-B995-8B19AFBA90C9}"/>
              </a:ext>
            </a:extLst>
          </p:cNvPr>
          <p:cNvSpPr/>
          <p:nvPr/>
        </p:nvSpPr>
        <p:spPr>
          <a:xfrm>
            <a:off x="2018967" y="2396620"/>
            <a:ext cx="2468880" cy="37144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is target parameter?</a:t>
            </a:r>
          </a:p>
        </p:txBody>
      </p:sp>
      <p:sp>
        <p:nvSpPr>
          <p:cNvPr id="150" name="What is the mode?">
            <a:extLst>
              <a:ext uri="{FF2B5EF4-FFF2-40B4-BE49-F238E27FC236}">
                <a16:creationId xmlns:a16="http://schemas.microsoft.com/office/drawing/2014/main" id="{796B2A07-4FCA-4F3E-840D-3B1EB885D1F3}"/>
              </a:ext>
            </a:extLst>
          </p:cNvPr>
          <p:cNvSpPr/>
          <p:nvPr/>
        </p:nvSpPr>
        <p:spPr>
          <a:xfrm>
            <a:off x="2018967" y="1484193"/>
            <a:ext cx="2468880" cy="35832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is the mode?</a:t>
            </a:r>
          </a:p>
        </p:txBody>
      </p:sp>
      <p:sp>
        <p:nvSpPr>
          <p:cNvPr id="78" name="Case 1 Answer 4">
            <a:extLst>
              <a:ext uri="{FF2B5EF4-FFF2-40B4-BE49-F238E27FC236}">
                <a16:creationId xmlns:a16="http://schemas.microsoft.com/office/drawing/2014/main" id="{936276FA-C094-CF43-A892-9E14732A5B0E}"/>
              </a:ext>
            </a:extLst>
          </p:cNvPr>
          <p:cNvSpPr txBox="1"/>
          <p:nvPr/>
        </p:nvSpPr>
        <p:spPr>
          <a:xfrm>
            <a:off x="2255009" y="2812611"/>
            <a:ext cx="1877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</a:t>
            </a:r>
            <a:r>
              <a:rPr lang="en-US" sz="1600" baseline="-25000" dirty="0"/>
              <a:t>Control</a:t>
            </a:r>
            <a:r>
              <a:rPr lang="en-US" sz="1600" dirty="0"/>
              <a:t xml:space="preserve"> </a:t>
            </a:r>
          </a:p>
        </p:txBody>
      </p:sp>
      <p:pic>
        <p:nvPicPr>
          <p:cNvPr id="14" name="Graphic 13" descr="Cursor with solid fill">
            <a:extLst>
              <a:ext uri="{FF2B5EF4-FFF2-40B4-BE49-F238E27FC236}">
                <a16:creationId xmlns:a16="http://schemas.microsoft.com/office/drawing/2014/main" id="{7248B5D0-D7CD-4EB9-86B6-D3AE89B38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5790" y="1568298"/>
            <a:ext cx="270672" cy="270672"/>
          </a:xfrm>
          <a:prstGeom prst="rect">
            <a:avLst/>
          </a:prstGeom>
        </p:spPr>
      </p:pic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6A68914D-C1F1-490C-B14D-F3E9CBD66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3958" y="2471161"/>
            <a:ext cx="270672" cy="270672"/>
          </a:xfrm>
          <a:prstGeom prst="rect">
            <a:avLst/>
          </a:prstGeom>
        </p:spPr>
      </p:pic>
      <p:sp>
        <p:nvSpPr>
          <p:cNvPr id="19" name="What is the actual RR?">
            <a:extLst>
              <a:ext uri="{FF2B5EF4-FFF2-40B4-BE49-F238E27FC236}">
                <a16:creationId xmlns:a16="http://schemas.microsoft.com/office/drawing/2014/main" id="{CC05BB65-602C-4EFC-B0F1-94CE7FFDF1B9}"/>
              </a:ext>
            </a:extLst>
          </p:cNvPr>
          <p:cNvSpPr/>
          <p:nvPr/>
        </p:nvSpPr>
        <p:spPr>
          <a:xfrm>
            <a:off x="2018967" y="4241169"/>
            <a:ext cx="2468880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is the actual RR?</a:t>
            </a:r>
          </a:p>
        </p:txBody>
      </p:sp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0A830F2A-91D5-43C0-8B43-2B137D593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3958" y="3597461"/>
            <a:ext cx="270672" cy="270672"/>
          </a:xfrm>
          <a:prstGeom prst="rect">
            <a:avLst/>
          </a:prstGeom>
        </p:spPr>
      </p:pic>
      <p:sp>
        <p:nvSpPr>
          <p:cNvPr id="21" name="Case 1 Answer 3">
            <a:extLst>
              <a:ext uri="{FF2B5EF4-FFF2-40B4-BE49-F238E27FC236}">
                <a16:creationId xmlns:a16="http://schemas.microsoft.com/office/drawing/2014/main" id="{16D81662-F319-43DE-9707-9B9044BA4657}"/>
              </a:ext>
            </a:extLst>
          </p:cNvPr>
          <p:cNvSpPr txBox="1"/>
          <p:nvPr/>
        </p:nvSpPr>
        <p:spPr>
          <a:xfrm>
            <a:off x="2037130" y="4654042"/>
            <a:ext cx="2471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21 breaths per minute</a:t>
            </a:r>
          </a:p>
        </p:txBody>
      </p:sp>
      <p:sp>
        <p:nvSpPr>
          <p:cNvPr id="22" name="How much O2 support?">
            <a:extLst>
              <a:ext uri="{FF2B5EF4-FFF2-40B4-BE49-F238E27FC236}">
                <a16:creationId xmlns:a16="http://schemas.microsoft.com/office/drawing/2014/main" id="{6E41C61E-28D5-4562-9135-1A0F60F8DBF0}"/>
              </a:ext>
            </a:extLst>
          </p:cNvPr>
          <p:cNvSpPr/>
          <p:nvPr/>
        </p:nvSpPr>
        <p:spPr>
          <a:xfrm>
            <a:off x="2018967" y="5168524"/>
            <a:ext cx="2468880" cy="59541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How much O</a:t>
            </a:r>
            <a:r>
              <a:rPr lang="en-US" sz="1600" baseline="-25000" dirty="0">
                <a:solidFill>
                  <a:sysClr val="windowText" lastClr="000000"/>
                </a:solidFill>
              </a:rPr>
              <a:t>2</a:t>
            </a:r>
            <a:r>
              <a:rPr lang="en-US" sz="1600" dirty="0">
                <a:solidFill>
                  <a:sysClr val="windowText" lastClr="000000"/>
                </a:solidFill>
              </a:rPr>
              <a:t xml:space="preserve"> support is the patient on?</a:t>
            </a:r>
          </a:p>
        </p:txBody>
      </p:sp>
      <p:pic>
        <p:nvPicPr>
          <p:cNvPr id="23" name="Graphic 22" descr="Cursor with solid fill">
            <a:extLst>
              <a:ext uri="{FF2B5EF4-FFF2-40B4-BE49-F238E27FC236}">
                <a16:creationId xmlns:a16="http://schemas.microsoft.com/office/drawing/2014/main" id="{D217B334-7B53-43A9-9843-524AB7E10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3492" y="4825613"/>
            <a:ext cx="270672" cy="270672"/>
          </a:xfrm>
          <a:prstGeom prst="rect">
            <a:avLst/>
          </a:prstGeom>
        </p:spPr>
      </p:pic>
      <p:sp>
        <p:nvSpPr>
          <p:cNvPr id="24" name="Case 1 Answer 4">
            <a:extLst>
              <a:ext uri="{FF2B5EF4-FFF2-40B4-BE49-F238E27FC236}">
                <a16:creationId xmlns:a16="http://schemas.microsoft.com/office/drawing/2014/main" id="{A0E085A5-66E3-4F62-9568-AF7A84BA0069}"/>
              </a:ext>
            </a:extLst>
          </p:cNvPr>
          <p:cNvSpPr txBox="1"/>
          <p:nvPr/>
        </p:nvSpPr>
        <p:spPr>
          <a:xfrm>
            <a:off x="2037137" y="5794497"/>
            <a:ext cx="2453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Low O</a:t>
            </a:r>
            <a:r>
              <a:rPr lang="en-US" sz="1600" baseline="-25000" dirty="0"/>
              <a:t>2</a:t>
            </a:r>
            <a:r>
              <a:rPr lang="en-US" sz="1600" dirty="0"/>
              <a:t xml:space="preserve"> support – patient is on minimal FiO</a:t>
            </a:r>
            <a:r>
              <a:rPr lang="en-US" sz="1600" baseline="-25000" dirty="0"/>
              <a:t>2</a:t>
            </a:r>
            <a:r>
              <a:rPr lang="en-US" sz="1600" dirty="0"/>
              <a:t xml:space="preserve"> and PEEP</a:t>
            </a:r>
          </a:p>
        </p:txBody>
      </p:sp>
      <p:sp>
        <p:nvSpPr>
          <p:cNvPr id="60" name="question 4">
            <a:hlinkClick r:id="rId4" action="ppaction://hlinksldjump"/>
            <a:extLst>
              <a:ext uri="{FF2B5EF4-FFF2-40B4-BE49-F238E27FC236}">
                <a16:creationId xmlns:a16="http://schemas.microsoft.com/office/drawing/2014/main" id="{789AA28A-A574-404F-9329-6ABC629A3D19}"/>
              </a:ext>
            </a:extLst>
          </p:cNvPr>
          <p:cNvSpPr txBox="1"/>
          <p:nvPr/>
        </p:nvSpPr>
        <p:spPr>
          <a:xfrm>
            <a:off x="504415" y="3518274"/>
            <a:ext cx="499708" cy="408623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5" name="question 4">
            <a:hlinkClick r:id="rId5" action="ppaction://hlinksldjump"/>
            <a:extLst>
              <a:ext uri="{FF2B5EF4-FFF2-40B4-BE49-F238E27FC236}">
                <a16:creationId xmlns:a16="http://schemas.microsoft.com/office/drawing/2014/main" id="{7BFD366F-44B8-4656-AC8C-268693278E61}"/>
              </a:ext>
            </a:extLst>
          </p:cNvPr>
          <p:cNvSpPr txBox="1"/>
          <p:nvPr/>
        </p:nvSpPr>
        <p:spPr>
          <a:xfrm>
            <a:off x="504415" y="4114200"/>
            <a:ext cx="499708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77" name="question 4">
            <a:hlinkClick r:id="rId6" action="ppaction://hlinksldjump"/>
            <a:extLst>
              <a:ext uri="{FF2B5EF4-FFF2-40B4-BE49-F238E27FC236}">
                <a16:creationId xmlns:a16="http://schemas.microsoft.com/office/drawing/2014/main" id="{9B5F114B-02F9-4000-ABA7-B8A7D9FB9986}"/>
              </a:ext>
            </a:extLst>
          </p:cNvPr>
          <p:cNvSpPr txBox="1"/>
          <p:nvPr/>
        </p:nvSpPr>
        <p:spPr>
          <a:xfrm>
            <a:off x="504414" y="4710126"/>
            <a:ext cx="499708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FA9F2F31-40AE-4E1C-B570-6016ADD8D65D}"/>
              </a:ext>
            </a:extLst>
          </p:cNvPr>
          <p:cNvCxnSpPr>
            <a:cxnSpLocks/>
            <a:endCxn id="60" idx="1"/>
          </p:cNvCxnSpPr>
          <p:nvPr/>
        </p:nvCxnSpPr>
        <p:spPr>
          <a:xfrm rot="16200000" flipH="1">
            <a:off x="247114" y="3465285"/>
            <a:ext cx="341986" cy="17261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D9676791-5EBC-43D6-A366-E076651D2D4E}"/>
              </a:ext>
            </a:extLst>
          </p:cNvPr>
          <p:cNvCxnSpPr>
            <a:cxnSpLocks/>
            <a:endCxn id="75" idx="1"/>
          </p:cNvCxnSpPr>
          <p:nvPr/>
        </p:nvCxnSpPr>
        <p:spPr>
          <a:xfrm rot="16200000" flipH="1">
            <a:off x="121360" y="3935456"/>
            <a:ext cx="593119" cy="1729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AEBC0AA5-9991-49A6-B6D8-1F009532C6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0211" y="4520721"/>
            <a:ext cx="595416" cy="1729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0144DA0-5201-4AEF-BD33-1778DD995A22}"/>
              </a:ext>
            </a:extLst>
          </p:cNvPr>
          <p:cNvGrpSpPr/>
          <p:nvPr/>
        </p:nvGrpSpPr>
        <p:grpSpPr>
          <a:xfrm>
            <a:off x="4872773" y="1477816"/>
            <a:ext cx="7132845" cy="4811668"/>
            <a:chOff x="3867664" y="1382357"/>
            <a:chExt cx="7132845" cy="4811668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E767DE5-259E-4F66-A1A0-F223620158AF}"/>
                </a:ext>
              </a:extLst>
            </p:cNvPr>
            <p:cNvSpPr/>
            <p:nvPr/>
          </p:nvSpPr>
          <p:spPr>
            <a:xfrm>
              <a:off x="3867664" y="1382357"/>
              <a:ext cx="7132845" cy="4811668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4DCB1157-67FD-494E-88B4-64311DD22638}"/>
                </a:ext>
              </a:extLst>
            </p:cNvPr>
            <p:cNvSpPr/>
            <p:nvPr/>
          </p:nvSpPr>
          <p:spPr>
            <a:xfrm>
              <a:off x="5404449" y="1673355"/>
              <a:ext cx="4219183" cy="39543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901972E-8E64-4E2D-A784-6153D4063935}"/>
                </a:ext>
              </a:extLst>
            </p:cNvPr>
            <p:cNvSpPr/>
            <p:nvPr/>
          </p:nvSpPr>
          <p:spPr>
            <a:xfrm>
              <a:off x="9897561" y="4995958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21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230073B-3D34-453E-8C15-6DB25AC49EA0}"/>
                </a:ext>
              </a:extLst>
            </p:cNvPr>
            <p:cNvSpPr txBox="1"/>
            <p:nvPr/>
          </p:nvSpPr>
          <p:spPr>
            <a:xfrm>
              <a:off x="10058242" y="5757075"/>
              <a:ext cx="574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FiO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D548FDC-4AAB-4CD7-8CD6-70D2081B3C60}"/>
                </a:ext>
              </a:extLst>
            </p:cNvPr>
            <p:cNvSpPr txBox="1"/>
            <p:nvPr/>
          </p:nvSpPr>
          <p:spPr>
            <a:xfrm>
              <a:off x="9980610" y="457003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PEEP</a:t>
              </a:r>
              <a:endParaRPr lang="en-US" baseline="-250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41D8DA9-A96A-4EB7-A8E3-DB95B6ACA09C}"/>
                </a:ext>
              </a:extLst>
            </p:cNvPr>
            <p:cNvSpPr txBox="1"/>
            <p:nvPr/>
          </p:nvSpPr>
          <p:spPr>
            <a:xfrm>
              <a:off x="10086408" y="2241468"/>
              <a:ext cx="434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RR</a:t>
              </a:r>
              <a:endParaRPr lang="en-US" baseline="-25000" dirty="0"/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9A5D4E3B-0678-444C-95D6-A5DC510835D7}"/>
                </a:ext>
              </a:extLst>
            </p:cNvPr>
            <p:cNvGrpSpPr/>
            <p:nvPr/>
          </p:nvGrpSpPr>
          <p:grpSpPr>
            <a:xfrm>
              <a:off x="5832092" y="1883420"/>
              <a:ext cx="3633805" cy="1416221"/>
              <a:chOff x="5288692" y="1890584"/>
              <a:chExt cx="3633805" cy="1416221"/>
            </a:xfrm>
          </p:grpSpPr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1AD25CE3-C40E-4CB7-94B6-7E2D277C04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88692" y="1890584"/>
                <a:ext cx="0" cy="1416219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E66A5FFC-1D0B-4C23-AFE7-18E6A6E364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91671" y="3306804"/>
                <a:ext cx="3630826" cy="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E7FE193A-CAC1-4335-BC4D-0FC432AF63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2092" y="3754096"/>
              <a:ext cx="0" cy="141621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C6301063-AE54-4ECE-8FF4-0DAB14D26B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5071" y="4737827"/>
              <a:ext cx="3630826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043FF48-42D6-4048-9B67-E7B0E5D12611}"/>
                </a:ext>
              </a:extLst>
            </p:cNvPr>
            <p:cNvSpPr txBox="1"/>
            <p:nvPr/>
          </p:nvSpPr>
          <p:spPr>
            <a:xfrm>
              <a:off x="7324226" y="3255787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802F7AD-9AAC-4D2A-88C1-FDC2FDED1AD0}"/>
                </a:ext>
              </a:extLst>
            </p:cNvPr>
            <p:cNvSpPr txBox="1"/>
            <p:nvPr/>
          </p:nvSpPr>
          <p:spPr>
            <a:xfrm>
              <a:off x="7324226" y="5133244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9B36D52-A15F-4279-8860-9F6C136B4EFF}"/>
                </a:ext>
              </a:extLst>
            </p:cNvPr>
            <p:cNvSpPr txBox="1"/>
            <p:nvPr/>
          </p:nvSpPr>
          <p:spPr>
            <a:xfrm rot="16200000">
              <a:off x="5161627" y="2406864"/>
              <a:ext cx="989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Pressure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F5FC507-2341-4FEA-B34D-AD7AB41DD839}"/>
                </a:ext>
              </a:extLst>
            </p:cNvPr>
            <p:cNvSpPr txBox="1"/>
            <p:nvPr/>
          </p:nvSpPr>
          <p:spPr>
            <a:xfrm rot="16200000">
              <a:off x="5341804" y="4277541"/>
              <a:ext cx="629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Flow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FC9CFE7-D7ED-4714-975E-904B92674D2C}"/>
                </a:ext>
              </a:extLst>
            </p:cNvPr>
            <p:cNvSpPr txBox="1"/>
            <p:nvPr/>
          </p:nvSpPr>
          <p:spPr>
            <a:xfrm>
              <a:off x="9960455" y="3395453"/>
              <a:ext cx="742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</a:t>
              </a:r>
              <a:r>
                <a:rPr lang="en-US" baseline="-25000" dirty="0"/>
                <a:t>control</a:t>
              </a: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1B0CAFDB-7830-4AC2-8F1F-825E8E9EEAF9}"/>
                </a:ext>
              </a:extLst>
            </p:cNvPr>
            <p:cNvSpPr/>
            <p:nvPr/>
          </p:nvSpPr>
          <p:spPr>
            <a:xfrm>
              <a:off x="9897561" y="3816104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D602510-0BC4-4BBC-B269-9EE41E07BC19}"/>
                </a:ext>
              </a:extLst>
            </p:cNvPr>
            <p:cNvSpPr/>
            <p:nvPr/>
          </p:nvSpPr>
          <p:spPr>
            <a:xfrm>
              <a:off x="9897561" y="1456394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20</a:t>
              </a: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C7744A45-4AFC-4F75-974E-6A0170AE3F3B}"/>
                </a:ext>
              </a:extLst>
            </p:cNvPr>
            <p:cNvSpPr/>
            <p:nvPr/>
          </p:nvSpPr>
          <p:spPr>
            <a:xfrm>
              <a:off x="9897561" y="2636249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20</a:t>
              </a:r>
            </a:p>
          </p:txBody>
        </p:sp>
      </p:grpSp>
      <p:sp>
        <p:nvSpPr>
          <p:cNvPr id="101" name="Oval 100">
            <a:extLst>
              <a:ext uri="{FF2B5EF4-FFF2-40B4-BE49-F238E27FC236}">
                <a16:creationId xmlns:a16="http://schemas.microsoft.com/office/drawing/2014/main" id="{3FF2FAED-06C4-411D-B1E2-855232E5D9EC}"/>
              </a:ext>
            </a:extLst>
          </p:cNvPr>
          <p:cNvSpPr/>
          <p:nvPr/>
        </p:nvSpPr>
        <p:spPr>
          <a:xfrm>
            <a:off x="7364741" y="1878540"/>
            <a:ext cx="1377309" cy="1551927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254C6DC-3C0F-4F29-8674-47B697FA3151}"/>
              </a:ext>
            </a:extLst>
          </p:cNvPr>
          <p:cNvSpPr/>
          <p:nvPr/>
        </p:nvSpPr>
        <p:spPr>
          <a:xfrm>
            <a:off x="10822290" y="1519696"/>
            <a:ext cx="995192" cy="11049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835C0E4-40B0-43C0-8FF0-D88F505B1F37}"/>
              </a:ext>
            </a:extLst>
          </p:cNvPr>
          <p:cNvSpPr/>
          <p:nvPr/>
        </p:nvSpPr>
        <p:spPr>
          <a:xfrm>
            <a:off x="5153879" y="1767980"/>
            <a:ext cx="1053132" cy="3460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5"/>
                </a:solidFill>
              </a:rPr>
              <a:t>P</a:t>
            </a:r>
            <a:r>
              <a:rPr lang="en-US" baseline="-25000" dirty="0">
                <a:solidFill>
                  <a:schemeClr val="accent5"/>
                </a:solidFill>
              </a:rPr>
              <a:t>Peak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25 </a:t>
            </a:r>
            <a:r>
              <a:rPr lang="en-US" sz="1000" dirty="0">
                <a:solidFill>
                  <a:schemeClr val="accent5"/>
                </a:solidFill>
              </a:rPr>
              <a:t>cm H</a:t>
            </a:r>
            <a:r>
              <a:rPr lang="en-US" sz="1000" baseline="-25000" dirty="0">
                <a:solidFill>
                  <a:schemeClr val="accent5"/>
                </a:solidFill>
              </a:rPr>
              <a:t>2</a:t>
            </a:r>
            <a:r>
              <a:rPr lang="en-US" sz="1000" dirty="0">
                <a:solidFill>
                  <a:schemeClr val="accent5"/>
                </a:solidFill>
              </a:rPr>
              <a:t xml:space="preserve">O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345 </a:t>
            </a:r>
            <a:r>
              <a:rPr lang="en-US" sz="1000" dirty="0">
                <a:solidFill>
                  <a:schemeClr val="accent5"/>
                </a:solidFill>
              </a:rPr>
              <a:t>mL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RR</a:t>
            </a:r>
            <a:endParaRPr lang="en-US" baseline="-25000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21 </a:t>
            </a:r>
            <a:r>
              <a:rPr lang="en-US" sz="1000" dirty="0">
                <a:solidFill>
                  <a:schemeClr val="accent5"/>
                </a:solidFill>
              </a:rPr>
              <a:t>min</a:t>
            </a:r>
            <a:r>
              <a:rPr lang="en-US" sz="1000" baseline="30000" dirty="0">
                <a:solidFill>
                  <a:schemeClr val="accent5"/>
                </a:solidFill>
              </a:rPr>
              <a:t>-1</a:t>
            </a:r>
            <a:r>
              <a:rPr lang="en-US" sz="3000" dirty="0">
                <a:solidFill>
                  <a:schemeClr val="accent5"/>
                </a:solidFill>
              </a:rPr>
              <a:t xml:space="preserve">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Min Vent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7.2 </a:t>
            </a:r>
            <a:r>
              <a:rPr lang="en-US" sz="1000" dirty="0">
                <a:solidFill>
                  <a:schemeClr val="accent5"/>
                </a:solidFill>
              </a:rPr>
              <a:t>L/min</a:t>
            </a:r>
          </a:p>
          <a:p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FD3BF88-F297-4BF2-8118-E00D4411D010}"/>
              </a:ext>
            </a:extLst>
          </p:cNvPr>
          <p:cNvSpPr/>
          <p:nvPr/>
        </p:nvSpPr>
        <p:spPr>
          <a:xfrm>
            <a:off x="5189504" y="2561014"/>
            <a:ext cx="981750" cy="92989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888491B8-28BC-43E4-ACEB-74424336F7A4}"/>
              </a:ext>
            </a:extLst>
          </p:cNvPr>
          <p:cNvSpPr/>
          <p:nvPr/>
        </p:nvSpPr>
        <p:spPr>
          <a:xfrm>
            <a:off x="6828122" y="2138159"/>
            <a:ext cx="3545632" cy="979714"/>
          </a:xfrm>
          <a:custGeom>
            <a:avLst/>
            <a:gdLst>
              <a:gd name="connsiteX0" fmla="*/ 0 w 3657600"/>
              <a:gd name="connsiteY0" fmla="*/ 951722 h 979714"/>
              <a:gd name="connsiteX1" fmla="*/ 905070 w 3657600"/>
              <a:gd name="connsiteY1" fmla="*/ 933061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70384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42391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536302"/>
              <a:gd name="connsiteY0" fmla="*/ 933060 h 979714"/>
              <a:gd name="connsiteX1" fmla="*/ 783772 w 3536302"/>
              <a:gd name="connsiteY1" fmla="*/ 942392 h 979714"/>
              <a:gd name="connsiteX2" fmla="*/ 793102 w 3536302"/>
              <a:gd name="connsiteY2" fmla="*/ 0 h 979714"/>
              <a:gd name="connsiteX3" fmla="*/ 1660849 w 3536302"/>
              <a:gd name="connsiteY3" fmla="*/ 0 h 979714"/>
              <a:gd name="connsiteX4" fmla="*/ 1651519 w 3536302"/>
              <a:gd name="connsiteY4" fmla="*/ 951722 h 979714"/>
              <a:gd name="connsiteX5" fmla="*/ 2500604 w 3536302"/>
              <a:gd name="connsiteY5" fmla="*/ 942391 h 979714"/>
              <a:gd name="connsiteX6" fmla="*/ 2509935 w 3536302"/>
              <a:gd name="connsiteY6" fmla="*/ 46653 h 979714"/>
              <a:gd name="connsiteX7" fmla="*/ 3284376 w 3536302"/>
              <a:gd name="connsiteY7" fmla="*/ 46653 h 979714"/>
              <a:gd name="connsiteX8" fmla="*/ 3293706 w 3536302"/>
              <a:gd name="connsiteY8" fmla="*/ 970384 h 979714"/>
              <a:gd name="connsiteX9" fmla="*/ 3536302 w 353630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509934 w 3545632"/>
              <a:gd name="connsiteY5" fmla="*/ 94239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70382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00604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45632" h="979714">
                <a:moveTo>
                  <a:pt x="0" y="933060"/>
                </a:moveTo>
                <a:lnTo>
                  <a:pt x="793102" y="942392"/>
                </a:lnTo>
                <a:lnTo>
                  <a:pt x="802432" y="0"/>
                </a:lnTo>
                <a:lnTo>
                  <a:pt x="1670179" y="0"/>
                </a:lnTo>
                <a:lnTo>
                  <a:pt x="1660849" y="951722"/>
                </a:lnTo>
                <a:lnTo>
                  <a:pt x="2491272" y="951721"/>
                </a:lnTo>
                <a:cubicBezTo>
                  <a:pt x="2494382" y="650031"/>
                  <a:pt x="2497494" y="348343"/>
                  <a:pt x="2500604" y="46653"/>
                </a:cubicBezTo>
                <a:lnTo>
                  <a:pt x="3312368" y="46653"/>
                </a:lnTo>
                <a:cubicBezTo>
                  <a:pt x="3309257" y="354563"/>
                  <a:pt x="3306147" y="662474"/>
                  <a:pt x="3303036" y="970384"/>
                </a:cubicBezTo>
                <a:lnTo>
                  <a:pt x="3545632" y="979714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C73BD382-4052-4251-BFDC-E09141880651}"/>
              </a:ext>
            </a:extLst>
          </p:cNvPr>
          <p:cNvSpPr/>
          <p:nvPr/>
        </p:nvSpPr>
        <p:spPr>
          <a:xfrm>
            <a:off x="6827412" y="3837032"/>
            <a:ext cx="3601616" cy="1483568"/>
          </a:xfrm>
          <a:custGeom>
            <a:avLst/>
            <a:gdLst>
              <a:gd name="connsiteX0" fmla="*/ 0 w 3489649"/>
              <a:gd name="connsiteY0" fmla="*/ 961053 h 1576874"/>
              <a:gd name="connsiteX1" fmla="*/ 755780 w 3489649"/>
              <a:gd name="connsiteY1" fmla="*/ 970384 h 1576874"/>
              <a:gd name="connsiteX2" fmla="*/ 765111 w 3489649"/>
              <a:gd name="connsiteY2" fmla="*/ 0 h 1576874"/>
              <a:gd name="connsiteX3" fmla="*/ 1576874 w 3489649"/>
              <a:gd name="connsiteY3" fmla="*/ 251927 h 1576874"/>
              <a:gd name="connsiteX4" fmla="*/ 1660849 w 3489649"/>
              <a:gd name="connsiteY4" fmla="*/ 1576874 h 1576874"/>
              <a:gd name="connsiteX5" fmla="*/ 2565919 w 3489649"/>
              <a:gd name="connsiteY5" fmla="*/ 970384 h 1576874"/>
              <a:gd name="connsiteX6" fmla="*/ 2547258 w 3489649"/>
              <a:gd name="connsiteY6" fmla="*/ 65315 h 1576874"/>
              <a:gd name="connsiteX7" fmla="*/ 3228392 w 3489649"/>
              <a:gd name="connsiteY7" fmla="*/ 401217 h 1576874"/>
              <a:gd name="connsiteX8" fmla="*/ 3275045 w 3489649"/>
              <a:gd name="connsiteY8" fmla="*/ 1474237 h 1576874"/>
              <a:gd name="connsiteX9" fmla="*/ 3489649 w 3489649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875453 w 3526971"/>
              <a:gd name="connsiteY3" fmla="*/ 345234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474237"/>
              <a:gd name="connsiteX1" fmla="*/ 793102 w 3526971"/>
              <a:gd name="connsiteY1" fmla="*/ 970384 h 1474237"/>
              <a:gd name="connsiteX2" fmla="*/ 802433 w 3526971"/>
              <a:gd name="connsiteY2" fmla="*/ 0 h 1474237"/>
              <a:gd name="connsiteX3" fmla="*/ 1875453 w 3526971"/>
              <a:gd name="connsiteY3" fmla="*/ 345234 h 1474237"/>
              <a:gd name="connsiteX4" fmla="*/ 1950098 w 3526971"/>
              <a:gd name="connsiteY4" fmla="*/ 1446246 h 1474237"/>
              <a:gd name="connsiteX5" fmla="*/ 2603241 w 3526971"/>
              <a:gd name="connsiteY5" fmla="*/ 970384 h 1474237"/>
              <a:gd name="connsiteX6" fmla="*/ 2584580 w 3526971"/>
              <a:gd name="connsiteY6" fmla="*/ 65315 h 1474237"/>
              <a:gd name="connsiteX7" fmla="*/ 3265714 w 3526971"/>
              <a:gd name="connsiteY7" fmla="*/ 401217 h 1474237"/>
              <a:gd name="connsiteX8" fmla="*/ 3312367 w 3526971"/>
              <a:gd name="connsiteY8" fmla="*/ 1474237 h 1474237"/>
              <a:gd name="connsiteX9" fmla="*/ 3526971 w 3526971"/>
              <a:gd name="connsiteY9" fmla="*/ 1138335 h 1474237"/>
              <a:gd name="connsiteX0" fmla="*/ 0 w 3526971"/>
              <a:gd name="connsiteY0" fmla="*/ 1315617 h 1483568"/>
              <a:gd name="connsiteX1" fmla="*/ 793102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718457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830424 w 3526971"/>
              <a:gd name="connsiteY1" fmla="*/ 979715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82147 w 3526971"/>
              <a:gd name="connsiteY3" fmla="*/ 373226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359020 w 3526971"/>
              <a:gd name="connsiteY7" fmla="*/ 438540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483568"/>
              <a:gd name="connsiteX1" fmla="*/ 830424 w 3526971"/>
              <a:gd name="connsiteY1" fmla="*/ 998376 h 1483568"/>
              <a:gd name="connsiteX2" fmla="*/ 839756 w 3526971"/>
              <a:gd name="connsiteY2" fmla="*/ 0 h 1483568"/>
              <a:gd name="connsiteX3" fmla="*/ 1679510 w 3526971"/>
              <a:gd name="connsiteY3" fmla="*/ 307911 h 1483568"/>
              <a:gd name="connsiteX4" fmla="*/ 1679510 w 3526971"/>
              <a:gd name="connsiteY4" fmla="*/ 1446247 h 1483568"/>
              <a:gd name="connsiteX5" fmla="*/ 2603241 w 3526971"/>
              <a:gd name="connsiteY5" fmla="*/ 998376 h 1483568"/>
              <a:gd name="connsiteX6" fmla="*/ 2584580 w 3526971"/>
              <a:gd name="connsiteY6" fmla="*/ 93307 h 1483568"/>
              <a:gd name="connsiteX7" fmla="*/ 3359020 w 3526971"/>
              <a:gd name="connsiteY7" fmla="*/ 438540 h 1483568"/>
              <a:gd name="connsiteX8" fmla="*/ 3377681 w 3526971"/>
              <a:gd name="connsiteY8" fmla="*/ 1483568 h 1483568"/>
              <a:gd name="connsiteX9" fmla="*/ 3526971 w 3526971"/>
              <a:gd name="connsiteY9" fmla="*/ 1166327 h 1483568"/>
              <a:gd name="connsiteX0" fmla="*/ 0 w 3573624"/>
              <a:gd name="connsiteY0" fmla="*/ 1334278 h 1483568"/>
              <a:gd name="connsiteX1" fmla="*/ 830424 w 3573624"/>
              <a:gd name="connsiteY1" fmla="*/ 998376 h 1483568"/>
              <a:gd name="connsiteX2" fmla="*/ 839756 w 3573624"/>
              <a:gd name="connsiteY2" fmla="*/ 0 h 1483568"/>
              <a:gd name="connsiteX3" fmla="*/ 1679510 w 3573624"/>
              <a:gd name="connsiteY3" fmla="*/ 307911 h 1483568"/>
              <a:gd name="connsiteX4" fmla="*/ 1679510 w 3573624"/>
              <a:gd name="connsiteY4" fmla="*/ 1446247 h 1483568"/>
              <a:gd name="connsiteX5" fmla="*/ 2603241 w 3573624"/>
              <a:gd name="connsiteY5" fmla="*/ 998376 h 1483568"/>
              <a:gd name="connsiteX6" fmla="*/ 2584580 w 3573624"/>
              <a:gd name="connsiteY6" fmla="*/ 93307 h 1483568"/>
              <a:gd name="connsiteX7" fmla="*/ 3359020 w 3573624"/>
              <a:gd name="connsiteY7" fmla="*/ 438540 h 1483568"/>
              <a:gd name="connsiteX8" fmla="*/ 3377681 w 3573624"/>
              <a:gd name="connsiteY8" fmla="*/ 1483568 h 1483568"/>
              <a:gd name="connsiteX9" fmla="*/ 3573624 w 3573624"/>
              <a:gd name="connsiteY9" fmla="*/ 1184989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84579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38774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01616" h="1483568">
                <a:moveTo>
                  <a:pt x="0" y="1334278"/>
                </a:moveTo>
                <a:cubicBezTo>
                  <a:pt x="233266" y="1150776"/>
                  <a:pt x="559835" y="1060580"/>
                  <a:pt x="830424" y="998376"/>
                </a:cubicBezTo>
                <a:cubicBezTo>
                  <a:pt x="833534" y="674915"/>
                  <a:pt x="836646" y="323461"/>
                  <a:pt x="839756" y="0"/>
                </a:cubicBezTo>
                <a:lnTo>
                  <a:pt x="1642188" y="307911"/>
                </a:lnTo>
                <a:cubicBezTo>
                  <a:pt x="1645298" y="671805"/>
                  <a:pt x="1648408" y="1082353"/>
                  <a:pt x="1651518" y="1446247"/>
                </a:cubicBezTo>
                <a:cubicBezTo>
                  <a:pt x="1912775" y="1212981"/>
                  <a:pt x="2202802" y="1073023"/>
                  <a:pt x="2557365" y="979716"/>
                </a:cubicBezTo>
                <a:cubicBezTo>
                  <a:pt x="2557365" y="681136"/>
                  <a:pt x="2553608" y="366876"/>
                  <a:pt x="2553608" y="68296"/>
                </a:cubicBezTo>
                <a:lnTo>
                  <a:pt x="3333620" y="387740"/>
                </a:lnTo>
                <a:cubicBezTo>
                  <a:pt x="3333490" y="733966"/>
                  <a:pt x="3333361" y="1137342"/>
                  <a:pt x="3333231" y="1483568"/>
                </a:cubicBezTo>
                <a:cubicBezTo>
                  <a:pt x="3454529" y="1306287"/>
                  <a:pt x="3508310" y="1287626"/>
                  <a:pt x="3601616" y="120365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7EA5806-068E-4C50-9026-4E9E5980EDEF}"/>
              </a:ext>
            </a:extLst>
          </p:cNvPr>
          <p:cNvSpPr/>
          <p:nvPr/>
        </p:nvSpPr>
        <p:spPr>
          <a:xfrm>
            <a:off x="5173620" y="4302819"/>
            <a:ext cx="981750" cy="92989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4B85323-54A5-4992-B8BE-882C8E05F13F}"/>
              </a:ext>
            </a:extLst>
          </p:cNvPr>
          <p:cNvSpPr/>
          <p:nvPr/>
        </p:nvSpPr>
        <p:spPr>
          <a:xfrm>
            <a:off x="5197660" y="3553251"/>
            <a:ext cx="973594" cy="730695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CF66F2C-90FD-4130-9061-5688BC1A2B59}"/>
              </a:ext>
            </a:extLst>
          </p:cNvPr>
          <p:cNvSpPr/>
          <p:nvPr/>
        </p:nvSpPr>
        <p:spPr>
          <a:xfrm>
            <a:off x="10831288" y="3897646"/>
            <a:ext cx="995192" cy="23242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What are key outputs?">
            <a:extLst>
              <a:ext uri="{FF2B5EF4-FFF2-40B4-BE49-F238E27FC236}">
                <a16:creationId xmlns:a16="http://schemas.microsoft.com/office/drawing/2014/main" id="{4B689A1F-E045-4C86-9039-25851ECD02E2}"/>
              </a:ext>
            </a:extLst>
          </p:cNvPr>
          <p:cNvSpPr/>
          <p:nvPr/>
        </p:nvSpPr>
        <p:spPr>
          <a:xfrm>
            <a:off x="2018967" y="3263648"/>
            <a:ext cx="2468880" cy="39622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are the key outputs?</a:t>
            </a:r>
          </a:p>
        </p:txBody>
      </p:sp>
      <p:sp>
        <p:nvSpPr>
          <p:cNvPr id="122" name="Case 1 Answer 4">
            <a:extLst>
              <a:ext uri="{FF2B5EF4-FFF2-40B4-BE49-F238E27FC236}">
                <a16:creationId xmlns:a16="http://schemas.microsoft.com/office/drawing/2014/main" id="{E9641D93-C894-4CC4-A7F1-A0D8AE917F8E}"/>
              </a:ext>
            </a:extLst>
          </p:cNvPr>
          <p:cNvSpPr txBox="1"/>
          <p:nvPr/>
        </p:nvSpPr>
        <p:spPr>
          <a:xfrm>
            <a:off x="1860684" y="3683083"/>
            <a:ext cx="2915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V</a:t>
            </a:r>
            <a:r>
              <a:rPr lang="en-US" sz="1600" baseline="-25000" dirty="0"/>
              <a:t>T</a:t>
            </a:r>
            <a:r>
              <a:rPr lang="en-US" sz="1600" dirty="0"/>
              <a:t xml:space="preserve"> and minute ventilation</a:t>
            </a:r>
          </a:p>
        </p:txBody>
      </p:sp>
      <p:sp>
        <p:nvSpPr>
          <p:cNvPr id="71" name="Case 1 Question 1">
            <a:extLst>
              <a:ext uri="{FF2B5EF4-FFF2-40B4-BE49-F238E27FC236}">
                <a16:creationId xmlns:a16="http://schemas.microsoft.com/office/drawing/2014/main" id="{89D5A1EA-C1A1-4257-9E78-EB922B4C054C}"/>
              </a:ext>
            </a:extLst>
          </p:cNvPr>
          <p:cNvSpPr/>
          <p:nvPr/>
        </p:nvSpPr>
        <p:spPr>
          <a:xfrm>
            <a:off x="6128785" y="110001"/>
            <a:ext cx="1707678" cy="466419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Case 1</a:t>
            </a:r>
          </a:p>
        </p:txBody>
      </p:sp>
      <p:pic>
        <p:nvPicPr>
          <p:cNvPr id="130" name="Graphic 129" descr="Cursor with solid fill">
            <a:extLst>
              <a:ext uri="{FF2B5EF4-FFF2-40B4-BE49-F238E27FC236}">
                <a16:creationId xmlns:a16="http://schemas.microsoft.com/office/drawing/2014/main" id="{6793B333-D8B3-41C8-B7A9-15FFE0EC3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996" y="4391668"/>
            <a:ext cx="301752" cy="301752"/>
          </a:xfrm>
          <a:prstGeom prst="rect">
            <a:avLst/>
          </a:prstGeom>
        </p:spPr>
      </p:pic>
      <p:pic>
        <p:nvPicPr>
          <p:cNvPr id="131" name="Graphic 130" descr="Cursor with solid fill">
            <a:extLst>
              <a:ext uri="{FF2B5EF4-FFF2-40B4-BE49-F238E27FC236}">
                <a16:creationId xmlns:a16="http://schemas.microsoft.com/office/drawing/2014/main" id="{55A53346-6174-4339-A96E-41283802D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52379" y="3538823"/>
            <a:ext cx="301752" cy="301752"/>
          </a:xfrm>
          <a:prstGeom prst="rect">
            <a:avLst/>
          </a:prstGeom>
        </p:spPr>
      </p:pic>
      <p:pic>
        <p:nvPicPr>
          <p:cNvPr id="132" name="Graphic 131" descr="Cursor with solid fill">
            <a:extLst>
              <a:ext uri="{FF2B5EF4-FFF2-40B4-BE49-F238E27FC236}">
                <a16:creationId xmlns:a16="http://schemas.microsoft.com/office/drawing/2014/main" id="{11EC1471-6E7E-4B4F-8717-890DFED7A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52379" y="5624991"/>
            <a:ext cx="301752" cy="301752"/>
          </a:xfrm>
          <a:prstGeom prst="rect">
            <a:avLst/>
          </a:prstGeom>
        </p:spPr>
      </p:pic>
      <p:pic>
        <p:nvPicPr>
          <p:cNvPr id="143" name="Graphic 142" descr="Cursor with solid fill">
            <a:extLst>
              <a:ext uri="{FF2B5EF4-FFF2-40B4-BE49-F238E27FC236}">
                <a16:creationId xmlns:a16="http://schemas.microsoft.com/office/drawing/2014/main" id="{2065C34A-06F9-42C8-982C-9EFFCD71B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52379" y="4477139"/>
            <a:ext cx="301752" cy="301752"/>
          </a:xfrm>
          <a:prstGeom prst="rect">
            <a:avLst/>
          </a:prstGeom>
        </p:spPr>
      </p:pic>
      <p:sp>
        <p:nvSpPr>
          <p:cNvPr id="76" name="What is the target parameter">
            <a:extLst>
              <a:ext uri="{FF2B5EF4-FFF2-40B4-BE49-F238E27FC236}">
                <a16:creationId xmlns:a16="http://schemas.microsoft.com/office/drawing/2014/main" id="{21A5213F-DA2A-D04D-A2AD-0FAE1DEAC68D}"/>
              </a:ext>
            </a:extLst>
          </p:cNvPr>
          <p:cNvSpPr/>
          <p:nvPr/>
        </p:nvSpPr>
        <p:spPr>
          <a:xfrm>
            <a:off x="2018967" y="2396620"/>
            <a:ext cx="2468880" cy="37144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is target parameter?</a:t>
            </a:r>
          </a:p>
        </p:txBody>
      </p:sp>
      <p:pic>
        <p:nvPicPr>
          <p:cNvPr id="103" name="Graphic 102" descr="Cursor with solid fill">
            <a:extLst>
              <a:ext uri="{FF2B5EF4-FFF2-40B4-BE49-F238E27FC236}">
                <a16:creationId xmlns:a16="http://schemas.microsoft.com/office/drawing/2014/main" id="{3FCE0490-6158-B746-A5D0-7588A9C77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52379" y="2625953"/>
            <a:ext cx="301752" cy="301752"/>
          </a:xfrm>
          <a:prstGeom prst="rect">
            <a:avLst/>
          </a:prstGeom>
        </p:spPr>
      </p:pic>
      <p:sp>
        <p:nvSpPr>
          <p:cNvPr id="116" name="Rectangle 115">
            <a:extLst>
              <a:ext uri="{FF2B5EF4-FFF2-40B4-BE49-F238E27FC236}">
                <a16:creationId xmlns:a16="http://schemas.microsoft.com/office/drawing/2014/main" id="{55822424-4B06-B848-A989-A5994C8C6872}"/>
              </a:ext>
            </a:extLst>
          </p:cNvPr>
          <p:cNvSpPr/>
          <p:nvPr/>
        </p:nvSpPr>
        <p:spPr>
          <a:xfrm>
            <a:off x="10827878" y="2655117"/>
            <a:ext cx="995192" cy="1193542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Case 1 Answer 4">
            <a:extLst>
              <a:ext uri="{FF2B5EF4-FFF2-40B4-BE49-F238E27FC236}">
                <a16:creationId xmlns:a16="http://schemas.microsoft.com/office/drawing/2014/main" id="{5B2AAB98-2B78-453B-A9CD-815278840A5C}"/>
              </a:ext>
            </a:extLst>
          </p:cNvPr>
          <p:cNvSpPr txBox="1"/>
          <p:nvPr/>
        </p:nvSpPr>
        <p:spPr>
          <a:xfrm>
            <a:off x="2018967" y="1886546"/>
            <a:ext cx="24688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Pressure control</a:t>
            </a:r>
          </a:p>
        </p:txBody>
      </p:sp>
      <p:sp>
        <p:nvSpPr>
          <p:cNvPr id="117" name="What is the mode?">
            <a:extLst>
              <a:ext uri="{FF2B5EF4-FFF2-40B4-BE49-F238E27FC236}">
                <a16:creationId xmlns:a16="http://schemas.microsoft.com/office/drawing/2014/main" id="{6F1264CC-A083-437A-9C10-8F9D4ABF245F}"/>
              </a:ext>
            </a:extLst>
          </p:cNvPr>
          <p:cNvSpPr/>
          <p:nvPr/>
        </p:nvSpPr>
        <p:spPr>
          <a:xfrm>
            <a:off x="2018967" y="1484193"/>
            <a:ext cx="2468880" cy="35832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is the mode?</a:t>
            </a:r>
          </a:p>
        </p:txBody>
      </p:sp>
      <p:pic>
        <p:nvPicPr>
          <p:cNvPr id="118" name="Graphic 117" descr="Cursor with solid fill">
            <a:extLst>
              <a:ext uri="{FF2B5EF4-FFF2-40B4-BE49-F238E27FC236}">
                <a16:creationId xmlns:a16="http://schemas.microsoft.com/office/drawing/2014/main" id="{6DE40550-08F4-4B3E-847B-C04D857E5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52379" y="1712054"/>
            <a:ext cx="301752" cy="30175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4CF29EE-9E15-4BB0-822F-7E6E68333980}"/>
              </a:ext>
            </a:extLst>
          </p:cNvPr>
          <p:cNvSpPr/>
          <p:nvPr/>
        </p:nvSpPr>
        <p:spPr>
          <a:xfrm>
            <a:off x="7836463" y="3188051"/>
            <a:ext cx="2045891" cy="55207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 xml:space="preserve">Square wave in pressure = pressure mode 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E54126F-C595-463B-81CE-6F2F6BB47A7E}"/>
              </a:ext>
            </a:extLst>
          </p:cNvPr>
          <p:cNvSpPr/>
          <p:nvPr/>
        </p:nvSpPr>
        <p:spPr>
          <a:xfrm>
            <a:off x="7641654" y="2981888"/>
            <a:ext cx="309277" cy="32875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5F4C164-1CFB-46C4-88DF-07CE6F6548E7}"/>
              </a:ext>
            </a:extLst>
          </p:cNvPr>
          <p:cNvSpPr/>
          <p:nvPr/>
        </p:nvSpPr>
        <p:spPr>
          <a:xfrm>
            <a:off x="10553656" y="756818"/>
            <a:ext cx="1510455" cy="552078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Mandatory RR = control mode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B78B0C-DCEF-4A5F-AE9C-269337638D9D}"/>
              </a:ext>
            </a:extLst>
          </p:cNvPr>
          <p:cNvCxnSpPr>
            <a:stCxn id="124" idx="2"/>
            <a:endCxn id="104" idx="0"/>
          </p:cNvCxnSpPr>
          <p:nvPr/>
        </p:nvCxnSpPr>
        <p:spPr>
          <a:xfrm>
            <a:off x="11308884" y="1308896"/>
            <a:ext cx="11002" cy="2108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AAAA1273-39D7-435C-8F22-41241B90E210}"/>
              </a:ext>
            </a:extLst>
          </p:cNvPr>
          <p:cNvSpPr/>
          <p:nvPr/>
        </p:nvSpPr>
        <p:spPr>
          <a:xfrm>
            <a:off x="10312381" y="596283"/>
            <a:ext cx="309277" cy="32875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777FD97E-211C-4A6D-B42B-1175BF98F0FC}"/>
              </a:ext>
            </a:extLst>
          </p:cNvPr>
          <p:cNvSpPr/>
          <p:nvPr/>
        </p:nvSpPr>
        <p:spPr>
          <a:xfrm>
            <a:off x="10593439" y="2669675"/>
            <a:ext cx="309277" cy="328751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548A3658-F961-4D84-BA08-CEA8F8EA0B35}"/>
              </a:ext>
            </a:extLst>
          </p:cNvPr>
          <p:cNvSpPr/>
          <p:nvPr/>
        </p:nvSpPr>
        <p:spPr>
          <a:xfrm>
            <a:off x="4903093" y="2417965"/>
            <a:ext cx="309277" cy="328751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3" name="question 1">
            <a:hlinkClick r:id="rId7" action="ppaction://hlinksldjump"/>
            <a:extLst>
              <a:ext uri="{FF2B5EF4-FFF2-40B4-BE49-F238E27FC236}">
                <a16:creationId xmlns:a16="http://schemas.microsoft.com/office/drawing/2014/main" id="{AD542191-41FC-47A5-B5B0-41DF06FFC0FB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</a:t>
            </a:r>
          </a:p>
        </p:txBody>
      </p:sp>
      <p:sp>
        <p:nvSpPr>
          <p:cNvPr id="115" name="Question 2">
            <a:hlinkClick r:id="rId8" action="ppaction://hlinksldjump"/>
            <a:extLst>
              <a:ext uri="{FF2B5EF4-FFF2-40B4-BE49-F238E27FC236}">
                <a16:creationId xmlns:a16="http://schemas.microsoft.com/office/drawing/2014/main" id="{8936B394-3578-4D94-90C4-4C5266B2FB33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</a:t>
            </a:r>
            <a:r>
              <a:rPr lang="en-US" baseline="-25000" dirty="0">
                <a:solidFill>
                  <a:sysClr val="windowText" lastClr="000000"/>
                </a:solidFill>
              </a:rPr>
              <a:t>2</a:t>
            </a:r>
            <a:r>
              <a:rPr lang="en-US" dirty="0">
                <a:solidFill>
                  <a:sysClr val="windowText" lastClr="000000"/>
                </a:solidFill>
              </a:rPr>
              <a:t xml:space="preserve"> support</a:t>
            </a:r>
          </a:p>
        </p:txBody>
      </p:sp>
      <p:sp>
        <p:nvSpPr>
          <p:cNvPr id="126" name="question 4">
            <a:hlinkClick r:id="rId9" action="ppaction://hlinksldjump"/>
            <a:extLst>
              <a:ext uri="{FF2B5EF4-FFF2-40B4-BE49-F238E27FC236}">
                <a16:creationId xmlns:a16="http://schemas.microsoft.com/office/drawing/2014/main" id="{5105A281-13A8-40B7-AFA9-DE6096CDC8FE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Ventilation</a:t>
            </a:r>
          </a:p>
        </p:txBody>
      </p:sp>
      <p:pic>
        <p:nvPicPr>
          <p:cNvPr id="127" name="Graphic 126" descr="Cursor with solid fill">
            <a:extLst>
              <a:ext uri="{FF2B5EF4-FFF2-40B4-BE49-F238E27FC236}">
                <a16:creationId xmlns:a16="http://schemas.microsoft.com/office/drawing/2014/main" id="{F684C4C8-B4D9-41BA-954C-89FDA8B33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596" y="945241"/>
            <a:ext cx="301752" cy="301752"/>
          </a:xfrm>
          <a:prstGeom prst="rect">
            <a:avLst/>
          </a:prstGeom>
        </p:spPr>
      </p:pic>
      <p:pic>
        <p:nvPicPr>
          <p:cNvPr id="128" name="Graphic 127" descr="Cursor with solid fill">
            <a:extLst>
              <a:ext uri="{FF2B5EF4-FFF2-40B4-BE49-F238E27FC236}">
                <a16:creationId xmlns:a16="http://schemas.microsoft.com/office/drawing/2014/main" id="{A3CB08BD-C1FD-4979-8DCA-2F8F69888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596" y="1540247"/>
            <a:ext cx="301752" cy="301752"/>
          </a:xfrm>
          <a:prstGeom prst="rect">
            <a:avLst/>
          </a:prstGeom>
        </p:spPr>
      </p:pic>
      <p:pic>
        <p:nvPicPr>
          <p:cNvPr id="136" name="Graphic 135" descr="Cursor with solid fill">
            <a:extLst>
              <a:ext uri="{FF2B5EF4-FFF2-40B4-BE49-F238E27FC236}">
                <a16:creationId xmlns:a16="http://schemas.microsoft.com/office/drawing/2014/main" id="{94EF7FE6-A598-4EAC-A347-0DADA0A36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596" y="2088760"/>
            <a:ext cx="301752" cy="301752"/>
          </a:xfrm>
          <a:prstGeom prst="rect">
            <a:avLst/>
          </a:prstGeom>
        </p:spPr>
      </p:pic>
      <p:sp>
        <p:nvSpPr>
          <p:cNvPr id="137" name="question 4">
            <a:hlinkClick r:id="rId4" action="ppaction://hlinksldjump"/>
            <a:extLst>
              <a:ext uri="{FF2B5EF4-FFF2-40B4-BE49-F238E27FC236}">
                <a16:creationId xmlns:a16="http://schemas.microsoft.com/office/drawing/2014/main" id="{7A23C107-0D8E-41A3-BC63-D8795A5AC353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138" name="Graphic 137" descr="Cursor with solid fill">
            <a:extLst>
              <a:ext uri="{FF2B5EF4-FFF2-40B4-BE49-F238E27FC236}">
                <a16:creationId xmlns:a16="http://schemas.microsoft.com/office/drawing/2014/main" id="{2E81EF56-182E-42A2-B4B2-27A4EA3AA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sp>
        <p:nvSpPr>
          <p:cNvPr id="140" name="question 3">
            <a:hlinkClick r:id="rId10" action="ppaction://hlinksldjump"/>
            <a:extLst>
              <a:ext uri="{FF2B5EF4-FFF2-40B4-BE49-F238E27FC236}">
                <a16:creationId xmlns:a16="http://schemas.microsoft.com/office/drawing/2014/main" id="{3205D6AE-E0FF-4F38-A22B-1968437FAA6C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Mechanics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42" name="Graphic 141" descr="Cursor with solid fill">
            <a:extLst>
              <a:ext uri="{FF2B5EF4-FFF2-40B4-BE49-F238E27FC236}">
                <a16:creationId xmlns:a16="http://schemas.microsoft.com/office/drawing/2014/main" id="{9C5C1A7A-BBE3-4F5F-9B11-5CCE2B30A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596" y="2652352"/>
            <a:ext cx="301752" cy="301752"/>
          </a:xfrm>
          <a:prstGeom prst="rect">
            <a:avLst/>
          </a:prstGeom>
        </p:spPr>
      </p:pic>
      <p:sp>
        <p:nvSpPr>
          <p:cNvPr id="144" name="question 1">
            <a:hlinkClick r:id="rId11" action="ppaction://hlinksldjump"/>
            <a:extLst>
              <a:ext uri="{FF2B5EF4-FFF2-40B4-BE49-F238E27FC236}">
                <a16:creationId xmlns:a16="http://schemas.microsoft.com/office/drawing/2014/main" id="{A68B791F-CCD3-48D5-814A-72403B3C2E8E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Orientation</a:t>
            </a:r>
          </a:p>
        </p:txBody>
      </p:sp>
      <p:pic>
        <p:nvPicPr>
          <p:cNvPr id="145" name="Graphic 144" descr="Cursor with solid fill">
            <a:extLst>
              <a:ext uri="{FF2B5EF4-FFF2-40B4-BE49-F238E27FC236}">
                <a16:creationId xmlns:a16="http://schemas.microsoft.com/office/drawing/2014/main" id="{1ED36F2A-F9DA-4383-8FA8-023F3DB3C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596" y="422343"/>
            <a:ext cx="301752" cy="301752"/>
          </a:xfrm>
          <a:prstGeom prst="rect">
            <a:avLst/>
          </a:prstGeom>
        </p:spPr>
      </p:pic>
      <p:pic>
        <p:nvPicPr>
          <p:cNvPr id="151" name="Graphic 150" descr="Cursor with solid fill">
            <a:extLst>
              <a:ext uri="{FF2B5EF4-FFF2-40B4-BE49-F238E27FC236}">
                <a16:creationId xmlns:a16="http://schemas.microsoft.com/office/drawing/2014/main" id="{971C4E54-CB71-4149-A363-BFA9F9DCF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996" y="4991431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923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78" grpId="0"/>
      <p:bldP spid="19" grpId="0" animBg="1"/>
      <p:bldP spid="21" grpId="0"/>
      <p:bldP spid="22" grpId="0" animBg="1"/>
      <p:bldP spid="24" grpId="0"/>
      <p:bldP spid="101" grpId="0" animBg="1"/>
      <p:bldP spid="101" grpId="1" animBg="1"/>
      <p:bldP spid="104" grpId="0" animBg="1"/>
      <p:bldP spid="104" grpId="1" animBg="1"/>
      <p:bldP spid="106" grpId="0" animBg="1"/>
      <p:bldP spid="106" grpId="1" animBg="1"/>
      <p:bldP spid="111" grpId="0" animBg="1"/>
      <p:bldP spid="111" grpId="1" animBg="1"/>
      <p:bldP spid="119" grpId="0" animBg="1"/>
      <p:bldP spid="119" grpId="1" animBg="1"/>
      <p:bldP spid="120" grpId="0" animBg="1"/>
      <p:bldP spid="121" grpId="0" animBg="1"/>
      <p:bldP spid="122" grpId="0"/>
      <p:bldP spid="76" grpId="0" animBg="1"/>
      <p:bldP spid="116" grpId="0" animBg="1"/>
      <p:bldP spid="116" grpId="1" animBg="1"/>
      <p:bldP spid="109" grpId="0"/>
      <p:bldP spid="117" grpId="0" animBg="1"/>
      <p:bldP spid="4" grpId="0" animBg="1"/>
      <p:bldP spid="4" grpId="1" animBg="1"/>
      <p:bldP spid="5" grpId="0" animBg="1"/>
      <p:bldP spid="5" grpId="1" animBg="1"/>
      <p:bldP spid="124" grpId="0" animBg="1"/>
      <p:bldP spid="124" grpId="1" animBg="1"/>
      <p:bldP spid="123" grpId="0" animBg="1"/>
      <p:bldP spid="123" grpId="1" animBg="1"/>
      <p:bldP spid="125" grpId="0" animBg="1"/>
      <p:bldP spid="125" grpId="1" animBg="1"/>
      <p:bldP spid="114" grpId="0" animBg="1"/>
      <p:bldP spid="114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What is the actual RR?">
            <a:extLst>
              <a:ext uri="{FF2B5EF4-FFF2-40B4-BE49-F238E27FC236}">
                <a16:creationId xmlns:a16="http://schemas.microsoft.com/office/drawing/2014/main" id="{B2583BB9-6FFE-4093-8EB8-F8C27296323A}"/>
              </a:ext>
            </a:extLst>
          </p:cNvPr>
          <p:cNvSpPr/>
          <p:nvPr/>
        </p:nvSpPr>
        <p:spPr>
          <a:xfrm>
            <a:off x="2021463" y="4440344"/>
            <a:ext cx="2560320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is the actual RR?</a:t>
            </a:r>
          </a:p>
        </p:txBody>
      </p:sp>
      <p:sp>
        <p:nvSpPr>
          <p:cNvPr id="115" name="How much O2 support?">
            <a:extLst>
              <a:ext uri="{FF2B5EF4-FFF2-40B4-BE49-F238E27FC236}">
                <a16:creationId xmlns:a16="http://schemas.microsoft.com/office/drawing/2014/main" id="{EA30FC20-122E-4F74-B366-848D4BFF7767}"/>
              </a:ext>
            </a:extLst>
          </p:cNvPr>
          <p:cNvSpPr/>
          <p:nvPr/>
        </p:nvSpPr>
        <p:spPr>
          <a:xfrm>
            <a:off x="2021463" y="5367699"/>
            <a:ext cx="2560320" cy="59541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How much O</a:t>
            </a:r>
            <a:r>
              <a:rPr lang="en-US" sz="1600" baseline="-25000" dirty="0">
                <a:solidFill>
                  <a:sysClr val="windowText" lastClr="000000"/>
                </a:solidFill>
              </a:rPr>
              <a:t>2</a:t>
            </a:r>
            <a:r>
              <a:rPr lang="en-US" sz="1600" dirty="0">
                <a:solidFill>
                  <a:sysClr val="windowText" lastClr="000000"/>
                </a:solidFill>
              </a:rPr>
              <a:t xml:space="preserve"> support is the patient on?</a:t>
            </a:r>
          </a:p>
        </p:txBody>
      </p:sp>
      <p:sp>
        <p:nvSpPr>
          <p:cNvPr id="116" name="What are key outputs?">
            <a:extLst>
              <a:ext uri="{FF2B5EF4-FFF2-40B4-BE49-F238E27FC236}">
                <a16:creationId xmlns:a16="http://schemas.microsoft.com/office/drawing/2014/main" id="{46F4D90A-608C-464F-BDF6-721073621D6B}"/>
              </a:ext>
            </a:extLst>
          </p:cNvPr>
          <p:cNvSpPr/>
          <p:nvPr/>
        </p:nvSpPr>
        <p:spPr>
          <a:xfrm>
            <a:off x="2021463" y="3257540"/>
            <a:ext cx="2560320" cy="39622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are the key outputs?</a:t>
            </a:r>
          </a:p>
        </p:txBody>
      </p:sp>
      <p:sp>
        <p:nvSpPr>
          <p:cNvPr id="117" name="What is the target parameter">
            <a:extLst>
              <a:ext uri="{FF2B5EF4-FFF2-40B4-BE49-F238E27FC236}">
                <a16:creationId xmlns:a16="http://schemas.microsoft.com/office/drawing/2014/main" id="{374B837E-E06D-4B5F-B88E-780B00578EE8}"/>
              </a:ext>
            </a:extLst>
          </p:cNvPr>
          <p:cNvSpPr/>
          <p:nvPr/>
        </p:nvSpPr>
        <p:spPr>
          <a:xfrm>
            <a:off x="2021463" y="2390512"/>
            <a:ext cx="2560320" cy="37144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is target parameter?</a:t>
            </a:r>
          </a:p>
        </p:txBody>
      </p:sp>
      <p:sp>
        <p:nvSpPr>
          <p:cNvPr id="121" name="What is the mode?">
            <a:extLst>
              <a:ext uri="{FF2B5EF4-FFF2-40B4-BE49-F238E27FC236}">
                <a16:creationId xmlns:a16="http://schemas.microsoft.com/office/drawing/2014/main" id="{E30597DC-3E0F-4F49-85AD-680C7F392420}"/>
              </a:ext>
            </a:extLst>
          </p:cNvPr>
          <p:cNvSpPr/>
          <p:nvPr/>
        </p:nvSpPr>
        <p:spPr>
          <a:xfrm>
            <a:off x="2021463" y="1478085"/>
            <a:ext cx="2560320" cy="35832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is the mode?</a:t>
            </a:r>
          </a:p>
        </p:txBody>
      </p:sp>
      <p:pic>
        <p:nvPicPr>
          <p:cNvPr id="14" name="Graphic 13" descr="Cursor with solid fill">
            <a:extLst>
              <a:ext uri="{FF2B5EF4-FFF2-40B4-BE49-F238E27FC236}">
                <a16:creationId xmlns:a16="http://schemas.microsoft.com/office/drawing/2014/main" id="{7248B5D0-D7CD-4EB9-86B6-D3AE89B38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5790" y="1568298"/>
            <a:ext cx="270672" cy="270672"/>
          </a:xfrm>
          <a:prstGeom prst="rect">
            <a:avLst/>
          </a:prstGeom>
        </p:spPr>
      </p:pic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6A68914D-C1F1-490C-B14D-F3E9CBD66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5790" y="2622014"/>
            <a:ext cx="270672" cy="270672"/>
          </a:xfrm>
          <a:prstGeom prst="rect">
            <a:avLst/>
          </a:prstGeom>
        </p:spPr>
      </p:pic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0A830F2A-91D5-43C0-8B43-2B137D593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5790" y="3748314"/>
            <a:ext cx="270672" cy="270672"/>
          </a:xfrm>
          <a:prstGeom prst="rect">
            <a:avLst/>
          </a:prstGeom>
        </p:spPr>
      </p:pic>
      <p:pic>
        <p:nvPicPr>
          <p:cNvPr id="23" name="Graphic 22" descr="Cursor with solid fill">
            <a:extLst>
              <a:ext uri="{FF2B5EF4-FFF2-40B4-BE49-F238E27FC236}">
                <a16:creationId xmlns:a16="http://schemas.microsoft.com/office/drawing/2014/main" id="{D217B334-7B53-43A9-9843-524AB7E10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5324" y="4976466"/>
            <a:ext cx="270672" cy="270672"/>
          </a:xfrm>
          <a:prstGeom prst="rect">
            <a:avLst/>
          </a:prstGeom>
        </p:spPr>
      </p:pic>
      <p:sp>
        <p:nvSpPr>
          <p:cNvPr id="60" name="question 4">
            <a:hlinkClick r:id="rId4" action="ppaction://hlinksldjump"/>
            <a:extLst>
              <a:ext uri="{FF2B5EF4-FFF2-40B4-BE49-F238E27FC236}">
                <a16:creationId xmlns:a16="http://schemas.microsoft.com/office/drawing/2014/main" id="{789AA28A-A574-404F-9329-6ABC629A3D19}"/>
              </a:ext>
            </a:extLst>
          </p:cNvPr>
          <p:cNvSpPr txBox="1"/>
          <p:nvPr/>
        </p:nvSpPr>
        <p:spPr>
          <a:xfrm>
            <a:off x="504415" y="3518273"/>
            <a:ext cx="499708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5" name="question 4">
            <a:hlinkClick r:id="rId5" action="ppaction://hlinksldjump"/>
            <a:extLst>
              <a:ext uri="{FF2B5EF4-FFF2-40B4-BE49-F238E27FC236}">
                <a16:creationId xmlns:a16="http://schemas.microsoft.com/office/drawing/2014/main" id="{7BFD366F-44B8-4656-AC8C-268693278E61}"/>
              </a:ext>
            </a:extLst>
          </p:cNvPr>
          <p:cNvSpPr txBox="1"/>
          <p:nvPr/>
        </p:nvSpPr>
        <p:spPr>
          <a:xfrm>
            <a:off x="504415" y="4114199"/>
            <a:ext cx="499708" cy="408623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7" name="question 4">
            <a:hlinkClick r:id="rId6" action="ppaction://hlinksldjump"/>
            <a:extLst>
              <a:ext uri="{FF2B5EF4-FFF2-40B4-BE49-F238E27FC236}">
                <a16:creationId xmlns:a16="http://schemas.microsoft.com/office/drawing/2014/main" id="{9B5F114B-02F9-4000-ABA7-B8A7D9FB9986}"/>
              </a:ext>
            </a:extLst>
          </p:cNvPr>
          <p:cNvSpPr txBox="1"/>
          <p:nvPr/>
        </p:nvSpPr>
        <p:spPr>
          <a:xfrm>
            <a:off x="504414" y="4710125"/>
            <a:ext cx="499708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FA9F2F31-40AE-4E1C-B570-6016ADD8D65D}"/>
              </a:ext>
            </a:extLst>
          </p:cNvPr>
          <p:cNvCxnSpPr>
            <a:cxnSpLocks/>
            <a:endCxn id="60" idx="1"/>
          </p:cNvCxnSpPr>
          <p:nvPr/>
        </p:nvCxnSpPr>
        <p:spPr>
          <a:xfrm rot="16200000" flipH="1">
            <a:off x="247114" y="3465284"/>
            <a:ext cx="341986" cy="17261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D9676791-5EBC-43D6-A366-E076651D2D4E}"/>
              </a:ext>
            </a:extLst>
          </p:cNvPr>
          <p:cNvCxnSpPr>
            <a:cxnSpLocks/>
            <a:endCxn id="75" idx="1"/>
          </p:cNvCxnSpPr>
          <p:nvPr/>
        </p:nvCxnSpPr>
        <p:spPr>
          <a:xfrm rot="16200000" flipH="1">
            <a:off x="121360" y="3935455"/>
            <a:ext cx="593119" cy="1729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AEBC0AA5-9991-49A6-B6D8-1F009532C6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0211" y="4520720"/>
            <a:ext cx="595416" cy="1729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0144DA0-5201-4AEF-BD33-1778DD995A22}"/>
              </a:ext>
            </a:extLst>
          </p:cNvPr>
          <p:cNvGrpSpPr/>
          <p:nvPr/>
        </p:nvGrpSpPr>
        <p:grpSpPr>
          <a:xfrm>
            <a:off x="4872773" y="1477816"/>
            <a:ext cx="7132845" cy="4811668"/>
            <a:chOff x="3867664" y="1382357"/>
            <a:chExt cx="7132845" cy="4811668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E767DE5-259E-4F66-A1A0-F223620158AF}"/>
                </a:ext>
              </a:extLst>
            </p:cNvPr>
            <p:cNvSpPr/>
            <p:nvPr/>
          </p:nvSpPr>
          <p:spPr>
            <a:xfrm>
              <a:off x="3867664" y="1382357"/>
              <a:ext cx="7132845" cy="4811668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4DCB1157-67FD-494E-88B4-64311DD22638}"/>
                </a:ext>
              </a:extLst>
            </p:cNvPr>
            <p:cNvSpPr/>
            <p:nvPr/>
          </p:nvSpPr>
          <p:spPr>
            <a:xfrm>
              <a:off x="5404449" y="1673355"/>
              <a:ext cx="4219183" cy="39543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901972E-8E64-4E2D-A784-6153D4063935}"/>
                </a:ext>
              </a:extLst>
            </p:cNvPr>
            <p:cNvSpPr/>
            <p:nvPr/>
          </p:nvSpPr>
          <p:spPr>
            <a:xfrm>
              <a:off x="9897561" y="4995958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100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230073B-3D34-453E-8C15-6DB25AC49EA0}"/>
                </a:ext>
              </a:extLst>
            </p:cNvPr>
            <p:cNvSpPr txBox="1"/>
            <p:nvPr/>
          </p:nvSpPr>
          <p:spPr>
            <a:xfrm>
              <a:off x="10058242" y="5757075"/>
              <a:ext cx="574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FiO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D548FDC-4AAB-4CD7-8CD6-70D2081B3C60}"/>
                </a:ext>
              </a:extLst>
            </p:cNvPr>
            <p:cNvSpPr txBox="1"/>
            <p:nvPr/>
          </p:nvSpPr>
          <p:spPr>
            <a:xfrm>
              <a:off x="9980610" y="457003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PEEP</a:t>
              </a:r>
              <a:endParaRPr lang="en-US" baseline="-250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41D8DA9-A96A-4EB7-A8E3-DB95B6ACA09C}"/>
                </a:ext>
              </a:extLst>
            </p:cNvPr>
            <p:cNvSpPr txBox="1"/>
            <p:nvPr/>
          </p:nvSpPr>
          <p:spPr>
            <a:xfrm>
              <a:off x="10086408" y="2241468"/>
              <a:ext cx="434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RR</a:t>
              </a:r>
              <a:endParaRPr lang="en-US" baseline="-25000" dirty="0"/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9A5D4E3B-0678-444C-95D6-A5DC510835D7}"/>
                </a:ext>
              </a:extLst>
            </p:cNvPr>
            <p:cNvGrpSpPr/>
            <p:nvPr/>
          </p:nvGrpSpPr>
          <p:grpSpPr>
            <a:xfrm>
              <a:off x="5832092" y="1883420"/>
              <a:ext cx="3633805" cy="1416221"/>
              <a:chOff x="5288692" y="1890584"/>
              <a:chExt cx="3633805" cy="1416221"/>
            </a:xfrm>
          </p:grpSpPr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1AD25CE3-C40E-4CB7-94B6-7E2D277C04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88692" y="1890584"/>
                <a:ext cx="0" cy="1416219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E66A5FFC-1D0B-4C23-AFE7-18E6A6E364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91671" y="3306804"/>
                <a:ext cx="3630826" cy="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043FF48-42D6-4048-9B67-E7B0E5D12611}"/>
                </a:ext>
              </a:extLst>
            </p:cNvPr>
            <p:cNvSpPr txBox="1"/>
            <p:nvPr/>
          </p:nvSpPr>
          <p:spPr>
            <a:xfrm>
              <a:off x="7324226" y="3255787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9B36D52-A15F-4279-8860-9F6C136B4EFF}"/>
                </a:ext>
              </a:extLst>
            </p:cNvPr>
            <p:cNvSpPr txBox="1"/>
            <p:nvPr/>
          </p:nvSpPr>
          <p:spPr>
            <a:xfrm rot="16200000">
              <a:off x="5161627" y="2406864"/>
              <a:ext cx="989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Pressure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FC9CFE7-D7ED-4714-975E-904B92674D2C}"/>
                </a:ext>
              </a:extLst>
            </p:cNvPr>
            <p:cNvSpPr txBox="1"/>
            <p:nvPr/>
          </p:nvSpPr>
          <p:spPr>
            <a:xfrm>
              <a:off x="10135759" y="3395453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V</a:t>
              </a:r>
              <a:r>
                <a:rPr lang="en-US" baseline="-25000" dirty="0"/>
                <a:t>T</a:t>
              </a: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1B0CAFDB-7830-4AC2-8F1F-825E8E9EEAF9}"/>
                </a:ext>
              </a:extLst>
            </p:cNvPr>
            <p:cNvSpPr/>
            <p:nvPr/>
          </p:nvSpPr>
          <p:spPr>
            <a:xfrm>
              <a:off x="9897561" y="3816104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18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D602510-0BC4-4BBC-B269-9EE41E07BC19}"/>
                </a:ext>
              </a:extLst>
            </p:cNvPr>
            <p:cNvSpPr/>
            <p:nvPr/>
          </p:nvSpPr>
          <p:spPr>
            <a:xfrm>
              <a:off x="9897561" y="1456394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24</a:t>
              </a: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C7744A45-4AFC-4F75-974E-6A0170AE3F3B}"/>
                </a:ext>
              </a:extLst>
            </p:cNvPr>
            <p:cNvSpPr/>
            <p:nvPr/>
          </p:nvSpPr>
          <p:spPr>
            <a:xfrm>
              <a:off x="9897561" y="2636249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360</a:t>
              </a: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254C6DC-3C0F-4F29-8674-47B697FA3151}"/>
              </a:ext>
            </a:extLst>
          </p:cNvPr>
          <p:cNvSpPr/>
          <p:nvPr/>
        </p:nvSpPr>
        <p:spPr>
          <a:xfrm>
            <a:off x="10822290" y="1519697"/>
            <a:ext cx="995192" cy="11023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835C0E4-40B0-43C0-8FF0-D88F505B1F37}"/>
              </a:ext>
            </a:extLst>
          </p:cNvPr>
          <p:cNvSpPr/>
          <p:nvPr/>
        </p:nvSpPr>
        <p:spPr>
          <a:xfrm>
            <a:off x="5153879" y="1767980"/>
            <a:ext cx="1053132" cy="3460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5"/>
                </a:solidFill>
              </a:rPr>
              <a:t>P</a:t>
            </a:r>
            <a:r>
              <a:rPr lang="en-US" baseline="-25000" dirty="0">
                <a:solidFill>
                  <a:schemeClr val="accent5"/>
                </a:solidFill>
              </a:rPr>
              <a:t>Peak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27 </a:t>
            </a:r>
            <a:r>
              <a:rPr lang="en-US" sz="1000" dirty="0">
                <a:solidFill>
                  <a:schemeClr val="accent5"/>
                </a:solidFill>
              </a:rPr>
              <a:t>cm H</a:t>
            </a:r>
            <a:r>
              <a:rPr lang="en-US" sz="1000" baseline="-25000" dirty="0">
                <a:solidFill>
                  <a:schemeClr val="accent5"/>
                </a:solidFill>
              </a:rPr>
              <a:t>2</a:t>
            </a:r>
            <a:r>
              <a:rPr lang="en-US" sz="1000" dirty="0">
                <a:solidFill>
                  <a:schemeClr val="accent5"/>
                </a:solidFill>
              </a:rPr>
              <a:t xml:space="preserve">O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355 </a:t>
            </a:r>
            <a:r>
              <a:rPr lang="en-US" sz="1000" dirty="0">
                <a:solidFill>
                  <a:schemeClr val="accent5"/>
                </a:solidFill>
              </a:rPr>
              <a:t>mL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RR</a:t>
            </a:r>
            <a:endParaRPr lang="en-US" baseline="-25000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25 </a:t>
            </a:r>
            <a:r>
              <a:rPr lang="en-US" sz="1000" dirty="0">
                <a:solidFill>
                  <a:schemeClr val="accent5"/>
                </a:solidFill>
              </a:rPr>
              <a:t>min</a:t>
            </a:r>
            <a:r>
              <a:rPr lang="en-US" sz="1000" baseline="30000" dirty="0">
                <a:solidFill>
                  <a:schemeClr val="accent5"/>
                </a:solidFill>
              </a:rPr>
              <a:t>-1</a:t>
            </a:r>
            <a:r>
              <a:rPr lang="en-US" sz="3000" dirty="0">
                <a:solidFill>
                  <a:schemeClr val="accent5"/>
                </a:solidFill>
              </a:rPr>
              <a:t xml:space="preserve">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Min Vent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8.9 </a:t>
            </a:r>
            <a:r>
              <a:rPr lang="en-US" sz="1000" dirty="0">
                <a:solidFill>
                  <a:schemeClr val="accent5"/>
                </a:solidFill>
              </a:rPr>
              <a:t>L/min</a:t>
            </a:r>
          </a:p>
          <a:p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FD3BF88-F297-4BF2-8118-E00D4411D010}"/>
              </a:ext>
            </a:extLst>
          </p:cNvPr>
          <p:cNvSpPr/>
          <p:nvPr/>
        </p:nvSpPr>
        <p:spPr>
          <a:xfrm>
            <a:off x="5189504" y="1790990"/>
            <a:ext cx="981750" cy="847039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4B85323-54A5-4992-B8BE-882C8E05F13F}"/>
              </a:ext>
            </a:extLst>
          </p:cNvPr>
          <p:cNvSpPr/>
          <p:nvPr/>
        </p:nvSpPr>
        <p:spPr>
          <a:xfrm>
            <a:off x="5197660" y="3553251"/>
            <a:ext cx="973594" cy="730695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CF66F2C-90FD-4130-9061-5688BC1A2B59}"/>
              </a:ext>
            </a:extLst>
          </p:cNvPr>
          <p:cNvSpPr/>
          <p:nvPr/>
        </p:nvSpPr>
        <p:spPr>
          <a:xfrm>
            <a:off x="10831288" y="3897646"/>
            <a:ext cx="995192" cy="23242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6FFDBFF-A5F7-B54C-8C01-0380D0FA55BE}"/>
              </a:ext>
            </a:extLst>
          </p:cNvPr>
          <p:cNvCxnSpPr>
            <a:cxnSpLocks/>
          </p:cNvCxnSpPr>
          <p:nvPr/>
        </p:nvCxnSpPr>
        <p:spPr>
          <a:xfrm flipV="1">
            <a:off x="6837411" y="3868685"/>
            <a:ext cx="0" cy="14162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95C9A74E-718A-4341-9C4A-44813CA0A931}"/>
              </a:ext>
            </a:extLst>
          </p:cNvPr>
          <p:cNvCxnSpPr>
            <a:cxnSpLocks/>
          </p:cNvCxnSpPr>
          <p:nvPr/>
        </p:nvCxnSpPr>
        <p:spPr>
          <a:xfrm flipV="1">
            <a:off x="6840390" y="4852416"/>
            <a:ext cx="3630826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90167634-BE62-8847-9348-EA0286E1C41D}"/>
              </a:ext>
            </a:extLst>
          </p:cNvPr>
          <p:cNvSpPr txBox="1"/>
          <p:nvPr/>
        </p:nvSpPr>
        <p:spPr>
          <a:xfrm>
            <a:off x="8329545" y="5247833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Time</a:t>
            </a:r>
            <a:endParaRPr lang="en-US" baseline="-250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4FEA144-A180-AB45-A6E2-D0747ED04603}"/>
              </a:ext>
            </a:extLst>
          </p:cNvPr>
          <p:cNvSpPr txBox="1"/>
          <p:nvPr/>
        </p:nvSpPr>
        <p:spPr>
          <a:xfrm rot="16200000">
            <a:off x="6347123" y="4392130"/>
            <a:ext cx="62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Flow</a:t>
            </a: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8663B1BE-CA76-CA48-AEA3-8D5416FC01B9}"/>
              </a:ext>
            </a:extLst>
          </p:cNvPr>
          <p:cNvSpPr/>
          <p:nvPr/>
        </p:nvSpPr>
        <p:spPr>
          <a:xfrm>
            <a:off x="6924234" y="3800830"/>
            <a:ext cx="1048334" cy="1551927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reeform: Shape 8">
            <a:extLst>
              <a:ext uri="{FF2B5EF4-FFF2-40B4-BE49-F238E27FC236}">
                <a16:creationId xmlns:a16="http://schemas.microsoft.com/office/drawing/2014/main" id="{009C00D7-FA41-0542-8C32-F7EDE922F3A5}"/>
              </a:ext>
            </a:extLst>
          </p:cNvPr>
          <p:cNvSpPr/>
          <p:nvPr/>
        </p:nvSpPr>
        <p:spPr>
          <a:xfrm>
            <a:off x="6855613" y="2130001"/>
            <a:ext cx="3405674" cy="1045028"/>
          </a:xfrm>
          <a:custGeom>
            <a:avLst/>
            <a:gdLst>
              <a:gd name="connsiteX0" fmla="*/ 0 w 3526972"/>
              <a:gd name="connsiteY0" fmla="*/ 989045 h 1007707"/>
              <a:gd name="connsiteX1" fmla="*/ 373225 w 3526972"/>
              <a:gd name="connsiteY1" fmla="*/ 989045 h 1007707"/>
              <a:gd name="connsiteX2" fmla="*/ 363894 w 3526972"/>
              <a:gd name="connsiteY2" fmla="*/ 354564 h 1007707"/>
              <a:gd name="connsiteX3" fmla="*/ 979715 w 3526972"/>
              <a:gd name="connsiteY3" fmla="*/ 18662 h 1007707"/>
              <a:gd name="connsiteX4" fmla="*/ 989045 w 3526972"/>
              <a:gd name="connsiteY4" fmla="*/ 1007707 h 1007707"/>
              <a:gd name="connsiteX5" fmla="*/ 2015413 w 3526972"/>
              <a:gd name="connsiteY5" fmla="*/ 998376 h 1007707"/>
              <a:gd name="connsiteX6" fmla="*/ 2034074 w 3526972"/>
              <a:gd name="connsiteY6" fmla="*/ 391886 h 1007707"/>
              <a:gd name="connsiteX7" fmla="*/ 2612572 w 3526972"/>
              <a:gd name="connsiteY7" fmla="*/ 27992 h 1007707"/>
              <a:gd name="connsiteX8" fmla="*/ 2677886 w 3526972"/>
              <a:gd name="connsiteY8" fmla="*/ 0 h 1007707"/>
              <a:gd name="connsiteX9" fmla="*/ 2687217 w 3526972"/>
              <a:gd name="connsiteY9" fmla="*/ 998376 h 1007707"/>
              <a:gd name="connsiteX10" fmla="*/ 3526972 w 3526972"/>
              <a:gd name="connsiteY10" fmla="*/ 979715 h 1007707"/>
              <a:gd name="connsiteX0" fmla="*/ 0 w 3526972"/>
              <a:gd name="connsiteY0" fmla="*/ 970383 h 989045"/>
              <a:gd name="connsiteX1" fmla="*/ 373225 w 3526972"/>
              <a:gd name="connsiteY1" fmla="*/ 970383 h 989045"/>
              <a:gd name="connsiteX2" fmla="*/ 363894 w 3526972"/>
              <a:gd name="connsiteY2" fmla="*/ 335902 h 989045"/>
              <a:gd name="connsiteX3" fmla="*/ 979715 w 3526972"/>
              <a:gd name="connsiteY3" fmla="*/ 0 h 989045"/>
              <a:gd name="connsiteX4" fmla="*/ 989045 w 3526972"/>
              <a:gd name="connsiteY4" fmla="*/ 989045 h 989045"/>
              <a:gd name="connsiteX5" fmla="*/ 2015413 w 3526972"/>
              <a:gd name="connsiteY5" fmla="*/ 979714 h 989045"/>
              <a:gd name="connsiteX6" fmla="*/ 2034074 w 3526972"/>
              <a:gd name="connsiteY6" fmla="*/ 373224 h 989045"/>
              <a:gd name="connsiteX7" fmla="*/ 2612572 w 3526972"/>
              <a:gd name="connsiteY7" fmla="*/ 9330 h 989045"/>
              <a:gd name="connsiteX8" fmla="*/ 2687217 w 3526972"/>
              <a:gd name="connsiteY8" fmla="*/ 979714 h 989045"/>
              <a:gd name="connsiteX9" fmla="*/ 3526972 w 3526972"/>
              <a:gd name="connsiteY9" fmla="*/ 961053 h 989045"/>
              <a:gd name="connsiteX0" fmla="*/ 0 w 3526972"/>
              <a:gd name="connsiteY0" fmla="*/ 1007706 h 1026368"/>
              <a:gd name="connsiteX1" fmla="*/ 373225 w 3526972"/>
              <a:gd name="connsiteY1" fmla="*/ 1007706 h 1026368"/>
              <a:gd name="connsiteX2" fmla="*/ 363894 w 3526972"/>
              <a:gd name="connsiteY2" fmla="*/ 373225 h 1026368"/>
              <a:gd name="connsiteX3" fmla="*/ 979715 w 3526972"/>
              <a:gd name="connsiteY3" fmla="*/ 37323 h 1026368"/>
              <a:gd name="connsiteX4" fmla="*/ 989045 w 3526972"/>
              <a:gd name="connsiteY4" fmla="*/ 1026368 h 1026368"/>
              <a:gd name="connsiteX5" fmla="*/ 2015413 w 3526972"/>
              <a:gd name="connsiteY5" fmla="*/ 1017037 h 1026368"/>
              <a:gd name="connsiteX6" fmla="*/ 2034074 w 3526972"/>
              <a:gd name="connsiteY6" fmla="*/ 410547 h 1026368"/>
              <a:gd name="connsiteX7" fmla="*/ 2687217 w 3526972"/>
              <a:gd name="connsiteY7" fmla="*/ 0 h 1026368"/>
              <a:gd name="connsiteX8" fmla="*/ 2687217 w 3526972"/>
              <a:gd name="connsiteY8" fmla="*/ 1017037 h 1026368"/>
              <a:gd name="connsiteX9" fmla="*/ 3526972 w 3526972"/>
              <a:gd name="connsiteY9" fmla="*/ 998376 h 1026368"/>
              <a:gd name="connsiteX0" fmla="*/ 0 w 3415005"/>
              <a:gd name="connsiteY0" fmla="*/ 1007706 h 1026368"/>
              <a:gd name="connsiteX1" fmla="*/ 373225 w 3415005"/>
              <a:gd name="connsiteY1" fmla="*/ 1007706 h 1026368"/>
              <a:gd name="connsiteX2" fmla="*/ 363894 w 3415005"/>
              <a:gd name="connsiteY2" fmla="*/ 373225 h 1026368"/>
              <a:gd name="connsiteX3" fmla="*/ 979715 w 3415005"/>
              <a:gd name="connsiteY3" fmla="*/ 37323 h 1026368"/>
              <a:gd name="connsiteX4" fmla="*/ 989045 w 3415005"/>
              <a:gd name="connsiteY4" fmla="*/ 1026368 h 1026368"/>
              <a:gd name="connsiteX5" fmla="*/ 2015413 w 3415005"/>
              <a:gd name="connsiteY5" fmla="*/ 1017037 h 1026368"/>
              <a:gd name="connsiteX6" fmla="*/ 2034074 w 3415005"/>
              <a:gd name="connsiteY6" fmla="*/ 410547 h 1026368"/>
              <a:gd name="connsiteX7" fmla="*/ 2687217 w 3415005"/>
              <a:gd name="connsiteY7" fmla="*/ 0 h 1026368"/>
              <a:gd name="connsiteX8" fmla="*/ 2687217 w 3415005"/>
              <a:gd name="connsiteY8" fmla="*/ 1017037 h 1026368"/>
              <a:gd name="connsiteX9" fmla="*/ 3415005 w 3415005"/>
              <a:gd name="connsiteY9" fmla="*/ 998376 h 1026368"/>
              <a:gd name="connsiteX0" fmla="*/ 0 w 3415005"/>
              <a:gd name="connsiteY0" fmla="*/ 1007706 h 1026368"/>
              <a:gd name="connsiteX1" fmla="*/ 373225 w 3415005"/>
              <a:gd name="connsiteY1" fmla="*/ 1007706 h 1026368"/>
              <a:gd name="connsiteX2" fmla="*/ 363894 w 3415005"/>
              <a:gd name="connsiteY2" fmla="*/ 373225 h 1026368"/>
              <a:gd name="connsiteX3" fmla="*/ 979715 w 3415005"/>
              <a:gd name="connsiteY3" fmla="*/ 37323 h 1026368"/>
              <a:gd name="connsiteX4" fmla="*/ 989045 w 3415005"/>
              <a:gd name="connsiteY4" fmla="*/ 1026368 h 1026368"/>
              <a:gd name="connsiteX5" fmla="*/ 2015413 w 3415005"/>
              <a:gd name="connsiteY5" fmla="*/ 1017037 h 1026368"/>
              <a:gd name="connsiteX6" fmla="*/ 2034074 w 3415005"/>
              <a:gd name="connsiteY6" fmla="*/ 410547 h 1026368"/>
              <a:gd name="connsiteX7" fmla="*/ 2687217 w 3415005"/>
              <a:gd name="connsiteY7" fmla="*/ 0 h 1026368"/>
              <a:gd name="connsiteX8" fmla="*/ 2687217 w 3415005"/>
              <a:gd name="connsiteY8" fmla="*/ 1017037 h 1026368"/>
              <a:gd name="connsiteX9" fmla="*/ 3415005 w 3415005"/>
              <a:gd name="connsiteY9" fmla="*/ 1017037 h 1026368"/>
              <a:gd name="connsiteX0" fmla="*/ 0 w 3405674"/>
              <a:gd name="connsiteY0" fmla="*/ 1035698 h 1035698"/>
              <a:gd name="connsiteX1" fmla="*/ 363894 w 3405674"/>
              <a:gd name="connsiteY1" fmla="*/ 1007706 h 1035698"/>
              <a:gd name="connsiteX2" fmla="*/ 354563 w 3405674"/>
              <a:gd name="connsiteY2" fmla="*/ 373225 h 1035698"/>
              <a:gd name="connsiteX3" fmla="*/ 970384 w 3405674"/>
              <a:gd name="connsiteY3" fmla="*/ 37323 h 1035698"/>
              <a:gd name="connsiteX4" fmla="*/ 979714 w 3405674"/>
              <a:gd name="connsiteY4" fmla="*/ 1026368 h 1035698"/>
              <a:gd name="connsiteX5" fmla="*/ 2006082 w 3405674"/>
              <a:gd name="connsiteY5" fmla="*/ 1017037 h 1035698"/>
              <a:gd name="connsiteX6" fmla="*/ 2024743 w 3405674"/>
              <a:gd name="connsiteY6" fmla="*/ 410547 h 1035698"/>
              <a:gd name="connsiteX7" fmla="*/ 2677886 w 3405674"/>
              <a:gd name="connsiteY7" fmla="*/ 0 h 1035698"/>
              <a:gd name="connsiteX8" fmla="*/ 2677886 w 3405674"/>
              <a:gd name="connsiteY8" fmla="*/ 1017037 h 1035698"/>
              <a:gd name="connsiteX9" fmla="*/ 3405674 w 3405674"/>
              <a:gd name="connsiteY9" fmla="*/ 1017037 h 1035698"/>
              <a:gd name="connsiteX0" fmla="*/ 0 w 3405674"/>
              <a:gd name="connsiteY0" fmla="*/ 1035698 h 1035698"/>
              <a:gd name="connsiteX1" fmla="*/ 335903 w 3405674"/>
              <a:gd name="connsiteY1" fmla="*/ 1017036 h 1035698"/>
              <a:gd name="connsiteX2" fmla="*/ 354563 w 3405674"/>
              <a:gd name="connsiteY2" fmla="*/ 373225 h 1035698"/>
              <a:gd name="connsiteX3" fmla="*/ 970384 w 3405674"/>
              <a:gd name="connsiteY3" fmla="*/ 37323 h 1035698"/>
              <a:gd name="connsiteX4" fmla="*/ 979714 w 3405674"/>
              <a:gd name="connsiteY4" fmla="*/ 1026368 h 1035698"/>
              <a:gd name="connsiteX5" fmla="*/ 2006082 w 3405674"/>
              <a:gd name="connsiteY5" fmla="*/ 1017037 h 1035698"/>
              <a:gd name="connsiteX6" fmla="*/ 2024743 w 3405674"/>
              <a:gd name="connsiteY6" fmla="*/ 410547 h 1035698"/>
              <a:gd name="connsiteX7" fmla="*/ 2677886 w 3405674"/>
              <a:gd name="connsiteY7" fmla="*/ 0 h 1035698"/>
              <a:gd name="connsiteX8" fmla="*/ 2677886 w 3405674"/>
              <a:gd name="connsiteY8" fmla="*/ 1017037 h 1035698"/>
              <a:gd name="connsiteX9" fmla="*/ 3405674 w 3405674"/>
              <a:gd name="connsiteY9" fmla="*/ 1017037 h 1035698"/>
              <a:gd name="connsiteX0" fmla="*/ 0 w 3405674"/>
              <a:gd name="connsiteY0" fmla="*/ 1035698 h 1035698"/>
              <a:gd name="connsiteX1" fmla="*/ 335903 w 3405674"/>
              <a:gd name="connsiteY1" fmla="*/ 1017036 h 1035698"/>
              <a:gd name="connsiteX2" fmla="*/ 317240 w 3405674"/>
              <a:gd name="connsiteY2" fmla="*/ 457200 h 1035698"/>
              <a:gd name="connsiteX3" fmla="*/ 970384 w 3405674"/>
              <a:gd name="connsiteY3" fmla="*/ 37323 h 1035698"/>
              <a:gd name="connsiteX4" fmla="*/ 979714 w 3405674"/>
              <a:gd name="connsiteY4" fmla="*/ 1026368 h 1035698"/>
              <a:gd name="connsiteX5" fmla="*/ 2006082 w 3405674"/>
              <a:gd name="connsiteY5" fmla="*/ 1017037 h 1035698"/>
              <a:gd name="connsiteX6" fmla="*/ 2024743 w 3405674"/>
              <a:gd name="connsiteY6" fmla="*/ 410547 h 1035698"/>
              <a:gd name="connsiteX7" fmla="*/ 2677886 w 3405674"/>
              <a:gd name="connsiteY7" fmla="*/ 0 h 1035698"/>
              <a:gd name="connsiteX8" fmla="*/ 2677886 w 3405674"/>
              <a:gd name="connsiteY8" fmla="*/ 1017037 h 1035698"/>
              <a:gd name="connsiteX9" fmla="*/ 3405674 w 3405674"/>
              <a:gd name="connsiteY9" fmla="*/ 1017037 h 103569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2006082 w 3405674"/>
              <a:gd name="connsiteY5" fmla="*/ 1017037 h 1045028"/>
              <a:gd name="connsiteX6" fmla="*/ 2024743 w 3405674"/>
              <a:gd name="connsiteY6" fmla="*/ 410547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2006082 w 3405674"/>
              <a:gd name="connsiteY5" fmla="*/ 1017037 h 1045028"/>
              <a:gd name="connsiteX6" fmla="*/ 1987420 w 3405674"/>
              <a:gd name="connsiteY6" fmla="*/ 391885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59429 w 3405674"/>
              <a:gd name="connsiteY5" fmla="*/ 1017037 h 1045028"/>
              <a:gd name="connsiteX6" fmla="*/ 1987420 w 3405674"/>
              <a:gd name="connsiteY6" fmla="*/ 391885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1987420 w 3405674"/>
              <a:gd name="connsiteY6" fmla="*/ 391885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1996751 w 3405674"/>
              <a:gd name="connsiteY6" fmla="*/ 466530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26368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998377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  <a:gd name="connsiteX0" fmla="*/ 0 w 3405674"/>
              <a:gd name="connsiteY0" fmla="*/ 1035698 h 1045028"/>
              <a:gd name="connsiteX1" fmla="*/ 298580 w 3405674"/>
              <a:gd name="connsiteY1" fmla="*/ 1045028 h 1045028"/>
              <a:gd name="connsiteX2" fmla="*/ 317240 w 3405674"/>
              <a:gd name="connsiteY2" fmla="*/ 457200 h 1045028"/>
              <a:gd name="connsiteX3" fmla="*/ 970384 w 3405674"/>
              <a:gd name="connsiteY3" fmla="*/ 37323 h 1045028"/>
              <a:gd name="connsiteX4" fmla="*/ 979714 w 3405674"/>
              <a:gd name="connsiteY4" fmla="*/ 1017038 h 1045028"/>
              <a:gd name="connsiteX5" fmla="*/ 1987421 w 3405674"/>
              <a:gd name="connsiteY5" fmla="*/ 1007706 h 1045028"/>
              <a:gd name="connsiteX6" fmla="*/ 2006082 w 3405674"/>
              <a:gd name="connsiteY6" fmla="*/ 438539 h 1045028"/>
              <a:gd name="connsiteX7" fmla="*/ 2677886 w 3405674"/>
              <a:gd name="connsiteY7" fmla="*/ 0 h 1045028"/>
              <a:gd name="connsiteX8" fmla="*/ 2677886 w 3405674"/>
              <a:gd name="connsiteY8" fmla="*/ 1017037 h 1045028"/>
              <a:gd name="connsiteX9" fmla="*/ 3405674 w 3405674"/>
              <a:gd name="connsiteY9" fmla="*/ 1017037 h 104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05674" h="1045028">
                <a:moveTo>
                  <a:pt x="0" y="1035698"/>
                </a:moveTo>
                <a:lnTo>
                  <a:pt x="298580" y="1045028"/>
                </a:lnTo>
                <a:lnTo>
                  <a:pt x="317240" y="457200"/>
                </a:lnTo>
                <a:lnTo>
                  <a:pt x="970384" y="37323"/>
                </a:lnTo>
                <a:lnTo>
                  <a:pt x="979714" y="1017038"/>
                </a:lnTo>
                <a:lnTo>
                  <a:pt x="1987421" y="1007706"/>
                </a:lnTo>
                <a:cubicBezTo>
                  <a:pt x="1987421" y="802432"/>
                  <a:pt x="2006082" y="643813"/>
                  <a:pt x="2006082" y="438539"/>
                </a:cubicBezTo>
                <a:lnTo>
                  <a:pt x="2677886" y="0"/>
                </a:lnTo>
                <a:lnTo>
                  <a:pt x="2677886" y="1017037"/>
                </a:lnTo>
                <a:lnTo>
                  <a:pt x="3405674" y="1017037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Freeform: Shape 10">
            <a:extLst>
              <a:ext uri="{FF2B5EF4-FFF2-40B4-BE49-F238E27FC236}">
                <a16:creationId xmlns:a16="http://schemas.microsoft.com/office/drawing/2014/main" id="{5827291C-CD1B-5A4D-BEF1-F02A54555172}"/>
              </a:ext>
            </a:extLst>
          </p:cNvPr>
          <p:cNvSpPr/>
          <p:nvPr/>
        </p:nvSpPr>
        <p:spPr>
          <a:xfrm>
            <a:off x="6846281" y="4014784"/>
            <a:ext cx="3536302" cy="1390262"/>
          </a:xfrm>
          <a:custGeom>
            <a:avLst/>
            <a:gdLst>
              <a:gd name="connsiteX0" fmla="*/ 0 w 3442996"/>
              <a:gd name="connsiteY0" fmla="*/ 839755 h 1399592"/>
              <a:gd name="connsiteX1" fmla="*/ 270588 w 3442996"/>
              <a:gd name="connsiteY1" fmla="*/ 839755 h 1399592"/>
              <a:gd name="connsiteX2" fmla="*/ 270588 w 3442996"/>
              <a:gd name="connsiteY2" fmla="*/ 27992 h 1399592"/>
              <a:gd name="connsiteX3" fmla="*/ 961053 w 3442996"/>
              <a:gd name="connsiteY3" fmla="*/ 37323 h 1399592"/>
              <a:gd name="connsiteX4" fmla="*/ 942392 w 3442996"/>
              <a:gd name="connsiteY4" fmla="*/ 1399592 h 1399592"/>
              <a:gd name="connsiteX5" fmla="*/ 1987421 w 3442996"/>
              <a:gd name="connsiteY5" fmla="*/ 821094 h 1399592"/>
              <a:gd name="connsiteX6" fmla="*/ 1968759 w 3442996"/>
              <a:gd name="connsiteY6" fmla="*/ 0 h 1399592"/>
              <a:gd name="connsiteX7" fmla="*/ 2743200 w 3442996"/>
              <a:gd name="connsiteY7" fmla="*/ 18662 h 1399592"/>
              <a:gd name="connsiteX8" fmla="*/ 2752531 w 3442996"/>
              <a:gd name="connsiteY8" fmla="*/ 1343608 h 1399592"/>
              <a:gd name="connsiteX9" fmla="*/ 3442996 w 3442996"/>
              <a:gd name="connsiteY9" fmla="*/ 849086 h 1399592"/>
              <a:gd name="connsiteX0" fmla="*/ 0 w 3442996"/>
              <a:gd name="connsiteY0" fmla="*/ 839755 h 1399592"/>
              <a:gd name="connsiteX1" fmla="*/ 270588 w 3442996"/>
              <a:gd name="connsiteY1" fmla="*/ 839755 h 1399592"/>
              <a:gd name="connsiteX2" fmla="*/ 270588 w 3442996"/>
              <a:gd name="connsiteY2" fmla="*/ 27992 h 1399592"/>
              <a:gd name="connsiteX3" fmla="*/ 961053 w 3442996"/>
              <a:gd name="connsiteY3" fmla="*/ 37323 h 1399592"/>
              <a:gd name="connsiteX4" fmla="*/ 942392 w 3442996"/>
              <a:gd name="connsiteY4" fmla="*/ 1399592 h 1399592"/>
              <a:gd name="connsiteX5" fmla="*/ 1987421 w 3442996"/>
              <a:gd name="connsiteY5" fmla="*/ 821094 h 1399592"/>
              <a:gd name="connsiteX6" fmla="*/ 1968759 w 3442996"/>
              <a:gd name="connsiteY6" fmla="*/ 0 h 1399592"/>
              <a:gd name="connsiteX7" fmla="*/ 2743200 w 3442996"/>
              <a:gd name="connsiteY7" fmla="*/ 18662 h 1399592"/>
              <a:gd name="connsiteX8" fmla="*/ 2752531 w 3442996"/>
              <a:gd name="connsiteY8" fmla="*/ 1343608 h 1399592"/>
              <a:gd name="connsiteX9" fmla="*/ 3442996 w 3442996"/>
              <a:gd name="connsiteY9" fmla="*/ 849086 h 1399592"/>
              <a:gd name="connsiteX0" fmla="*/ 0 w 3442996"/>
              <a:gd name="connsiteY0" fmla="*/ 839755 h 1399592"/>
              <a:gd name="connsiteX1" fmla="*/ 270588 w 3442996"/>
              <a:gd name="connsiteY1" fmla="*/ 839755 h 1399592"/>
              <a:gd name="connsiteX2" fmla="*/ 270588 w 3442996"/>
              <a:gd name="connsiteY2" fmla="*/ 27992 h 1399592"/>
              <a:gd name="connsiteX3" fmla="*/ 961053 w 3442996"/>
              <a:gd name="connsiteY3" fmla="*/ 37323 h 1399592"/>
              <a:gd name="connsiteX4" fmla="*/ 942392 w 3442996"/>
              <a:gd name="connsiteY4" fmla="*/ 1399592 h 1399592"/>
              <a:gd name="connsiteX5" fmla="*/ 1987421 w 3442996"/>
              <a:gd name="connsiteY5" fmla="*/ 821094 h 1399592"/>
              <a:gd name="connsiteX6" fmla="*/ 1968759 w 3442996"/>
              <a:gd name="connsiteY6" fmla="*/ 0 h 1399592"/>
              <a:gd name="connsiteX7" fmla="*/ 2743200 w 3442996"/>
              <a:gd name="connsiteY7" fmla="*/ 18662 h 1399592"/>
              <a:gd name="connsiteX8" fmla="*/ 2752531 w 3442996"/>
              <a:gd name="connsiteY8" fmla="*/ 1343608 h 1399592"/>
              <a:gd name="connsiteX9" fmla="*/ 3442996 w 3442996"/>
              <a:gd name="connsiteY9" fmla="*/ 849086 h 1399592"/>
              <a:gd name="connsiteX0" fmla="*/ 0 w 3442996"/>
              <a:gd name="connsiteY0" fmla="*/ 839755 h 1399592"/>
              <a:gd name="connsiteX1" fmla="*/ 270588 w 3442996"/>
              <a:gd name="connsiteY1" fmla="*/ 839755 h 1399592"/>
              <a:gd name="connsiteX2" fmla="*/ 270588 w 3442996"/>
              <a:gd name="connsiteY2" fmla="*/ 27992 h 1399592"/>
              <a:gd name="connsiteX3" fmla="*/ 961053 w 3442996"/>
              <a:gd name="connsiteY3" fmla="*/ 37323 h 1399592"/>
              <a:gd name="connsiteX4" fmla="*/ 942392 w 3442996"/>
              <a:gd name="connsiteY4" fmla="*/ 1399592 h 1399592"/>
              <a:gd name="connsiteX5" fmla="*/ 1987421 w 3442996"/>
              <a:gd name="connsiteY5" fmla="*/ 821094 h 1399592"/>
              <a:gd name="connsiteX6" fmla="*/ 1968759 w 3442996"/>
              <a:gd name="connsiteY6" fmla="*/ 0 h 1399592"/>
              <a:gd name="connsiteX7" fmla="*/ 2743200 w 3442996"/>
              <a:gd name="connsiteY7" fmla="*/ 18662 h 1399592"/>
              <a:gd name="connsiteX8" fmla="*/ 2752531 w 3442996"/>
              <a:gd name="connsiteY8" fmla="*/ 1343608 h 1399592"/>
              <a:gd name="connsiteX9" fmla="*/ 3442996 w 3442996"/>
              <a:gd name="connsiteY9" fmla="*/ 849086 h 1399592"/>
              <a:gd name="connsiteX0" fmla="*/ 0 w 3564294"/>
              <a:gd name="connsiteY0" fmla="*/ 839755 h 1399592"/>
              <a:gd name="connsiteX1" fmla="*/ 270588 w 3564294"/>
              <a:gd name="connsiteY1" fmla="*/ 839755 h 1399592"/>
              <a:gd name="connsiteX2" fmla="*/ 270588 w 3564294"/>
              <a:gd name="connsiteY2" fmla="*/ 27992 h 1399592"/>
              <a:gd name="connsiteX3" fmla="*/ 961053 w 3564294"/>
              <a:gd name="connsiteY3" fmla="*/ 37323 h 1399592"/>
              <a:gd name="connsiteX4" fmla="*/ 942392 w 3564294"/>
              <a:gd name="connsiteY4" fmla="*/ 1399592 h 1399592"/>
              <a:gd name="connsiteX5" fmla="*/ 1987421 w 3564294"/>
              <a:gd name="connsiteY5" fmla="*/ 821094 h 1399592"/>
              <a:gd name="connsiteX6" fmla="*/ 1968759 w 3564294"/>
              <a:gd name="connsiteY6" fmla="*/ 0 h 1399592"/>
              <a:gd name="connsiteX7" fmla="*/ 2743200 w 3564294"/>
              <a:gd name="connsiteY7" fmla="*/ 18662 h 1399592"/>
              <a:gd name="connsiteX8" fmla="*/ 2752531 w 3564294"/>
              <a:gd name="connsiteY8" fmla="*/ 1343608 h 1399592"/>
              <a:gd name="connsiteX9" fmla="*/ 3564294 w 3564294"/>
              <a:gd name="connsiteY9" fmla="*/ 849086 h 1399592"/>
              <a:gd name="connsiteX0" fmla="*/ 0 w 3564294"/>
              <a:gd name="connsiteY0" fmla="*/ 839755 h 1399592"/>
              <a:gd name="connsiteX1" fmla="*/ 270588 w 3564294"/>
              <a:gd name="connsiteY1" fmla="*/ 839755 h 1399592"/>
              <a:gd name="connsiteX2" fmla="*/ 270588 w 3564294"/>
              <a:gd name="connsiteY2" fmla="*/ 27992 h 1399592"/>
              <a:gd name="connsiteX3" fmla="*/ 961053 w 3564294"/>
              <a:gd name="connsiteY3" fmla="*/ 37323 h 1399592"/>
              <a:gd name="connsiteX4" fmla="*/ 942392 w 3564294"/>
              <a:gd name="connsiteY4" fmla="*/ 1399592 h 1399592"/>
              <a:gd name="connsiteX5" fmla="*/ 1987421 w 3564294"/>
              <a:gd name="connsiteY5" fmla="*/ 821094 h 1399592"/>
              <a:gd name="connsiteX6" fmla="*/ 1968759 w 3564294"/>
              <a:gd name="connsiteY6" fmla="*/ 0 h 1399592"/>
              <a:gd name="connsiteX7" fmla="*/ 2743200 w 3564294"/>
              <a:gd name="connsiteY7" fmla="*/ 18662 h 1399592"/>
              <a:gd name="connsiteX8" fmla="*/ 2752531 w 3564294"/>
              <a:gd name="connsiteY8" fmla="*/ 1343608 h 1399592"/>
              <a:gd name="connsiteX9" fmla="*/ 3564294 w 3564294"/>
              <a:gd name="connsiteY9" fmla="*/ 849086 h 1399592"/>
              <a:gd name="connsiteX0" fmla="*/ 0 w 3554963"/>
              <a:gd name="connsiteY0" fmla="*/ 839755 h 1399592"/>
              <a:gd name="connsiteX1" fmla="*/ 270588 w 3554963"/>
              <a:gd name="connsiteY1" fmla="*/ 839755 h 1399592"/>
              <a:gd name="connsiteX2" fmla="*/ 270588 w 3554963"/>
              <a:gd name="connsiteY2" fmla="*/ 27992 h 1399592"/>
              <a:gd name="connsiteX3" fmla="*/ 961053 w 3554963"/>
              <a:gd name="connsiteY3" fmla="*/ 37323 h 1399592"/>
              <a:gd name="connsiteX4" fmla="*/ 942392 w 3554963"/>
              <a:gd name="connsiteY4" fmla="*/ 1399592 h 1399592"/>
              <a:gd name="connsiteX5" fmla="*/ 1987421 w 3554963"/>
              <a:gd name="connsiteY5" fmla="*/ 821094 h 1399592"/>
              <a:gd name="connsiteX6" fmla="*/ 1968759 w 3554963"/>
              <a:gd name="connsiteY6" fmla="*/ 0 h 1399592"/>
              <a:gd name="connsiteX7" fmla="*/ 2743200 w 3554963"/>
              <a:gd name="connsiteY7" fmla="*/ 18662 h 1399592"/>
              <a:gd name="connsiteX8" fmla="*/ 2752531 w 3554963"/>
              <a:gd name="connsiteY8" fmla="*/ 1343608 h 1399592"/>
              <a:gd name="connsiteX9" fmla="*/ 3554963 w 3554963"/>
              <a:gd name="connsiteY9" fmla="*/ 886408 h 1399592"/>
              <a:gd name="connsiteX0" fmla="*/ 0 w 3536302"/>
              <a:gd name="connsiteY0" fmla="*/ 839755 h 1399592"/>
              <a:gd name="connsiteX1" fmla="*/ 270588 w 3536302"/>
              <a:gd name="connsiteY1" fmla="*/ 839755 h 1399592"/>
              <a:gd name="connsiteX2" fmla="*/ 270588 w 3536302"/>
              <a:gd name="connsiteY2" fmla="*/ 27992 h 1399592"/>
              <a:gd name="connsiteX3" fmla="*/ 961053 w 3536302"/>
              <a:gd name="connsiteY3" fmla="*/ 37323 h 1399592"/>
              <a:gd name="connsiteX4" fmla="*/ 942392 w 3536302"/>
              <a:gd name="connsiteY4" fmla="*/ 1399592 h 1399592"/>
              <a:gd name="connsiteX5" fmla="*/ 1987421 w 3536302"/>
              <a:gd name="connsiteY5" fmla="*/ 821094 h 1399592"/>
              <a:gd name="connsiteX6" fmla="*/ 1968759 w 3536302"/>
              <a:gd name="connsiteY6" fmla="*/ 0 h 1399592"/>
              <a:gd name="connsiteX7" fmla="*/ 2743200 w 3536302"/>
              <a:gd name="connsiteY7" fmla="*/ 18662 h 1399592"/>
              <a:gd name="connsiteX8" fmla="*/ 2752531 w 3536302"/>
              <a:gd name="connsiteY8" fmla="*/ 1343608 h 1399592"/>
              <a:gd name="connsiteX9" fmla="*/ 3536302 w 3536302"/>
              <a:gd name="connsiteY9" fmla="*/ 933061 h 1399592"/>
              <a:gd name="connsiteX0" fmla="*/ 0 w 3536302"/>
              <a:gd name="connsiteY0" fmla="*/ 839755 h 1399592"/>
              <a:gd name="connsiteX1" fmla="*/ 270588 w 3536302"/>
              <a:gd name="connsiteY1" fmla="*/ 839755 h 1399592"/>
              <a:gd name="connsiteX2" fmla="*/ 270588 w 3536302"/>
              <a:gd name="connsiteY2" fmla="*/ 27992 h 1399592"/>
              <a:gd name="connsiteX3" fmla="*/ 961053 w 3536302"/>
              <a:gd name="connsiteY3" fmla="*/ 37323 h 1399592"/>
              <a:gd name="connsiteX4" fmla="*/ 942392 w 3536302"/>
              <a:gd name="connsiteY4" fmla="*/ 1399592 h 1399592"/>
              <a:gd name="connsiteX5" fmla="*/ 1987421 w 3536302"/>
              <a:gd name="connsiteY5" fmla="*/ 821094 h 1399592"/>
              <a:gd name="connsiteX6" fmla="*/ 1968759 w 3536302"/>
              <a:gd name="connsiteY6" fmla="*/ 0 h 1399592"/>
              <a:gd name="connsiteX7" fmla="*/ 2743200 w 3536302"/>
              <a:gd name="connsiteY7" fmla="*/ 18662 h 1399592"/>
              <a:gd name="connsiteX8" fmla="*/ 2752531 w 3536302"/>
              <a:gd name="connsiteY8" fmla="*/ 1343608 h 1399592"/>
              <a:gd name="connsiteX9" fmla="*/ 3536302 w 3536302"/>
              <a:gd name="connsiteY9" fmla="*/ 933061 h 1399592"/>
              <a:gd name="connsiteX0" fmla="*/ 0 w 3536302"/>
              <a:gd name="connsiteY0" fmla="*/ 839755 h 1399592"/>
              <a:gd name="connsiteX1" fmla="*/ 270588 w 3536302"/>
              <a:gd name="connsiteY1" fmla="*/ 839755 h 1399592"/>
              <a:gd name="connsiteX2" fmla="*/ 270588 w 3536302"/>
              <a:gd name="connsiteY2" fmla="*/ 27992 h 1399592"/>
              <a:gd name="connsiteX3" fmla="*/ 961053 w 3536302"/>
              <a:gd name="connsiteY3" fmla="*/ 37323 h 1399592"/>
              <a:gd name="connsiteX4" fmla="*/ 942392 w 3536302"/>
              <a:gd name="connsiteY4" fmla="*/ 1399592 h 1399592"/>
              <a:gd name="connsiteX5" fmla="*/ 1987421 w 3536302"/>
              <a:gd name="connsiteY5" fmla="*/ 821094 h 1399592"/>
              <a:gd name="connsiteX6" fmla="*/ 1987421 w 3536302"/>
              <a:gd name="connsiteY6" fmla="*/ 0 h 1399592"/>
              <a:gd name="connsiteX7" fmla="*/ 2743200 w 3536302"/>
              <a:gd name="connsiteY7" fmla="*/ 18662 h 1399592"/>
              <a:gd name="connsiteX8" fmla="*/ 2752531 w 3536302"/>
              <a:gd name="connsiteY8" fmla="*/ 1343608 h 1399592"/>
              <a:gd name="connsiteX9" fmla="*/ 3536302 w 3536302"/>
              <a:gd name="connsiteY9" fmla="*/ 933061 h 1399592"/>
              <a:gd name="connsiteX0" fmla="*/ 0 w 3536302"/>
              <a:gd name="connsiteY0" fmla="*/ 830425 h 1390262"/>
              <a:gd name="connsiteX1" fmla="*/ 270588 w 3536302"/>
              <a:gd name="connsiteY1" fmla="*/ 830425 h 1390262"/>
              <a:gd name="connsiteX2" fmla="*/ 270588 w 3536302"/>
              <a:gd name="connsiteY2" fmla="*/ 18662 h 1390262"/>
              <a:gd name="connsiteX3" fmla="*/ 961053 w 3536302"/>
              <a:gd name="connsiteY3" fmla="*/ 27993 h 1390262"/>
              <a:gd name="connsiteX4" fmla="*/ 942392 w 3536302"/>
              <a:gd name="connsiteY4" fmla="*/ 1390262 h 1390262"/>
              <a:gd name="connsiteX5" fmla="*/ 1987421 w 3536302"/>
              <a:gd name="connsiteY5" fmla="*/ 811764 h 1390262"/>
              <a:gd name="connsiteX6" fmla="*/ 2006083 w 3536302"/>
              <a:gd name="connsiteY6" fmla="*/ 0 h 1390262"/>
              <a:gd name="connsiteX7" fmla="*/ 2743200 w 3536302"/>
              <a:gd name="connsiteY7" fmla="*/ 9332 h 1390262"/>
              <a:gd name="connsiteX8" fmla="*/ 2752531 w 3536302"/>
              <a:gd name="connsiteY8" fmla="*/ 1334278 h 1390262"/>
              <a:gd name="connsiteX9" fmla="*/ 3536302 w 3536302"/>
              <a:gd name="connsiteY9" fmla="*/ 923731 h 1390262"/>
              <a:gd name="connsiteX0" fmla="*/ 0 w 3536302"/>
              <a:gd name="connsiteY0" fmla="*/ 830425 h 1390262"/>
              <a:gd name="connsiteX1" fmla="*/ 270588 w 3536302"/>
              <a:gd name="connsiteY1" fmla="*/ 830425 h 1390262"/>
              <a:gd name="connsiteX2" fmla="*/ 270588 w 3536302"/>
              <a:gd name="connsiteY2" fmla="*/ 18662 h 1390262"/>
              <a:gd name="connsiteX3" fmla="*/ 961053 w 3536302"/>
              <a:gd name="connsiteY3" fmla="*/ 27993 h 1390262"/>
              <a:gd name="connsiteX4" fmla="*/ 942392 w 3536302"/>
              <a:gd name="connsiteY4" fmla="*/ 1390262 h 1390262"/>
              <a:gd name="connsiteX5" fmla="*/ 1987421 w 3536302"/>
              <a:gd name="connsiteY5" fmla="*/ 811764 h 1390262"/>
              <a:gd name="connsiteX6" fmla="*/ 1987422 w 3536302"/>
              <a:gd name="connsiteY6" fmla="*/ 0 h 1390262"/>
              <a:gd name="connsiteX7" fmla="*/ 2743200 w 3536302"/>
              <a:gd name="connsiteY7" fmla="*/ 9332 h 1390262"/>
              <a:gd name="connsiteX8" fmla="*/ 2752531 w 3536302"/>
              <a:gd name="connsiteY8" fmla="*/ 1334278 h 1390262"/>
              <a:gd name="connsiteX9" fmla="*/ 3536302 w 3536302"/>
              <a:gd name="connsiteY9" fmla="*/ 923731 h 1390262"/>
              <a:gd name="connsiteX0" fmla="*/ 0 w 3536302"/>
              <a:gd name="connsiteY0" fmla="*/ 830425 h 1390262"/>
              <a:gd name="connsiteX1" fmla="*/ 270588 w 3536302"/>
              <a:gd name="connsiteY1" fmla="*/ 830425 h 1390262"/>
              <a:gd name="connsiteX2" fmla="*/ 270588 w 3536302"/>
              <a:gd name="connsiteY2" fmla="*/ 18662 h 1390262"/>
              <a:gd name="connsiteX3" fmla="*/ 961053 w 3536302"/>
              <a:gd name="connsiteY3" fmla="*/ 27993 h 1390262"/>
              <a:gd name="connsiteX4" fmla="*/ 942392 w 3536302"/>
              <a:gd name="connsiteY4" fmla="*/ 1390262 h 1390262"/>
              <a:gd name="connsiteX5" fmla="*/ 1987421 w 3536302"/>
              <a:gd name="connsiteY5" fmla="*/ 811764 h 1390262"/>
              <a:gd name="connsiteX6" fmla="*/ 1987422 w 3536302"/>
              <a:gd name="connsiteY6" fmla="*/ 0 h 1390262"/>
              <a:gd name="connsiteX7" fmla="*/ 2743200 w 3536302"/>
              <a:gd name="connsiteY7" fmla="*/ 9332 h 1390262"/>
              <a:gd name="connsiteX8" fmla="*/ 2724540 w 3536302"/>
              <a:gd name="connsiteY8" fmla="*/ 1334278 h 1390262"/>
              <a:gd name="connsiteX9" fmla="*/ 3536302 w 3536302"/>
              <a:gd name="connsiteY9" fmla="*/ 923731 h 1390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36302" h="1390262">
                <a:moveTo>
                  <a:pt x="0" y="830425"/>
                </a:moveTo>
                <a:lnTo>
                  <a:pt x="270588" y="830425"/>
                </a:lnTo>
                <a:lnTo>
                  <a:pt x="270588" y="18662"/>
                </a:lnTo>
                <a:lnTo>
                  <a:pt x="961053" y="27993"/>
                </a:lnTo>
                <a:lnTo>
                  <a:pt x="942392" y="1390262"/>
                </a:lnTo>
                <a:cubicBezTo>
                  <a:pt x="1272074" y="1094792"/>
                  <a:pt x="1583094" y="920622"/>
                  <a:pt x="1987421" y="811764"/>
                </a:cubicBezTo>
                <a:cubicBezTo>
                  <a:pt x="1987421" y="541176"/>
                  <a:pt x="1987422" y="270588"/>
                  <a:pt x="1987422" y="0"/>
                </a:cubicBezTo>
                <a:lnTo>
                  <a:pt x="2743200" y="9332"/>
                </a:lnTo>
                <a:cubicBezTo>
                  <a:pt x="2746310" y="450981"/>
                  <a:pt x="2721430" y="892629"/>
                  <a:pt x="2724540" y="1334278"/>
                </a:cubicBezTo>
                <a:cubicBezTo>
                  <a:pt x="2936034" y="1113453"/>
                  <a:pt x="3231502" y="1013927"/>
                  <a:pt x="3536302" y="92373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8" name="Graphic 77" descr="Cursor with solid fill">
            <a:extLst>
              <a:ext uri="{FF2B5EF4-FFF2-40B4-BE49-F238E27FC236}">
                <a16:creationId xmlns:a16="http://schemas.microsoft.com/office/drawing/2014/main" id="{77618202-7888-451E-9668-63CE9B3E2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996" y="4991431"/>
            <a:ext cx="301752" cy="301752"/>
          </a:xfrm>
          <a:prstGeom prst="rect">
            <a:avLst/>
          </a:prstGeom>
        </p:spPr>
      </p:pic>
      <p:pic>
        <p:nvPicPr>
          <p:cNvPr id="89" name="Graphic 88" descr="Cursor with solid fill">
            <a:extLst>
              <a:ext uri="{FF2B5EF4-FFF2-40B4-BE49-F238E27FC236}">
                <a16:creationId xmlns:a16="http://schemas.microsoft.com/office/drawing/2014/main" id="{90814671-7464-42DD-8E5D-F08F31095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996" y="3801942"/>
            <a:ext cx="301752" cy="301752"/>
          </a:xfrm>
          <a:prstGeom prst="rect">
            <a:avLst/>
          </a:prstGeom>
        </p:spPr>
      </p:pic>
      <p:sp>
        <p:nvSpPr>
          <p:cNvPr id="110" name="Case 1 Answer 4">
            <a:extLst>
              <a:ext uri="{FF2B5EF4-FFF2-40B4-BE49-F238E27FC236}">
                <a16:creationId xmlns:a16="http://schemas.microsoft.com/office/drawing/2014/main" id="{2560994E-331C-4303-8789-3CE496D0A45E}"/>
              </a:ext>
            </a:extLst>
          </p:cNvPr>
          <p:cNvSpPr txBox="1"/>
          <p:nvPr/>
        </p:nvSpPr>
        <p:spPr>
          <a:xfrm>
            <a:off x="2004290" y="3690139"/>
            <a:ext cx="2560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 xml:space="preserve">Peak pressure  (ΔP &lt;10, so inspiratory hold not needed) 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D6DAD8E-AA1C-A341-87C0-DFFD624EDE18}"/>
              </a:ext>
            </a:extLst>
          </p:cNvPr>
          <p:cNvSpPr/>
          <p:nvPr/>
        </p:nvSpPr>
        <p:spPr>
          <a:xfrm>
            <a:off x="10826783" y="2653458"/>
            <a:ext cx="995192" cy="1197534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697735BE-6267-4614-A7E6-64F53920ECA2}"/>
              </a:ext>
            </a:extLst>
          </p:cNvPr>
          <p:cNvSpPr/>
          <p:nvPr/>
        </p:nvSpPr>
        <p:spPr>
          <a:xfrm>
            <a:off x="8099368" y="4482743"/>
            <a:ext cx="2045891" cy="55207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 xml:space="preserve">Square wave in flow = volume mode  </a:t>
            </a: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9088B35F-F955-4B2C-99CC-CE66549FE03D}"/>
              </a:ext>
            </a:extLst>
          </p:cNvPr>
          <p:cNvSpPr/>
          <p:nvPr/>
        </p:nvSpPr>
        <p:spPr>
          <a:xfrm>
            <a:off x="7904751" y="4297558"/>
            <a:ext cx="309277" cy="32875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3EB6F84F-4DEC-4949-8B5E-D226D9A0455C}"/>
              </a:ext>
            </a:extLst>
          </p:cNvPr>
          <p:cNvSpPr/>
          <p:nvPr/>
        </p:nvSpPr>
        <p:spPr>
          <a:xfrm>
            <a:off x="10642968" y="1316197"/>
            <a:ext cx="309277" cy="32875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30" name="Case 1 Answer 4">
            <a:extLst>
              <a:ext uri="{FF2B5EF4-FFF2-40B4-BE49-F238E27FC236}">
                <a16:creationId xmlns:a16="http://schemas.microsoft.com/office/drawing/2014/main" id="{FBF7905E-348F-4F8C-9A40-3C2258A5E383}"/>
              </a:ext>
            </a:extLst>
          </p:cNvPr>
          <p:cNvSpPr txBox="1"/>
          <p:nvPr/>
        </p:nvSpPr>
        <p:spPr>
          <a:xfrm>
            <a:off x="2004290" y="2812611"/>
            <a:ext cx="2560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V</a:t>
            </a:r>
            <a:r>
              <a:rPr lang="en-US" sz="1600" baseline="-25000" dirty="0"/>
              <a:t>T</a:t>
            </a:r>
          </a:p>
        </p:txBody>
      </p:sp>
      <p:sp>
        <p:nvSpPr>
          <p:cNvPr id="134" name="What is the actual RR?">
            <a:extLst>
              <a:ext uri="{FF2B5EF4-FFF2-40B4-BE49-F238E27FC236}">
                <a16:creationId xmlns:a16="http://schemas.microsoft.com/office/drawing/2014/main" id="{B463945C-18F6-4BDC-AA9B-489F1551D3FA}"/>
              </a:ext>
            </a:extLst>
          </p:cNvPr>
          <p:cNvSpPr/>
          <p:nvPr/>
        </p:nvSpPr>
        <p:spPr>
          <a:xfrm>
            <a:off x="2026868" y="4446452"/>
            <a:ext cx="2560320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is the actual RR?</a:t>
            </a:r>
          </a:p>
        </p:txBody>
      </p:sp>
      <p:sp>
        <p:nvSpPr>
          <p:cNvPr id="135" name="Case 1 Answer 3">
            <a:extLst>
              <a:ext uri="{FF2B5EF4-FFF2-40B4-BE49-F238E27FC236}">
                <a16:creationId xmlns:a16="http://schemas.microsoft.com/office/drawing/2014/main" id="{79FC05F5-9FCA-44F2-B5B6-F69412E38464}"/>
              </a:ext>
            </a:extLst>
          </p:cNvPr>
          <p:cNvSpPr txBox="1"/>
          <p:nvPr/>
        </p:nvSpPr>
        <p:spPr>
          <a:xfrm>
            <a:off x="2004290" y="4859325"/>
            <a:ext cx="2560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25 breaths per minute</a:t>
            </a:r>
          </a:p>
        </p:txBody>
      </p:sp>
      <p:sp>
        <p:nvSpPr>
          <p:cNvPr id="136" name="How much O2 support?">
            <a:extLst>
              <a:ext uri="{FF2B5EF4-FFF2-40B4-BE49-F238E27FC236}">
                <a16:creationId xmlns:a16="http://schemas.microsoft.com/office/drawing/2014/main" id="{00D026A6-14A2-457E-A4B0-7340AAE920E3}"/>
              </a:ext>
            </a:extLst>
          </p:cNvPr>
          <p:cNvSpPr/>
          <p:nvPr/>
        </p:nvSpPr>
        <p:spPr>
          <a:xfrm>
            <a:off x="2026868" y="5373807"/>
            <a:ext cx="2560320" cy="59541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How much O</a:t>
            </a:r>
            <a:r>
              <a:rPr lang="en-US" sz="1600" baseline="-25000" dirty="0">
                <a:solidFill>
                  <a:sysClr val="windowText" lastClr="000000"/>
                </a:solidFill>
              </a:rPr>
              <a:t>2</a:t>
            </a:r>
            <a:r>
              <a:rPr lang="en-US" sz="1600" dirty="0">
                <a:solidFill>
                  <a:sysClr val="windowText" lastClr="000000"/>
                </a:solidFill>
              </a:rPr>
              <a:t xml:space="preserve"> support is the patient on?</a:t>
            </a:r>
          </a:p>
        </p:txBody>
      </p:sp>
      <p:sp>
        <p:nvSpPr>
          <p:cNvPr id="138" name="Case 1 Answer 4">
            <a:extLst>
              <a:ext uri="{FF2B5EF4-FFF2-40B4-BE49-F238E27FC236}">
                <a16:creationId xmlns:a16="http://schemas.microsoft.com/office/drawing/2014/main" id="{A8D8DDBA-1E8D-4E5C-92D5-219BCF68D1A6}"/>
              </a:ext>
            </a:extLst>
          </p:cNvPr>
          <p:cNvSpPr txBox="1"/>
          <p:nvPr/>
        </p:nvSpPr>
        <p:spPr>
          <a:xfrm>
            <a:off x="2057622" y="5999780"/>
            <a:ext cx="2453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Very high O</a:t>
            </a:r>
            <a:r>
              <a:rPr lang="en-US" sz="1600" baseline="-25000" dirty="0"/>
              <a:t>2</a:t>
            </a:r>
            <a:r>
              <a:rPr lang="en-US" sz="1600" dirty="0"/>
              <a:t xml:space="preserve"> support. Maximum FiO</a:t>
            </a:r>
            <a:r>
              <a:rPr lang="en-US" sz="1600" baseline="-25000" dirty="0"/>
              <a:t>2</a:t>
            </a:r>
            <a:r>
              <a:rPr lang="en-US" sz="1600" dirty="0"/>
              <a:t xml:space="preserve"> and PEEP. </a:t>
            </a:r>
          </a:p>
        </p:txBody>
      </p:sp>
      <p:sp>
        <p:nvSpPr>
          <p:cNvPr id="140" name="What are key outputs?">
            <a:extLst>
              <a:ext uri="{FF2B5EF4-FFF2-40B4-BE49-F238E27FC236}">
                <a16:creationId xmlns:a16="http://schemas.microsoft.com/office/drawing/2014/main" id="{2F7EC4A9-C9F3-4DDF-A96B-EE98A6239E60}"/>
              </a:ext>
            </a:extLst>
          </p:cNvPr>
          <p:cNvSpPr/>
          <p:nvPr/>
        </p:nvSpPr>
        <p:spPr>
          <a:xfrm>
            <a:off x="2026868" y="3263648"/>
            <a:ext cx="2560320" cy="39622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are the key outputs?</a:t>
            </a:r>
          </a:p>
        </p:txBody>
      </p:sp>
      <p:pic>
        <p:nvPicPr>
          <p:cNvPr id="148" name="Graphic 147" descr="Cursor with solid fill">
            <a:extLst>
              <a:ext uri="{FF2B5EF4-FFF2-40B4-BE49-F238E27FC236}">
                <a16:creationId xmlns:a16="http://schemas.microsoft.com/office/drawing/2014/main" id="{379BC89D-0937-44DF-823F-EE5A88FC2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4953" y="3550112"/>
            <a:ext cx="301752" cy="301752"/>
          </a:xfrm>
          <a:prstGeom prst="rect">
            <a:avLst/>
          </a:prstGeom>
        </p:spPr>
      </p:pic>
      <p:pic>
        <p:nvPicPr>
          <p:cNvPr id="149" name="Graphic 148" descr="Cursor with solid fill">
            <a:extLst>
              <a:ext uri="{FF2B5EF4-FFF2-40B4-BE49-F238E27FC236}">
                <a16:creationId xmlns:a16="http://schemas.microsoft.com/office/drawing/2014/main" id="{662A923A-CD03-47B9-8AD4-C69AEA27B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4953" y="5830274"/>
            <a:ext cx="301752" cy="301752"/>
          </a:xfrm>
          <a:prstGeom prst="rect">
            <a:avLst/>
          </a:prstGeom>
        </p:spPr>
      </p:pic>
      <p:pic>
        <p:nvPicPr>
          <p:cNvPr id="150" name="Graphic 149" descr="Cursor with solid fill">
            <a:extLst>
              <a:ext uri="{FF2B5EF4-FFF2-40B4-BE49-F238E27FC236}">
                <a16:creationId xmlns:a16="http://schemas.microsoft.com/office/drawing/2014/main" id="{688A7A57-6370-4C83-9B09-FFEDDFE2D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4953" y="4671133"/>
            <a:ext cx="301752" cy="301752"/>
          </a:xfrm>
          <a:prstGeom prst="rect">
            <a:avLst/>
          </a:prstGeom>
        </p:spPr>
      </p:pic>
      <p:sp>
        <p:nvSpPr>
          <p:cNvPr id="151" name="What is the target parameter">
            <a:extLst>
              <a:ext uri="{FF2B5EF4-FFF2-40B4-BE49-F238E27FC236}">
                <a16:creationId xmlns:a16="http://schemas.microsoft.com/office/drawing/2014/main" id="{0ED9E409-C6B0-4095-A87B-AE8F7A59D9BC}"/>
              </a:ext>
            </a:extLst>
          </p:cNvPr>
          <p:cNvSpPr/>
          <p:nvPr/>
        </p:nvSpPr>
        <p:spPr>
          <a:xfrm>
            <a:off x="2026868" y="2396620"/>
            <a:ext cx="2560320" cy="37144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is target parameter?</a:t>
            </a:r>
          </a:p>
        </p:txBody>
      </p:sp>
      <p:pic>
        <p:nvPicPr>
          <p:cNvPr id="152" name="Graphic 151" descr="Cursor with solid fill">
            <a:extLst>
              <a:ext uri="{FF2B5EF4-FFF2-40B4-BE49-F238E27FC236}">
                <a16:creationId xmlns:a16="http://schemas.microsoft.com/office/drawing/2014/main" id="{59A7EA3A-9295-4095-9A4C-B63C18446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4953" y="2625953"/>
            <a:ext cx="301752" cy="301752"/>
          </a:xfrm>
          <a:prstGeom prst="rect">
            <a:avLst/>
          </a:prstGeom>
        </p:spPr>
      </p:pic>
      <p:sp>
        <p:nvSpPr>
          <p:cNvPr id="153" name="Case 1 Answer 4">
            <a:extLst>
              <a:ext uri="{FF2B5EF4-FFF2-40B4-BE49-F238E27FC236}">
                <a16:creationId xmlns:a16="http://schemas.microsoft.com/office/drawing/2014/main" id="{B859AB7D-2461-4A0B-8DE0-C62895D56492}"/>
              </a:ext>
            </a:extLst>
          </p:cNvPr>
          <p:cNvSpPr txBox="1"/>
          <p:nvPr/>
        </p:nvSpPr>
        <p:spPr>
          <a:xfrm>
            <a:off x="2057622" y="1886546"/>
            <a:ext cx="2453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Volume control</a:t>
            </a:r>
          </a:p>
        </p:txBody>
      </p:sp>
      <p:sp>
        <p:nvSpPr>
          <p:cNvPr id="154" name="What is the mode?">
            <a:extLst>
              <a:ext uri="{FF2B5EF4-FFF2-40B4-BE49-F238E27FC236}">
                <a16:creationId xmlns:a16="http://schemas.microsoft.com/office/drawing/2014/main" id="{275066DA-6E71-44C3-9B15-1811E68802F6}"/>
              </a:ext>
            </a:extLst>
          </p:cNvPr>
          <p:cNvSpPr/>
          <p:nvPr/>
        </p:nvSpPr>
        <p:spPr>
          <a:xfrm>
            <a:off x="2026868" y="1484193"/>
            <a:ext cx="2560320" cy="35832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is the mode?</a:t>
            </a:r>
          </a:p>
        </p:txBody>
      </p:sp>
      <p:pic>
        <p:nvPicPr>
          <p:cNvPr id="155" name="Graphic 154" descr="Cursor with solid fill">
            <a:extLst>
              <a:ext uri="{FF2B5EF4-FFF2-40B4-BE49-F238E27FC236}">
                <a16:creationId xmlns:a16="http://schemas.microsoft.com/office/drawing/2014/main" id="{A853A518-4853-4625-92F0-188DBC039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4953" y="1712054"/>
            <a:ext cx="301752" cy="301752"/>
          </a:xfrm>
          <a:prstGeom prst="rect">
            <a:avLst/>
          </a:prstGeom>
        </p:spPr>
      </p:pic>
      <p:sp>
        <p:nvSpPr>
          <p:cNvPr id="156" name="Oval 155">
            <a:extLst>
              <a:ext uri="{FF2B5EF4-FFF2-40B4-BE49-F238E27FC236}">
                <a16:creationId xmlns:a16="http://schemas.microsoft.com/office/drawing/2014/main" id="{885B44D4-7DC6-429E-94A4-6F1D12EC953D}"/>
              </a:ext>
            </a:extLst>
          </p:cNvPr>
          <p:cNvSpPr/>
          <p:nvPr/>
        </p:nvSpPr>
        <p:spPr>
          <a:xfrm>
            <a:off x="10593439" y="2669675"/>
            <a:ext cx="309277" cy="328751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4557F407-2D0F-4529-B438-01783C8DCA15}"/>
              </a:ext>
            </a:extLst>
          </p:cNvPr>
          <p:cNvCxnSpPr>
            <a:cxnSpLocks/>
          </p:cNvCxnSpPr>
          <p:nvPr/>
        </p:nvCxnSpPr>
        <p:spPr>
          <a:xfrm flipH="1">
            <a:off x="7961931" y="2130001"/>
            <a:ext cx="10637" cy="992604"/>
          </a:xfrm>
          <a:prstGeom prst="straightConnector1">
            <a:avLst/>
          </a:prstGeom>
          <a:ln w="3810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Case 1 - Q1">
            <a:extLst>
              <a:ext uri="{FF2B5EF4-FFF2-40B4-BE49-F238E27FC236}">
                <a16:creationId xmlns:a16="http://schemas.microsoft.com/office/drawing/2014/main" id="{2FF2D2D4-878E-450A-A781-B48CFAC62524}"/>
              </a:ext>
            </a:extLst>
          </p:cNvPr>
          <p:cNvSpPr/>
          <p:nvPr/>
        </p:nvSpPr>
        <p:spPr>
          <a:xfrm>
            <a:off x="8056174" y="2486420"/>
            <a:ext cx="1601768" cy="30321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ΔP = Peak – PEEP</a:t>
            </a: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81937650-AED9-476D-9C0A-D6CC1F00BD86}"/>
              </a:ext>
            </a:extLst>
          </p:cNvPr>
          <p:cNvSpPr/>
          <p:nvPr/>
        </p:nvSpPr>
        <p:spPr>
          <a:xfrm>
            <a:off x="4945205" y="1568298"/>
            <a:ext cx="309277" cy="328751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61" name="Case 1 Question 1">
            <a:extLst>
              <a:ext uri="{FF2B5EF4-FFF2-40B4-BE49-F238E27FC236}">
                <a16:creationId xmlns:a16="http://schemas.microsoft.com/office/drawing/2014/main" id="{089100BE-441F-44BA-90D8-E28ECA827897}"/>
              </a:ext>
            </a:extLst>
          </p:cNvPr>
          <p:cNvSpPr/>
          <p:nvPr/>
        </p:nvSpPr>
        <p:spPr>
          <a:xfrm>
            <a:off x="6128785" y="110001"/>
            <a:ext cx="1707678" cy="466419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Case 2</a:t>
            </a:r>
          </a:p>
        </p:txBody>
      </p:sp>
      <p:sp>
        <p:nvSpPr>
          <p:cNvPr id="90" name="question 1">
            <a:hlinkClick r:id="rId7" action="ppaction://hlinksldjump"/>
            <a:extLst>
              <a:ext uri="{FF2B5EF4-FFF2-40B4-BE49-F238E27FC236}">
                <a16:creationId xmlns:a16="http://schemas.microsoft.com/office/drawing/2014/main" id="{E8055EF5-FC14-4D27-918B-9FE7C09FD800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</a:t>
            </a:r>
          </a:p>
        </p:txBody>
      </p:sp>
      <p:sp>
        <p:nvSpPr>
          <p:cNvPr id="92" name="Question 2">
            <a:hlinkClick r:id="rId8" action="ppaction://hlinksldjump"/>
            <a:extLst>
              <a:ext uri="{FF2B5EF4-FFF2-40B4-BE49-F238E27FC236}">
                <a16:creationId xmlns:a16="http://schemas.microsoft.com/office/drawing/2014/main" id="{FBBFE79B-3DC4-43A1-8BF6-2D534E5A66A1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</a:t>
            </a:r>
            <a:r>
              <a:rPr lang="en-US" baseline="-25000" dirty="0">
                <a:solidFill>
                  <a:sysClr val="windowText" lastClr="000000"/>
                </a:solidFill>
              </a:rPr>
              <a:t>2</a:t>
            </a:r>
            <a:r>
              <a:rPr lang="en-US" dirty="0">
                <a:solidFill>
                  <a:sysClr val="windowText" lastClr="000000"/>
                </a:solidFill>
              </a:rPr>
              <a:t xml:space="preserve"> support</a:t>
            </a:r>
          </a:p>
        </p:txBody>
      </p:sp>
      <p:sp>
        <p:nvSpPr>
          <p:cNvPr id="94" name="question 4">
            <a:hlinkClick r:id="rId9" action="ppaction://hlinksldjump"/>
            <a:extLst>
              <a:ext uri="{FF2B5EF4-FFF2-40B4-BE49-F238E27FC236}">
                <a16:creationId xmlns:a16="http://schemas.microsoft.com/office/drawing/2014/main" id="{A496D82F-A6FA-4CB0-A79A-8E7FA85FBDC8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Ventilation</a:t>
            </a:r>
          </a:p>
        </p:txBody>
      </p:sp>
      <p:pic>
        <p:nvPicPr>
          <p:cNvPr id="101" name="Graphic 100" descr="Cursor with solid fill">
            <a:extLst>
              <a:ext uri="{FF2B5EF4-FFF2-40B4-BE49-F238E27FC236}">
                <a16:creationId xmlns:a16="http://schemas.microsoft.com/office/drawing/2014/main" id="{62BDB1E0-C757-4630-BABA-55352EB30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596" y="945241"/>
            <a:ext cx="301752" cy="301752"/>
          </a:xfrm>
          <a:prstGeom prst="rect">
            <a:avLst/>
          </a:prstGeom>
        </p:spPr>
      </p:pic>
      <p:pic>
        <p:nvPicPr>
          <p:cNvPr id="102" name="Graphic 101" descr="Cursor with solid fill">
            <a:extLst>
              <a:ext uri="{FF2B5EF4-FFF2-40B4-BE49-F238E27FC236}">
                <a16:creationId xmlns:a16="http://schemas.microsoft.com/office/drawing/2014/main" id="{3F17456D-FF47-41BE-8EBF-5407D596B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596" y="1540247"/>
            <a:ext cx="301752" cy="301752"/>
          </a:xfrm>
          <a:prstGeom prst="rect">
            <a:avLst/>
          </a:prstGeom>
        </p:spPr>
      </p:pic>
      <p:pic>
        <p:nvPicPr>
          <p:cNvPr id="103" name="Graphic 102" descr="Cursor with solid fill">
            <a:extLst>
              <a:ext uri="{FF2B5EF4-FFF2-40B4-BE49-F238E27FC236}">
                <a16:creationId xmlns:a16="http://schemas.microsoft.com/office/drawing/2014/main" id="{128A1EE8-F2DB-421A-A0AD-BE2076B7A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596" y="2088760"/>
            <a:ext cx="301752" cy="301752"/>
          </a:xfrm>
          <a:prstGeom prst="rect">
            <a:avLst/>
          </a:prstGeom>
        </p:spPr>
      </p:pic>
      <p:sp>
        <p:nvSpPr>
          <p:cNvPr id="107" name="question 4">
            <a:hlinkClick r:id="rId4" action="ppaction://hlinksldjump"/>
            <a:extLst>
              <a:ext uri="{FF2B5EF4-FFF2-40B4-BE49-F238E27FC236}">
                <a16:creationId xmlns:a16="http://schemas.microsoft.com/office/drawing/2014/main" id="{0961391C-9631-4727-9060-5ABC36AE94EE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108" name="Graphic 107" descr="Cursor with solid fill">
            <a:extLst>
              <a:ext uri="{FF2B5EF4-FFF2-40B4-BE49-F238E27FC236}">
                <a16:creationId xmlns:a16="http://schemas.microsoft.com/office/drawing/2014/main" id="{5639BFC9-5F87-46AE-B635-42AC1A2DF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sp>
        <p:nvSpPr>
          <p:cNvPr id="109" name="question 3">
            <a:hlinkClick r:id="rId10" action="ppaction://hlinksldjump"/>
            <a:extLst>
              <a:ext uri="{FF2B5EF4-FFF2-40B4-BE49-F238E27FC236}">
                <a16:creationId xmlns:a16="http://schemas.microsoft.com/office/drawing/2014/main" id="{07A4F1A6-62C2-49A9-A466-52192CF181D3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Mechanics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11" name="Graphic 110" descr="Cursor with solid fill">
            <a:extLst>
              <a:ext uri="{FF2B5EF4-FFF2-40B4-BE49-F238E27FC236}">
                <a16:creationId xmlns:a16="http://schemas.microsoft.com/office/drawing/2014/main" id="{9397E38C-8944-4F58-8D18-FD38615E5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596" y="2652352"/>
            <a:ext cx="301752" cy="301752"/>
          </a:xfrm>
          <a:prstGeom prst="rect">
            <a:avLst/>
          </a:prstGeom>
        </p:spPr>
      </p:pic>
      <p:sp>
        <p:nvSpPr>
          <p:cNvPr id="112" name="question 1">
            <a:hlinkClick r:id="rId11" action="ppaction://hlinksldjump"/>
            <a:extLst>
              <a:ext uri="{FF2B5EF4-FFF2-40B4-BE49-F238E27FC236}">
                <a16:creationId xmlns:a16="http://schemas.microsoft.com/office/drawing/2014/main" id="{0F6BBD14-9A7E-4C69-AA31-7D113DB1CA6F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Orientation</a:t>
            </a:r>
          </a:p>
        </p:txBody>
      </p:sp>
      <p:pic>
        <p:nvPicPr>
          <p:cNvPr id="113" name="Graphic 112" descr="Cursor with solid fill">
            <a:extLst>
              <a:ext uri="{FF2B5EF4-FFF2-40B4-BE49-F238E27FC236}">
                <a16:creationId xmlns:a16="http://schemas.microsoft.com/office/drawing/2014/main" id="{FB1DE5D0-1156-4AE4-8A64-D0580317B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596" y="422343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10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</p:childTnLst>
        </p:cTn>
      </p:par>
    </p:tnLst>
    <p:bldLst>
      <p:bldP spid="104" grpId="0" animBg="1"/>
      <p:bldP spid="106" grpId="0" animBg="1"/>
      <p:bldP spid="106" grpId="1" animBg="1"/>
      <p:bldP spid="119" grpId="0" animBg="1"/>
      <p:bldP spid="119" grpId="1" animBg="1"/>
      <p:bldP spid="120" grpId="0" animBg="1"/>
      <p:bldP spid="145" grpId="0" animBg="1"/>
      <p:bldP spid="110" grpId="0"/>
      <p:bldP spid="118" grpId="0" animBg="1"/>
      <p:bldP spid="128" grpId="0" animBg="1"/>
      <p:bldP spid="128" grpId="1" animBg="1"/>
      <p:bldP spid="127" grpId="0" animBg="1"/>
      <p:bldP spid="127" grpId="1" animBg="1"/>
      <p:bldP spid="129" grpId="0" animBg="1"/>
      <p:bldP spid="129" grpId="1" animBg="1"/>
      <p:bldP spid="130" grpId="0"/>
      <p:bldP spid="134" grpId="0" animBg="1"/>
      <p:bldP spid="135" grpId="0"/>
      <p:bldP spid="136" grpId="0" animBg="1"/>
      <p:bldP spid="138" grpId="0"/>
      <p:bldP spid="140" grpId="0" animBg="1"/>
      <p:bldP spid="151" grpId="0" animBg="1"/>
      <p:bldP spid="153" grpId="0"/>
      <p:bldP spid="154" grpId="0" animBg="1"/>
      <p:bldP spid="156" grpId="0" animBg="1"/>
      <p:bldP spid="156" grpId="1" animBg="1"/>
      <p:bldP spid="158" grpId="0" animBg="1"/>
      <p:bldP spid="158" grpId="1" animBg="1"/>
      <p:bldP spid="159" grpId="0" animBg="1"/>
      <p:bldP spid="159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What is the actual RR?">
            <a:extLst>
              <a:ext uri="{FF2B5EF4-FFF2-40B4-BE49-F238E27FC236}">
                <a16:creationId xmlns:a16="http://schemas.microsoft.com/office/drawing/2014/main" id="{5D3DEA86-0EA9-446C-901D-125754BFBF48}"/>
              </a:ext>
            </a:extLst>
          </p:cNvPr>
          <p:cNvSpPr/>
          <p:nvPr/>
        </p:nvSpPr>
        <p:spPr>
          <a:xfrm>
            <a:off x="2034891" y="4444374"/>
            <a:ext cx="2560320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is the actual RR?</a:t>
            </a:r>
          </a:p>
        </p:txBody>
      </p:sp>
      <p:sp>
        <p:nvSpPr>
          <p:cNvPr id="164" name="How much O2 support?">
            <a:extLst>
              <a:ext uri="{FF2B5EF4-FFF2-40B4-BE49-F238E27FC236}">
                <a16:creationId xmlns:a16="http://schemas.microsoft.com/office/drawing/2014/main" id="{4CE1588E-EA25-4047-AEC1-E69D5C4040CF}"/>
              </a:ext>
            </a:extLst>
          </p:cNvPr>
          <p:cNvSpPr/>
          <p:nvPr/>
        </p:nvSpPr>
        <p:spPr>
          <a:xfrm>
            <a:off x="2034891" y="5371729"/>
            <a:ext cx="2560320" cy="59541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How much O</a:t>
            </a:r>
            <a:r>
              <a:rPr lang="en-US" sz="1600" baseline="-25000" dirty="0">
                <a:solidFill>
                  <a:sysClr val="windowText" lastClr="000000"/>
                </a:solidFill>
              </a:rPr>
              <a:t>2</a:t>
            </a:r>
            <a:r>
              <a:rPr lang="en-US" sz="1600" dirty="0">
                <a:solidFill>
                  <a:sysClr val="windowText" lastClr="000000"/>
                </a:solidFill>
              </a:rPr>
              <a:t xml:space="preserve"> support is the patient on?</a:t>
            </a:r>
          </a:p>
        </p:txBody>
      </p:sp>
      <p:sp>
        <p:nvSpPr>
          <p:cNvPr id="165" name="What are key outputs?">
            <a:extLst>
              <a:ext uri="{FF2B5EF4-FFF2-40B4-BE49-F238E27FC236}">
                <a16:creationId xmlns:a16="http://schemas.microsoft.com/office/drawing/2014/main" id="{C6A3DF81-2B55-4B78-8A33-4CCEF57DCD26}"/>
              </a:ext>
            </a:extLst>
          </p:cNvPr>
          <p:cNvSpPr/>
          <p:nvPr/>
        </p:nvSpPr>
        <p:spPr>
          <a:xfrm>
            <a:off x="2034891" y="3261570"/>
            <a:ext cx="2560320" cy="39622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are the key outputs?</a:t>
            </a:r>
          </a:p>
        </p:txBody>
      </p:sp>
      <p:sp>
        <p:nvSpPr>
          <p:cNvPr id="166" name="What is the target parameter">
            <a:extLst>
              <a:ext uri="{FF2B5EF4-FFF2-40B4-BE49-F238E27FC236}">
                <a16:creationId xmlns:a16="http://schemas.microsoft.com/office/drawing/2014/main" id="{CB35D773-A9DA-4168-9868-18727C723B02}"/>
              </a:ext>
            </a:extLst>
          </p:cNvPr>
          <p:cNvSpPr/>
          <p:nvPr/>
        </p:nvSpPr>
        <p:spPr>
          <a:xfrm>
            <a:off x="2034891" y="2394542"/>
            <a:ext cx="2560320" cy="37144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is target parameter?</a:t>
            </a:r>
          </a:p>
        </p:txBody>
      </p:sp>
      <p:sp>
        <p:nvSpPr>
          <p:cNvPr id="167" name="What is the mode?">
            <a:extLst>
              <a:ext uri="{FF2B5EF4-FFF2-40B4-BE49-F238E27FC236}">
                <a16:creationId xmlns:a16="http://schemas.microsoft.com/office/drawing/2014/main" id="{0B9F8C9A-5932-49D3-A829-4272342D9BBB}"/>
              </a:ext>
            </a:extLst>
          </p:cNvPr>
          <p:cNvSpPr/>
          <p:nvPr/>
        </p:nvSpPr>
        <p:spPr>
          <a:xfrm>
            <a:off x="2034891" y="1482115"/>
            <a:ext cx="2560320" cy="35832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is the mode?</a:t>
            </a:r>
          </a:p>
        </p:txBody>
      </p:sp>
      <p:sp>
        <p:nvSpPr>
          <p:cNvPr id="75" name="question 4">
            <a:hlinkClick r:id="rId2" action="ppaction://hlinksldjump"/>
            <a:extLst>
              <a:ext uri="{FF2B5EF4-FFF2-40B4-BE49-F238E27FC236}">
                <a16:creationId xmlns:a16="http://schemas.microsoft.com/office/drawing/2014/main" id="{7BFD366F-44B8-4656-AC8C-268693278E61}"/>
              </a:ext>
            </a:extLst>
          </p:cNvPr>
          <p:cNvSpPr txBox="1"/>
          <p:nvPr/>
        </p:nvSpPr>
        <p:spPr>
          <a:xfrm>
            <a:off x="504415" y="4107525"/>
            <a:ext cx="499708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77" name="question 4">
            <a:hlinkClick r:id="rId3" action="ppaction://hlinksldjump"/>
            <a:extLst>
              <a:ext uri="{FF2B5EF4-FFF2-40B4-BE49-F238E27FC236}">
                <a16:creationId xmlns:a16="http://schemas.microsoft.com/office/drawing/2014/main" id="{9B5F114B-02F9-4000-ABA7-B8A7D9FB9986}"/>
              </a:ext>
            </a:extLst>
          </p:cNvPr>
          <p:cNvSpPr txBox="1"/>
          <p:nvPr/>
        </p:nvSpPr>
        <p:spPr>
          <a:xfrm>
            <a:off x="504414" y="4703451"/>
            <a:ext cx="499708" cy="408623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FA9F2F31-40AE-4E1C-B570-6016ADD8D65D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7114" y="3458610"/>
            <a:ext cx="341986" cy="17261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D9676791-5EBC-43D6-A366-E076651D2D4E}"/>
              </a:ext>
            </a:extLst>
          </p:cNvPr>
          <p:cNvCxnSpPr>
            <a:cxnSpLocks/>
            <a:endCxn id="75" idx="1"/>
          </p:cNvCxnSpPr>
          <p:nvPr/>
        </p:nvCxnSpPr>
        <p:spPr>
          <a:xfrm rot="16200000" flipH="1">
            <a:off x="121359" y="3928781"/>
            <a:ext cx="593120" cy="1729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AEBC0AA5-9991-49A6-B6D8-1F009532C6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0211" y="4514046"/>
            <a:ext cx="595416" cy="17299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question 4">
            <a:hlinkClick r:id="rId4" action="ppaction://hlinksldjump"/>
            <a:extLst>
              <a:ext uri="{FF2B5EF4-FFF2-40B4-BE49-F238E27FC236}">
                <a16:creationId xmlns:a16="http://schemas.microsoft.com/office/drawing/2014/main" id="{DF3441F6-C190-4B7A-AEAD-512E0454C35A}"/>
              </a:ext>
            </a:extLst>
          </p:cNvPr>
          <p:cNvSpPr txBox="1"/>
          <p:nvPr/>
        </p:nvSpPr>
        <p:spPr>
          <a:xfrm>
            <a:off x="504415" y="3511599"/>
            <a:ext cx="499708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pic>
        <p:nvPicPr>
          <p:cNvPr id="132" name="Graphic 131" descr="Cursor with solid fill">
            <a:extLst>
              <a:ext uri="{FF2B5EF4-FFF2-40B4-BE49-F238E27FC236}">
                <a16:creationId xmlns:a16="http://schemas.microsoft.com/office/drawing/2014/main" id="{C8FB846F-349A-6F49-90D4-3B9E29B787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65790" y="1568298"/>
            <a:ext cx="270672" cy="270672"/>
          </a:xfrm>
          <a:prstGeom prst="rect">
            <a:avLst/>
          </a:prstGeom>
        </p:spPr>
      </p:pic>
      <p:pic>
        <p:nvPicPr>
          <p:cNvPr id="133" name="Graphic 132" descr="Cursor with solid fill">
            <a:extLst>
              <a:ext uri="{FF2B5EF4-FFF2-40B4-BE49-F238E27FC236}">
                <a16:creationId xmlns:a16="http://schemas.microsoft.com/office/drawing/2014/main" id="{CC37E271-87EA-D94F-871F-87B83ADBB0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65790" y="2622014"/>
            <a:ext cx="270672" cy="270672"/>
          </a:xfrm>
          <a:prstGeom prst="rect">
            <a:avLst/>
          </a:prstGeom>
        </p:spPr>
      </p:pic>
      <p:pic>
        <p:nvPicPr>
          <p:cNvPr id="134" name="Graphic 133" descr="Cursor with solid fill">
            <a:extLst>
              <a:ext uri="{FF2B5EF4-FFF2-40B4-BE49-F238E27FC236}">
                <a16:creationId xmlns:a16="http://schemas.microsoft.com/office/drawing/2014/main" id="{D20F7AB4-D3A2-7042-83FB-C16B1884ED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65790" y="3748314"/>
            <a:ext cx="270672" cy="270672"/>
          </a:xfrm>
          <a:prstGeom prst="rect">
            <a:avLst/>
          </a:prstGeom>
        </p:spPr>
      </p:pic>
      <p:pic>
        <p:nvPicPr>
          <p:cNvPr id="135" name="Graphic 134" descr="Cursor with solid fill">
            <a:extLst>
              <a:ext uri="{FF2B5EF4-FFF2-40B4-BE49-F238E27FC236}">
                <a16:creationId xmlns:a16="http://schemas.microsoft.com/office/drawing/2014/main" id="{8F976304-1F93-4A4B-9481-5DD5C55576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65324" y="3797366"/>
            <a:ext cx="270672" cy="270672"/>
          </a:xfrm>
          <a:prstGeom prst="rect">
            <a:avLst/>
          </a:prstGeom>
        </p:spPr>
      </p:pic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044DB12-EAAC-984A-B6B6-D80599ADE10A}"/>
              </a:ext>
            </a:extLst>
          </p:cNvPr>
          <p:cNvGrpSpPr/>
          <p:nvPr/>
        </p:nvGrpSpPr>
        <p:grpSpPr>
          <a:xfrm>
            <a:off x="4872773" y="1477816"/>
            <a:ext cx="7132845" cy="4811668"/>
            <a:chOff x="3867664" y="1382357"/>
            <a:chExt cx="7132845" cy="4811668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3D94BA56-33C8-5A4C-BA12-0EB00CE454D9}"/>
                </a:ext>
              </a:extLst>
            </p:cNvPr>
            <p:cNvSpPr/>
            <p:nvPr/>
          </p:nvSpPr>
          <p:spPr>
            <a:xfrm>
              <a:off x="3867664" y="1382357"/>
              <a:ext cx="7132845" cy="4811668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EBBB2CFD-6449-D34C-A5D8-F532CCB2BE44}"/>
                </a:ext>
              </a:extLst>
            </p:cNvPr>
            <p:cNvSpPr/>
            <p:nvPr/>
          </p:nvSpPr>
          <p:spPr>
            <a:xfrm>
              <a:off x="5404449" y="1673355"/>
              <a:ext cx="4219183" cy="39543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4E49324C-B1ED-0044-98E0-9D2EB4914602}"/>
                </a:ext>
              </a:extLst>
            </p:cNvPr>
            <p:cNvSpPr/>
            <p:nvPr/>
          </p:nvSpPr>
          <p:spPr>
            <a:xfrm>
              <a:off x="9897561" y="4995958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30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B5A1C9B-9FB1-FF4E-9CE1-3BE2D22E783C}"/>
                </a:ext>
              </a:extLst>
            </p:cNvPr>
            <p:cNvSpPr txBox="1"/>
            <p:nvPr/>
          </p:nvSpPr>
          <p:spPr>
            <a:xfrm>
              <a:off x="10058242" y="5757075"/>
              <a:ext cx="574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FiO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B65297-FAFD-6D48-906D-5A112D8AB891}"/>
                </a:ext>
              </a:extLst>
            </p:cNvPr>
            <p:cNvSpPr txBox="1"/>
            <p:nvPr/>
          </p:nvSpPr>
          <p:spPr>
            <a:xfrm>
              <a:off x="9980610" y="457003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PEEP</a:t>
              </a:r>
              <a:endParaRPr lang="en-US" baseline="-25000" dirty="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0756030C-8901-CF47-B7DD-3E2081CE4947}"/>
                </a:ext>
              </a:extLst>
            </p:cNvPr>
            <p:cNvSpPr txBox="1"/>
            <p:nvPr/>
          </p:nvSpPr>
          <p:spPr>
            <a:xfrm>
              <a:off x="10086408" y="2241468"/>
              <a:ext cx="434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RR</a:t>
              </a:r>
              <a:endParaRPr lang="en-US" baseline="-25000" dirty="0"/>
            </a:p>
          </p:txBody>
        </p: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73EDB00A-735A-124C-903F-77B996EA3646}"/>
                </a:ext>
              </a:extLst>
            </p:cNvPr>
            <p:cNvGrpSpPr/>
            <p:nvPr/>
          </p:nvGrpSpPr>
          <p:grpSpPr>
            <a:xfrm>
              <a:off x="5832092" y="1883420"/>
              <a:ext cx="3633805" cy="1416221"/>
              <a:chOff x="5288692" y="1890584"/>
              <a:chExt cx="3633805" cy="1416221"/>
            </a:xfrm>
          </p:grpSpPr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9A26C976-B2DA-8640-99A9-4581F457F3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88692" y="1890584"/>
                <a:ext cx="0" cy="1416219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Straight Arrow Connector 150">
                <a:extLst>
                  <a:ext uri="{FF2B5EF4-FFF2-40B4-BE49-F238E27FC236}">
                    <a16:creationId xmlns:a16="http://schemas.microsoft.com/office/drawing/2014/main" id="{B2539C94-76D6-7C45-AACB-A2D6BCC141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91671" y="3306804"/>
                <a:ext cx="3630826" cy="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7E5354C5-9D77-D44B-ACCE-9D572FA53C15}"/>
                </a:ext>
              </a:extLst>
            </p:cNvPr>
            <p:cNvSpPr txBox="1"/>
            <p:nvPr/>
          </p:nvSpPr>
          <p:spPr>
            <a:xfrm>
              <a:off x="7324226" y="3255787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12B641A8-7C24-3A4C-B4DF-7432E90261DF}"/>
                </a:ext>
              </a:extLst>
            </p:cNvPr>
            <p:cNvSpPr txBox="1"/>
            <p:nvPr/>
          </p:nvSpPr>
          <p:spPr>
            <a:xfrm rot="16200000">
              <a:off x="5161627" y="2406864"/>
              <a:ext cx="989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Pressure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AFAF0DB-F233-DA4D-A74B-338CB10876FC}"/>
                </a:ext>
              </a:extLst>
            </p:cNvPr>
            <p:cNvSpPr txBox="1"/>
            <p:nvPr/>
          </p:nvSpPr>
          <p:spPr>
            <a:xfrm>
              <a:off x="9931379" y="3395453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P</a:t>
              </a:r>
              <a:r>
                <a:rPr lang="en-US" baseline="-25000" dirty="0" err="1"/>
                <a:t>Support</a:t>
              </a:r>
              <a:endParaRPr lang="en-US" baseline="-25000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D4E2908D-76C5-0847-AA57-631E5DCCE015}"/>
                </a:ext>
              </a:extLst>
            </p:cNvPr>
            <p:cNvSpPr/>
            <p:nvPr/>
          </p:nvSpPr>
          <p:spPr>
            <a:xfrm>
              <a:off x="9897561" y="3816104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39A1BB36-72F8-754F-820C-0439234E548D}"/>
                </a:ext>
              </a:extLst>
            </p:cNvPr>
            <p:cNvSpPr/>
            <p:nvPr/>
          </p:nvSpPr>
          <p:spPr>
            <a:xfrm>
              <a:off x="9897561" y="1456394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N/A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4BBA5F7E-5ED0-9347-8874-56CD801CAFF7}"/>
                </a:ext>
              </a:extLst>
            </p:cNvPr>
            <p:cNvSpPr/>
            <p:nvPr/>
          </p:nvSpPr>
          <p:spPr>
            <a:xfrm>
              <a:off x="9897561" y="2636249"/>
              <a:ext cx="812428" cy="8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/>
                  </a:solidFill>
                </a:rPr>
                <a:t>10</a:t>
              </a:r>
            </a:p>
          </p:txBody>
        </p:sp>
      </p:grp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84A7966-1FB5-F541-A59F-D377E864F197}"/>
              </a:ext>
            </a:extLst>
          </p:cNvPr>
          <p:cNvSpPr/>
          <p:nvPr/>
        </p:nvSpPr>
        <p:spPr>
          <a:xfrm>
            <a:off x="10822290" y="2701493"/>
            <a:ext cx="995192" cy="1142422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C10B91D9-8D3C-0246-92FA-759754FD9815}"/>
              </a:ext>
            </a:extLst>
          </p:cNvPr>
          <p:cNvSpPr/>
          <p:nvPr/>
        </p:nvSpPr>
        <p:spPr>
          <a:xfrm>
            <a:off x="5153879" y="1767980"/>
            <a:ext cx="1053132" cy="34607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5"/>
                </a:solidFill>
              </a:rPr>
              <a:t>P</a:t>
            </a:r>
            <a:r>
              <a:rPr lang="en-US" baseline="-25000" dirty="0">
                <a:solidFill>
                  <a:schemeClr val="accent5"/>
                </a:solidFill>
              </a:rPr>
              <a:t>Peak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28 </a:t>
            </a:r>
            <a:r>
              <a:rPr lang="en-US" sz="1000" dirty="0">
                <a:solidFill>
                  <a:schemeClr val="accent5"/>
                </a:solidFill>
              </a:rPr>
              <a:t>cm H</a:t>
            </a:r>
            <a:r>
              <a:rPr lang="en-US" sz="1000" baseline="-25000" dirty="0">
                <a:solidFill>
                  <a:schemeClr val="accent5"/>
                </a:solidFill>
              </a:rPr>
              <a:t>2</a:t>
            </a:r>
            <a:r>
              <a:rPr lang="en-US" sz="1000" dirty="0">
                <a:solidFill>
                  <a:schemeClr val="accent5"/>
                </a:solidFill>
              </a:rPr>
              <a:t xml:space="preserve">O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355 </a:t>
            </a:r>
            <a:r>
              <a:rPr lang="en-US" sz="1000" dirty="0">
                <a:solidFill>
                  <a:schemeClr val="accent5"/>
                </a:solidFill>
              </a:rPr>
              <a:t>mL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RR</a:t>
            </a:r>
            <a:endParaRPr lang="en-US" baseline="-25000" dirty="0">
              <a:solidFill>
                <a:schemeClr val="accent5"/>
              </a:solidFill>
            </a:endParaRP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25 </a:t>
            </a:r>
            <a:r>
              <a:rPr lang="en-US" sz="1000" dirty="0">
                <a:solidFill>
                  <a:schemeClr val="accent5"/>
                </a:solidFill>
              </a:rPr>
              <a:t>min</a:t>
            </a:r>
            <a:r>
              <a:rPr lang="en-US" sz="1000" baseline="30000" dirty="0">
                <a:solidFill>
                  <a:schemeClr val="accent5"/>
                </a:solidFill>
              </a:rPr>
              <a:t>-1</a:t>
            </a:r>
            <a:r>
              <a:rPr lang="en-US" sz="3000" dirty="0">
                <a:solidFill>
                  <a:schemeClr val="accent5"/>
                </a:solidFill>
              </a:rPr>
              <a:t xml:space="preserve"> </a:t>
            </a:r>
          </a:p>
          <a:p>
            <a:endParaRPr lang="en-US" sz="1000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Min Vent</a:t>
            </a:r>
          </a:p>
          <a:p>
            <a:r>
              <a:rPr lang="en-US" sz="3000" dirty="0">
                <a:solidFill>
                  <a:schemeClr val="accent5"/>
                </a:solidFill>
              </a:rPr>
              <a:t xml:space="preserve">8.9 </a:t>
            </a:r>
            <a:r>
              <a:rPr lang="en-US" sz="1000" dirty="0">
                <a:solidFill>
                  <a:schemeClr val="accent5"/>
                </a:solidFill>
              </a:rPr>
              <a:t>L/min</a:t>
            </a:r>
          </a:p>
          <a:p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F3FEFD81-F1B1-3345-9E33-57949BEA8B37}"/>
              </a:ext>
            </a:extLst>
          </p:cNvPr>
          <p:cNvSpPr/>
          <p:nvPr/>
        </p:nvSpPr>
        <p:spPr>
          <a:xfrm>
            <a:off x="5189504" y="2640016"/>
            <a:ext cx="981750" cy="2523664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5569E09-3AB7-734F-B9C1-37D5FC054EA6}"/>
              </a:ext>
            </a:extLst>
          </p:cNvPr>
          <p:cNvSpPr/>
          <p:nvPr/>
        </p:nvSpPr>
        <p:spPr>
          <a:xfrm>
            <a:off x="10831288" y="3897646"/>
            <a:ext cx="995192" cy="23242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975F53E0-3C3F-3E4A-965A-A3678E8D19A3}"/>
              </a:ext>
            </a:extLst>
          </p:cNvPr>
          <p:cNvCxnSpPr>
            <a:cxnSpLocks/>
          </p:cNvCxnSpPr>
          <p:nvPr/>
        </p:nvCxnSpPr>
        <p:spPr>
          <a:xfrm flipV="1">
            <a:off x="6837411" y="3868685"/>
            <a:ext cx="0" cy="14162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D0C5433C-8E84-CB4B-BFDC-B8FD66123436}"/>
              </a:ext>
            </a:extLst>
          </p:cNvPr>
          <p:cNvCxnSpPr>
            <a:cxnSpLocks/>
          </p:cNvCxnSpPr>
          <p:nvPr/>
        </p:nvCxnSpPr>
        <p:spPr>
          <a:xfrm flipV="1">
            <a:off x="6840390" y="4852416"/>
            <a:ext cx="3630826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35CBC639-49FD-BA4C-B9D3-5AD14218700E}"/>
              </a:ext>
            </a:extLst>
          </p:cNvPr>
          <p:cNvSpPr txBox="1"/>
          <p:nvPr/>
        </p:nvSpPr>
        <p:spPr>
          <a:xfrm>
            <a:off x="8329545" y="5247833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Time</a:t>
            </a:r>
            <a:endParaRPr lang="en-US" baseline="-250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90D4065B-F5E1-7644-B652-6D2261C41D22}"/>
              </a:ext>
            </a:extLst>
          </p:cNvPr>
          <p:cNvSpPr txBox="1"/>
          <p:nvPr/>
        </p:nvSpPr>
        <p:spPr>
          <a:xfrm rot="16200000">
            <a:off x="6347123" y="4392130"/>
            <a:ext cx="62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Flow</a:t>
            </a:r>
          </a:p>
        </p:txBody>
      </p:sp>
      <p:sp>
        <p:nvSpPr>
          <p:cNvPr id="184" name="Freeform: Shape 85">
            <a:extLst>
              <a:ext uri="{FF2B5EF4-FFF2-40B4-BE49-F238E27FC236}">
                <a16:creationId xmlns:a16="http://schemas.microsoft.com/office/drawing/2014/main" id="{B2ED8B0F-4F1C-DA49-A6E1-85F0372DDE8C}"/>
              </a:ext>
            </a:extLst>
          </p:cNvPr>
          <p:cNvSpPr/>
          <p:nvPr/>
        </p:nvSpPr>
        <p:spPr>
          <a:xfrm>
            <a:off x="6854432" y="2054794"/>
            <a:ext cx="3545632" cy="1353827"/>
          </a:xfrm>
          <a:custGeom>
            <a:avLst/>
            <a:gdLst>
              <a:gd name="connsiteX0" fmla="*/ 0 w 3657600"/>
              <a:gd name="connsiteY0" fmla="*/ 951722 h 979714"/>
              <a:gd name="connsiteX1" fmla="*/ 905070 w 3657600"/>
              <a:gd name="connsiteY1" fmla="*/ 933061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70384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51722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51722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657600"/>
              <a:gd name="connsiteY0" fmla="*/ 942391 h 979714"/>
              <a:gd name="connsiteX1" fmla="*/ 905070 w 3657600"/>
              <a:gd name="connsiteY1" fmla="*/ 942392 h 979714"/>
              <a:gd name="connsiteX2" fmla="*/ 914400 w 3657600"/>
              <a:gd name="connsiteY2" fmla="*/ 0 h 979714"/>
              <a:gd name="connsiteX3" fmla="*/ 1782147 w 3657600"/>
              <a:gd name="connsiteY3" fmla="*/ 0 h 979714"/>
              <a:gd name="connsiteX4" fmla="*/ 1772817 w 3657600"/>
              <a:gd name="connsiteY4" fmla="*/ 951722 h 979714"/>
              <a:gd name="connsiteX5" fmla="*/ 2621902 w 3657600"/>
              <a:gd name="connsiteY5" fmla="*/ 942391 h 979714"/>
              <a:gd name="connsiteX6" fmla="*/ 2631233 w 3657600"/>
              <a:gd name="connsiteY6" fmla="*/ 46653 h 979714"/>
              <a:gd name="connsiteX7" fmla="*/ 3405674 w 3657600"/>
              <a:gd name="connsiteY7" fmla="*/ 46653 h 979714"/>
              <a:gd name="connsiteX8" fmla="*/ 3415004 w 3657600"/>
              <a:gd name="connsiteY8" fmla="*/ 970384 h 979714"/>
              <a:gd name="connsiteX9" fmla="*/ 3657600 w 3657600"/>
              <a:gd name="connsiteY9" fmla="*/ 979714 h 979714"/>
              <a:gd name="connsiteX0" fmla="*/ 0 w 3536302"/>
              <a:gd name="connsiteY0" fmla="*/ 933060 h 979714"/>
              <a:gd name="connsiteX1" fmla="*/ 783772 w 3536302"/>
              <a:gd name="connsiteY1" fmla="*/ 942392 h 979714"/>
              <a:gd name="connsiteX2" fmla="*/ 793102 w 3536302"/>
              <a:gd name="connsiteY2" fmla="*/ 0 h 979714"/>
              <a:gd name="connsiteX3" fmla="*/ 1660849 w 3536302"/>
              <a:gd name="connsiteY3" fmla="*/ 0 h 979714"/>
              <a:gd name="connsiteX4" fmla="*/ 1651519 w 3536302"/>
              <a:gd name="connsiteY4" fmla="*/ 951722 h 979714"/>
              <a:gd name="connsiteX5" fmla="*/ 2500604 w 3536302"/>
              <a:gd name="connsiteY5" fmla="*/ 942391 h 979714"/>
              <a:gd name="connsiteX6" fmla="*/ 2509935 w 3536302"/>
              <a:gd name="connsiteY6" fmla="*/ 46653 h 979714"/>
              <a:gd name="connsiteX7" fmla="*/ 3284376 w 3536302"/>
              <a:gd name="connsiteY7" fmla="*/ 46653 h 979714"/>
              <a:gd name="connsiteX8" fmla="*/ 3293706 w 3536302"/>
              <a:gd name="connsiteY8" fmla="*/ 970384 h 979714"/>
              <a:gd name="connsiteX9" fmla="*/ 3536302 w 353630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509934 w 3545632"/>
              <a:gd name="connsiteY5" fmla="*/ 94239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70382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293706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19265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979714"/>
              <a:gd name="connsiteX1" fmla="*/ 793102 w 3545632"/>
              <a:gd name="connsiteY1" fmla="*/ 942392 h 979714"/>
              <a:gd name="connsiteX2" fmla="*/ 802432 w 3545632"/>
              <a:gd name="connsiteY2" fmla="*/ 0 h 979714"/>
              <a:gd name="connsiteX3" fmla="*/ 1670179 w 3545632"/>
              <a:gd name="connsiteY3" fmla="*/ 0 h 979714"/>
              <a:gd name="connsiteX4" fmla="*/ 1660849 w 3545632"/>
              <a:gd name="connsiteY4" fmla="*/ 951722 h 979714"/>
              <a:gd name="connsiteX5" fmla="*/ 2491272 w 3545632"/>
              <a:gd name="connsiteY5" fmla="*/ 951721 h 979714"/>
              <a:gd name="connsiteX6" fmla="*/ 2500604 w 3545632"/>
              <a:gd name="connsiteY6" fmla="*/ 46653 h 979714"/>
              <a:gd name="connsiteX7" fmla="*/ 3312368 w 3545632"/>
              <a:gd name="connsiteY7" fmla="*/ 46653 h 979714"/>
              <a:gd name="connsiteX8" fmla="*/ 3303036 w 3545632"/>
              <a:gd name="connsiteY8" fmla="*/ 970384 h 979714"/>
              <a:gd name="connsiteX9" fmla="*/ 3545632 w 3545632"/>
              <a:gd name="connsiteY9" fmla="*/ 979714 h 979714"/>
              <a:gd name="connsiteX0" fmla="*/ 0 w 3545632"/>
              <a:gd name="connsiteY0" fmla="*/ 933060 h 1157700"/>
              <a:gd name="connsiteX1" fmla="*/ 736407 w 3545632"/>
              <a:gd name="connsiteY1" fmla="*/ 1157700 h 1157700"/>
              <a:gd name="connsiteX2" fmla="*/ 793102 w 3545632"/>
              <a:gd name="connsiteY2" fmla="*/ 942392 h 1157700"/>
              <a:gd name="connsiteX3" fmla="*/ 802432 w 3545632"/>
              <a:gd name="connsiteY3" fmla="*/ 0 h 1157700"/>
              <a:gd name="connsiteX4" fmla="*/ 1670179 w 3545632"/>
              <a:gd name="connsiteY4" fmla="*/ 0 h 1157700"/>
              <a:gd name="connsiteX5" fmla="*/ 1660849 w 3545632"/>
              <a:gd name="connsiteY5" fmla="*/ 951722 h 1157700"/>
              <a:gd name="connsiteX6" fmla="*/ 2491272 w 3545632"/>
              <a:gd name="connsiteY6" fmla="*/ 951721 h 1157700"/>
              <a:gd name="connsiteX7" fmla="*/ 2500604 w 3545632"/>
              <a:gd name="connsiteY7" fmla="*/ 46653 h 1157700"/>
              <a:gd name="connsiteX8" fmla="*/ 3312368 w 3545632"/>
              <a:gd name="connsiteY8" fmla="*/ 46653 h 1157700"/>
              <a:gd name="connsiteX9" fmla="*/ 3303036 w 3545632"/>
              <a:gd name="connsiteY9" fmla="*/ 970384 h 1157700"/>
              <a:gd name="connsiteX10" fmla="*/ 3545632 w 3545632"/>
              <a:gd name="connsiteY10" fmla="*/ 979714 h 1157700"/>
              <a:gd name="connsiteX0" fmla="*/ 0 w 3545632"/>
              <a:gd name="connsiteY0" fmla="*/ 933060 h 1157700"/>
              <a:gd name="connsiteX1" fmla="*/ 736407 w 3545632"/>
              <a:gd name="connsiteY1" fmla="*/ 1157700 h 1157700"/>
              <a:gd name="connsiteX2" fmla="*/ 793102 w 3545632"/>
              <a:gd name="connsiteY2" fmla="*/ 942392 h 1157700"/>
              <a:gd name="connsiteX3" fmla="*/ 802432 w 3545632"/>
              <a:gd name="connsiteY3" fmla="*/ 0 h 1157700"/>
              <a:gd name="connsiteX4" fmla="*/ 1670179 w 3545632"/>
              <a:gd name="connsiteY4" fmla="*/ 0 h 1157700"/>
              <a:gd name="connsiteX5" fmla="*/ 1660849 w 3545632"/>
              <a:gd name="connsiteY5" fmla="*/ 951722 h 1157700"/>
              <a:gd name="connsiteX6" fmla="*/ 2491272 w 3545632"/>
              <a:gd name="connsiteY6" fmla="*/ 951721 h 1157700"/>
              <a:gd name="connsiteX7" fmla="*/ 2500604 w 3545632"/>
              <a:gd name="connsiteY7" fmla="*/ 46653 h 1157700"/>
              <a:gd name="connsiteX8" fmla="*/ 3312368 w 3545632"/>
              <a:gd name="connsiteY8" fmla="*/ 46653 h 1157700"/>
              <a:gd name="connsiteX9" fmla="*/ 3303036 w 3545632"/>
              <a:gd name="connsiteY9" fmla="*/ 970384 h 1157700"/>
              <a:gd name="connsiteX10" fmla="*/ 3545632 w 3545632"/>
              <a:gd name="connsiteY10" fmla="*/ 979714 h 1157700"/>
              <a:gd name="connsiteX0" fmla="*/ 0 w 3545632"/>
              <a:gd name="connsiteY0" fmla="*/ 933060 h 1157700"/>
              <a:gd name="connsiteX1" fmla="*/ 764399 w 3545632"/>
              <a:gd name="connsiteY1" fmla="*/ 1157700 h 1157700"/>
              <a:gd name="connsiteX2" fmla="*/ 793102 w 3545632"/>
              <a:gd name="connsiteY2" fmla="*/ 942392 h 1157700"/>
              <a:gd name="connsiteX3" fmla="*/ 802432 w 3545632"/>
              <a:gd name="connsiteY3" fmla="*/ 0 h 1157700"/>
              <a:gd name="connsiteX4" fmla="*/ 1670179 w 3545632"/>
              <a:gd name="connsiteY4" fmla="*/ 0 h 1157700"/>
              <a:gd name="connsiteX5" fmla="*/ 1660849 w 3545632"/>
              <a:gd name="connsiteY5" fmla="*/ 951722 h 1157700"/>
              <a:gd name="connsiteX6" fmla="*/ 2491272 w 3545632"/>
              <a:gd name="connsiteY6" fmla="*/ 951721 h 1157700"/>
              <a:gd name="connsiteX7" fmla="*/ 2500604 w 3545632"/>
              <a:gd name="connsiteY7" fmla="*/ 46653 h 1157700"/>
              <a:gd name="connsiteX8" fmla="*/ 3312368 w 3545632"/>
              <a:gd name="connsiteY8" fmla="*/ 46653 h 1157700"/>
              <a:gd name="connsiteX9" fmla="*/ 3303036 w 3545632"/>
              <a:gd name="connsiteY9" fmla="*/ 970384 h 1157700"/>
              <a:gd name="connsiteX10" fmla="*/ 3545632 w 3545632"/>
              <a:gd name="connsiteY10" fmla="*/ 979714 h 1157700"/>
              <a:gd name="connsiteX0" fmla="*/ 0 w 3545632"/>
              <a:gd name="connsiteY0" fmla="*/ 933060 h 1157700"/>
              <a:gd name="connsiteX1" fmla="*/ 764399 w 3545632"/>
              <a:gd name="connsiteY1" fmla="*/ 1157700 h 1157700"/>
              <a:gd name="connsiteX2" fmla="*/ 793102 w 3545632"/>
              <a:gd name="connsiteY2" fmla="*/ 942392 h 1157700"/>
              <a:gd name="connsiteX3" fmla="*/ 802432 w 3545632"/>
              <a:gd name="connsiteY3" fmla="*/ 0 h 1157700"/>
              <a:gd name="connsiteX4" fmla="*/ 1670179 w 3545632"/>
              <a:gd name="connsiteY4" fmla="*/ 0 h 1157700"/>
              <a:gd name="connsiteX5" fmla="*/ 1660849 w 3545632"/>
              <a:gd name="connsiteY5" fmla="*/ 951722 h 1157700"/>
              <a:gd name="connsiteX6" fmla="*/ 2491272 w 3545632"/>
              <a:gd name="connsiteY6" fmla="*/ 951721 h 1157700"/>
              <a:gd name="connsiteX7" fmla="*/ 2500604 w 3545632"/>
              <a:gd name="connsiteY7" fmla="*/ 46653 h 1157700"/>
              <a:gd name="connsiteX8" fmla="*/ 3312368 w 3545632"/>
              <a:gd name="connsiteY8" fmla="*/ 46653 h 1157700"/>
              <a:gd name="connsiteX9" fmla="*/ 3303036 w 3545632"/>
              <a:gd name="connsiteY9" fmla="*/ 970384 h 1157700"/>
              <a:gd name="connsiteX10" fmla="*/ 3545632 w 3545632"/>
              <a:gd name="connsiteY10" fmla="*/ 979714 h 1157700"/>
              <a:gd name="connsiteX0" fmla="*/ 0 w 3545632"/>
              <a:gd name="connsiteY0" fmla="*/ 933060 h 1129708"/>
              <a:gd name="connsiteX1" fmla="*/ 773729 w 3545632"/>
              <a:gd name="connsiteY1" fmla="*/ 1129708 h 1129708"/>
              <a:gd name="connsiteX2" fmla="*/ 793102 w 3545632"/>
              <a:gd name="connsiteY2" fmla="*/ 942392 h 1129708"/>
              <a:gd name="connsiteX3" fmla="*/ 802432 w 3545632"/>
              <a:gd name="connsiteY3" fmla="*/ 0 h 1129708"/>
              <a:gd name="connsiteX4" fmla="*/ 1670179 w 3545632"/>
              <a:gd name="connsiteY4" fmla="*/ 0 h 1129708"/>
              <a:gd name="connsiteX5" fmla="*/ 1660849 w 3545632"/>
              <a:gd name="connsiteY5" fmla="*/ 951722 h 1129708"/>
              <a:gd name="connsiteX6" fmla="*/ 2491272 w 3545632"/>
              <a:gd name="connsiteY6" fmla="*/ 951721 h 1129708"/>
              <a:gd name="connsiteX7" fmla="*/ 2500604 w 3545632"/>
              <a:gd name="connsiteY7" fmla="*/ 46653 h 1129708"/>
              <a:gd name="connsiteX8" fmla="*/ 3312368 w 3545632"/>
              <a:gd name="connsiteY8" fmla="*/ 46653 h 1129708"/>
              <a:gd name="connsiteX9" fmla="*/ 3303036 w 3545632"/>
              <a:gd name="connsiteY9" fmla="*/ 970384 h 1129708"/>
              <a:gd name="connsiteX10" fmla="*/ 3545632 w 3545632"/>
              <a:gd name="connsiteY10" fmla="*/ 979714 h 1129708"/>
              <a:gd name="connsiteX0" fmla="*/ 0 w 3545632"/>
              <a:gd name="connsiteY0" fmla="*/ 933060 h 1139038"/>
              <a:gd name="connsiteX1" fmla="*/ 783059 w 3545632"/>
              <a:gd name="connsiteY1" fmla="*/ 1139038 h 1139038"/>
              <a:gd name="connsiteX2" fmla="*/ 793102 w 3545632"/>
              <a:gd name="connsiteY2" fmla="*/ 942392 h 1139038"/>
              <a:gd name="connsiteX3" fmla="*/ 802432 w 3545632"/>
              <a:gd name="connsiteY3" fmla="*/ 0 h 1139038"/>
              <a:gd name="connsiteX4" fmla="*/ 1670179 w 3545632"/>
              <a:gd name="connsiteY4" fmla="*/ 0 h 1139038"/>
              <a:gd name="connsiteX5" fmla="*/ 1660849 w 3545632"/>
              <a:gd name="connsiteY5" fmla="*/ 951722 h 1139038"/>
              <a:gd name="connsiteX6" fmla="*/ 2491272 w 3545632"/>
              <a:gd name="connsiteY6" fmla="*/ 951721 h 1139038"/>
              <a:gd name="connsiteX7" fmla="*/ 2500604 w 3545632"/>
              <a:gd name="connsiteY7" fmla="*/ 46653 h 1139038"/>
              <a:gd name="connsiteX8" fmla="*/ 3312368 w 3545632"/>
              <a:gd name="connsiteY8" fmla="*/ 46653 h 1139038"/>
              <a:gd name="connsiteX9" fmla="*/ 3303036 w 3545632"/>
              <a:gd name="connsiteY9" fmla="*/ 970384 h 1139038"/>
              <a:gd name="connsiteX10" fmla="*/ 3545632 w 3545632"/>
              <a:gd name="connsiteY10" fmla="*/ 979714 h 1139038"/>
              <a:gd name="connsiteX0" fmla="*/ 0 w 3545632"/>
              <a:gd name="connsiteY0" fmla="*/ 933060 h 1139246"/>
              <a:gd name="connsiteX1" fmla="*/ 624440 w 3545632"/>
              <a:gd name="connsiteY1" fmla="*/ 971088 h 1139246"/>
              <a:gd name="connsiteX2" fmla="*/ 783059 w 3545632"/>
              <a:gd name="connsiteY2" fmla="*/ 1139038 h 1139246"/>
              <a:gd name="connsiteX3" fmla="*/ 793102 w 3545632"/>
              <a:gd name="connsiteY3" fmla="*/ 942392 h 1139246"/>
              <a:gd name="connsiteX4" fmla="*/ 802432 w 3545632"/>
              <a:gd name="connsiteY4" fmla="*/ 0 h 1139246"/>
              <a:gd name="connsiteX5" fmla="*/ 1670179 w 3545632"/>
              <a:gd name="connsiteY5" fmla="*/ 0 h 1139246"/>
              <a:gd name="connsiteX6" fmla="*/ 1660849 w 3545632"/>
              <a:gd name="connsiteY6" fmla="*/ 951722 h 1139246"/>
              <a:gd name="connsiteX7" fmla="*/ 2491272 w 3545632"/>
              <a:gd name="connsiteY7" fmla="*/ 951721 h 1139246"/>
              <a:gd name="connsiteX8" fmla="*/ 2500604 w 3545632"/>
              <a:gd name="connsiteY8" fmla="*/ 46653 h 1139246"/>
              <a:gd name="connsiteX9" fmla="*/ 3312368 w 3545632"/>
              <a:gd name="connsiteY9" fmla="*/ 46653 h 1139246"/>
              <a:gd name="connsiteX10" fmla="*/ 3303036 w 3545632"/>
              <a:gd name="connsiteY10" fmla="*/ 970384 h 1139246"/>
              <a:gd name="connsiteX11" fmla="*/ 3545632 w 3545632"/>
              <a:gd name="connsiteY11" fmla="*/ 979714 h 1139246"/>
              <a:gd name="connsiteX0" fmla="*/ 0 w 3545632"/>
              <a:gd name="connsiteY0" fmla="*/ 933060 h 1139318"/>
              <a:gd name="connsiteX1" fmla="*/ 624440 w 3545632"/>
              <a:gd name="connsiteY1" fmla="*/ 971088 h 1139318"/>
              <a:gd name="connsiteX2" fmla="*/ 783059 w 3545632"/>
              <a:gd name="connsiteY2" fmla="*/ 1139038 h 1139318"/>
              <a:gd name="connsiteX3" fmla="*/ 793102 w 3545632"/>
              <a:gd name="connsiteY3" fmla="*/ 942392 h 1139318"/>
              <a:gd name="connsiteX4" fmla="*/ 802432 w 3545632"/>
              <a:gd name="connsiteY4" fmla="*/ 0 h 1139318"/>
              <a:gd name="connsiteX5" fmla="*/ 1670179 w 3545632"/>
              <a:gd name="connsiteY5" fmla="*/ 0 h 1139318"/>
              <a:gd name="connsiteX6" fmla="*/ 1660849 w 3545632"/>
              <a:gd name="connsiteY6" fmla="*/ 951722 h 1139318"/>
              <a:gd name="connsiteX7" fmla="*/ 2491272 w 3545632"/>
              <a:gd name="connsiteY7" fmla="*/ 951721 h 1139318"/>
              <a:gd name="connsiteX8" fmla="*/ 2500604 w 3545632"/>
              <a:gd name="connsiteY8" fmla="*/ 46653 h 1139318"/>
              <a:gd name="connsiteX9" fmla="*/ 3312368 w 3545632"/>
              <a:gd name="connsiteY9" fmla="*/ 46653 h 1139318"/>
              <a:gd name="connsiteX10" fmla="*/ 3303036 w 3545632"/>
              <a:gd name="connsiteY10" fmla="*/ 970384 h 1139318"/>
              <a:gd name="connsiteX11" fmla="*/ 3545632 w 3545632"/>
              <a:gd name="connsiteY11" fmla="*/ 979714 h 1139318"/>
              <a:gd name="connsiteX0" fmla="*/ 0 w 3545632"/>
              <a:gd name="connsiteY0" fmla="*/ 933060 h 1139276"/>
              <a:gd name="connsiteX1" fmla="*/ 680423 w 3545632"/>
              <a:gd name="connsiteY1" fmla="*/ 952426 h 1139276"/>
              <a:gd name="connsiteX2" fmla="*/ 783059 w 3545632"/>
              <a:gd name="connsiteY2" fmla="*/ 1139038 h 1139276"/>
              <a:gd name="connsiteX3" fmla="*/ 793102 w 3545632"/>
              <a:gd name="connsiteY3" fmla="*/ 942392 h 1139276"/>
              <a:gd name="connsiteX4" fmla="*/ 802432 w 3545632"/>
              <a:gd name="connsiteY4" fmla="*/ 0 h 1139276"/>
              <a:gd name="connsiteX5" fmla="*/ 1670179 w 3545632"/>
              <a:gd name="connsiteY5" fmla="*/ 0 h 1139276"/>
              <a:gd name="connsiteX6" fmla="*/ 1660849 w 3545632"/>
              <a:gd name="connsiteY6" fmla="*/ 951722 h 1139276"/>
              <a:gd name="connsiteX7" fmla="*/ 2491272 w 3545632"/>
              <a:gd name="connsiteY7" fmla="*/ 951721 h 1139276"/>
              <a:gd name="connsiteX8" fmla="*/ 2500604 w 3545632"/>
              <a:gd name="connsiteY8" fmla="*/ 46653 h 1139276"/>
              <a:gd name="connsiteX9" fmla="*/ 3312368 w 3545632"/>
              <a:gd name="connsiteY9" fmla="*/ 46653 h 1139276"/>
              <a:gd name="connsiteX10" fmla="*/ 3303036 w 3545632"/>
              <a:gd name="connsiteY10" fmla="*/ 970384 h 1139276"/>
              <a:gd name="connsiteX11" fmla="*/ 3545632 w 3545632"/>
              <a:gd name="connsiteY11" fmla="*/ 979714 h 1139276"/>
              <a:gd name="connsiteX0" fmla="*/ 0 w 3545632"/>
              <a:gd name="connsiteY0" fmla="*/ 933060 h 1166325"/>
              <a:gd name="connsiteX1" fmla="*/ 680423 w 3545632"/>
              <a:gd name="connsiteY1" fmla="*/ 952426 h 1166325"/>
              <a:gd name="connsiteX2" fmla="*/ 783059 w 3545632"/>
              <a:gd name="connsiteY2" fmla="*/ 1139038 h 1166325"/>
              <a:gd name="connsiteX3" fmla="*/ 793102 w 3545632"/>
              <a:gd name="connsiteY3" fmla="*/ 942392 h 1166325"/>
              <a:gd name="connsiteX4" fmla="*/ 802432 w 3545632"/>
              <a:gd name="connsiteY4" fmla="*/ 0 h 1166325"/>
              <a:gd name="connsiteX5" fmla="*/ 1670179 w 3545632"/>
              <a:gd name="connsiteY5" fmla="*/ 0 h 1166325"/>
              <a:gd name="connsiteX6" fmla="*/ 1660849 w 3545632"/>
              <a:gd name="connsiteY6" fmla="*/ 951722 h 1166325"/>
              <a:gd name="connsiteX7" fmla="*/ 2491272 w 3545632"/>
              <a:gd name="connsiteY7" fmla="*/ 1166325 h 1166325"/>
              <a:gd name="connsiteX8" fmla="*/ 2500604 w 3545632"/>
              <a:gd name="connsiteY8" fmla="*/ 46653 h 1166325"/>
              <a:gd name="connsiteX9" fmla="*/ 3312368 w 3545632"/>
              <a:gd name="connsiteY9" fmla="*/ 46653 h 1166325"/>
              <a:gd name="connsiteX10" fmla="*/ 3303036 w 3545632"/>
              <a:gd name="connsiteY10" fmla="*/ 970384 h 1166325"/>
              <a:gd name="connsiteX11" fmla="*/ 3545632 w 3545632"/>
              <a:gd name="connsiteY11" fmla="*/ 979714 h 1166325"/>
              <a:gd name="connsiteX0" fmla="*/ 0 w 3545632"/>
              <a:gd name="connsiteY0" fmla="*/ 933060 h 1166325"/>
              <a:gd name="connsiteX1" fmla="*/ 680423 w 3545632"/>
              <a:gd name="connsiteY1" fmla="*/ 952426 h 1166325"/>
              <a:gd name="connsiteX2" fmla="*/ 783059 w 3545632"/>
              <a:gd name="connsiteY2" fmla="*/ 1139038 h 1166325"/>
              <a:gd name="connsiteX3" fmla="*/ 793102 w 3545632"/>
              <a:gd name="connsiteY3" fmla="*/ 942392 h 1166325"/>
              <a:gd name="connsiteX4" fmla="*/ 802432 w 3545632"/>
              <a:gd name="connsiteY4" fmla="*/ 0 h 1166325"/>
              <a:gd name="connsiteX5" fmla="*/ 1670179 w 3545632"/>
              <a:gd name="connsiteY5" fmla="*/ 0 h 1166325"/>
              <a:gd name="connsiteX6" fmla="*/ 1660849 w 3545632"/>
              <a:gd name="connsiteY6" fmla="*/ 951722 h 1166325"/>
              <a:gd name="connsiteX7" fmla="*/ 2397256 w 3545632"/>
              <a:gd name="connsiteY7" fmla="*/ 1008410 h 1166325"/>
              <a:gd name="connsiteX8" fmla="*/ 2491272 w 3545632"/>
              <a:gd name="connsiteY8" fmla="*/ 1166325 h 1166325"/>
              <a:gd name="connsiteX9" fmla="*/ 2500604 w 3545632"/>
              <a:gd name="connsiteY9" fmla="*/ 46653 h 1166325"/>
              <a:gd name="connsiteX10" fmla="*/ 3312368 w 3545632"/>
              <a:gd name="connsiteY10" fmla="*/ 46653 h 1166325"/>
              <a:gd name="connsiteX11" fmla="*/ 3303036 w 3545632"/>
              <a:gd name="connsiteY11" fmla="*/ 970384 h 1166325"/>
              <a:gd name="connsiteX12" fmla="*/ 3545632 w 3545632"/>
              <a:gd name="connsiteY12" fmla="*/ 979714 h 1166325"/>
              <a:gd name="connsiteX0" fmla="*/ 0 w 3545632"/>
              <a:gd name="connsiteY0" fmla="*/ 933060 h 1166325"/>
              <a:gd name="connsiteX1" fmla="*/ 680423 w 3545632"/>
              <a:gd name="connsiteY1" fmla="*/ 952426 h 1166325"/>
              <a:gd name="connsiteX2" fmla="*/ 783059 w 3545632"/>
              <a:gd name="connsiteY2" fmla="*/ 1139038 h 1166325"/>
              <a:gd name="connsiteX3" fmla="*/ 793102 w 3545632"/>
              <a:gd name="connsiteY3" fmla="*/ 942392 h 1166325"/>
              <a:gd name="connsiteX4" fmla="*/ 802432 w 3545632"/>
              <a:gd name="connsiteY4" fmla="*/ 0 h 1166325"/>
              <a:gd name="connsiteX5" fmla="*/ 1670179 w 3545632"/>
              <a:gd name="connsiteY5" fmla="*/ 0 h 1166325"/>
              <a:gd name="connsiteX6" fmla="*/ 1660849 w 3545632"/>
              <a:gd name="connsiteY6" fmla="*/ 951722 h 1166325"/>
              <a:gd name="connsiteX7" fmla="*/ 2443909 w 3545632"/>
              <a:gd name="connsiteY7" fmla="*/ 1008410 h 1166325"/>
              <a:gd name="connsiteX8" fmla="*/ 2491272 w 3545632"/>
              <a:gd name="connsiteY8" fmla="*/ 1166325 h 1166325"/>
              <a:gd name="connsiteX9" fmla="*/ 2500604 w 3545632"/>
              <a:gd name="connsiteY9" fmla="*/ 46653 h 1166325"/>
              <a:gd name="connsiteX10" fmla="*/ 3312368 w 3545632"/>
              <a:gd name="connsiteY10" fmla="*/ 46653 h 1166325"/>
              <a:gd name="connsiteX11" fmla="*/ 3303036 w 3545632"/>
              <a:gd name="connsiteY11" fmla="*/ 970384 h 1166325"/>
              <a:gd name="connsiteX12" fmla="*/ 3545632 w 3545632"/>
              <a:gd name="connsiteY12" fmla="*/ 979714 h 1166325"/>
              <a:gd name="connsiteX0" fmla="*/ 0 w 3545632"/>
              <a:gd name="connsiteY0" fmla="*/ 933060 h 1166325"/>
              <a:gd name="connsiteX1" fmla="*/ 680423 w 3545632"/>
              <a:gd name="connsiteY1" fmla="*/ 952426 h 1166325"/>
              <a:gd name="connsiteX2" fmla="*/ 783059 w 3545632"/>
              <a:gd name="connsiteY2" fmla="*/ 1139038 h 1166325"/>
              <a:gd name="connsiteX3" fmla="*/ 793102 w 3545632"/>
              <a:gd name="connsiteY3" fmla="*/ 942392 h 1166325"/>
              <a:gd name="connsiteX4" fmla="*/ 802432 w 3545632"/>
              <a:gd name="connsiteY4" fmla="*/ 0 h 1166325"/>
              <a:gd name="connsiteX5" fmla="*/ 1670179 w 3545632"/>
              <a:gd name="connsiteY5" fmla="*/ 0 h 1166325"/>
              <a:gd name="connsiteX6" fmla="*/ 1660849 w 3545632"/>
              <a:gd name="connsiteY6" fmla="*/ 951722 h 1166325"/>
              <a:gd name="connsiteX7" fmla="*/ 2397256 w 3545632"/>
              <a:gd name="connsiteY7" fmla="*/ 924435 h 1166325"/>
              <a:gd name="connsiteX8" fmla="*/ 2443909 w 3545632"/>
              <a:gd name="connsiteY8" fmla="*/ 1008410 h 1166325"/>
              <a:gd name="connsiteX9" fmla="*/ 2491272 w 3545632"/>
              <a:gd name="connsiteY9" fmla="*/ 1166325 h 1166325"/>
              <a:gd name="connsiteX10" fmla="*/ 2500604 w 3545632"/>
              <a:gd name="connsiteY10" fmla="*/ 46653 h 1166325"/>
              <a:gd name="connsiteX11" fmla="*/ 3312368 w 3545632"/>
              <a:gd name="connsiteY11" fmla="*/ 46653 h 1166325"/>
              <a:gd name="connsiteX12" fmla="*/ 3303036 w 3545632"/>
              <a:gd name="connsiteY12" fmla="*/ 970384 h 1166325"/>
              <a:gd name="connsiteX13" fmla="*/ 3545632 w 3545632"/>
              <a:gd name="connsiteY13" fmla="*/ 979714 h 1166325"/>
              <a:gd name="connsiteX0" fmla="*/ 0 w 3545632"/>
              <a:gd name="connsiteY0" fmla="*/ 933060 h 1166325"/>
              <a:gd name="connsiteX1" fmla="*/ 680423 w 3545632"/>
              <a:gd name="connsiteY1" fmla="*/ 952426 h 1166325"/>
              <a:gd name="connsiteX2" fmla="*/ 783059 w 3545632"/>
              <a:gd name="connsiteY2" fmla="*/ 1139038 h 1166325"/>
              <a:gd name="connsiteX3" fmla="*/ 793102 w 3545632"/>
              <a:gd name="connsiteY3" fmla="*/ 942392 h 1166325"/>
              <a:gd name="connsiteX4" fmla="*/ 802432 w 3545632"/>
              <a:gd name="connsiteY4" fmla="*/ 0 h 1166325"/>
              <a:gd name="connsiteX5" fmla="*/ 1670179 w 3545632"/>
              <a:gd name="connsiteY5" fmla="*/ 0 h 1166325"/>
              <a:gd name="connsiteX6" fmla="*/ 1660849 w 3545632"/>
              <a:gd name="connsiteY6" fmla="*/ 951722 h 1166325"/>
              <a:gd name="connsiteX7" fmla="*/ 2397256 w 3545632"/>
              <a:gd name="connsiteY7" fmla="*/ 924435 h 1166325"/>
              <a:gd name="connsiteX8" fmla="*/ 2443909 w 3545632"/>
              <a:gd name="connsiteY8" fmla="*/ 1008410 h 1166325"/>
              <a:gd name="connsiteX9" fmla="*/ 2491272 w 3545632"/>
              <a:gd name="connsiteY9" fmla="*/ 1166325 h 1166325"/>
              <a:gd name="connsiteX10" fmla="*/ 2500604 w 3545632"/>
              <a:gd name="connsiteY10" fmla="*/ 46653 h 1166325"/>
              <a:gd name="connsiteX11" fmla="*/ 3312368 w 3545632"/>
              <a:gd name="connsiteY11" fmla="*/ 46653 h 1166325"/>
              <a:gd name="connsiteX12" fmla="*/ 3303036 w 3545632"/>
              <a:gd name="connsiteY12" fmla="*/ 970384 h 1166325"/>
              <a:gd name="connsiteX13" fmla="*/ 3545632 w 3545632"/>
              <a:gd name="connsiteY13" fmla="*/ 979714 h 1166325"/>
              <a:gd name="connsiteX0" fmla="*/ 0 w 3545632"/>
              <a:gd name="connsiteY0" fmla="*/ 933060 h 1166325"/>
              <a:gd name="connsiteX1" fmla="*/ 680423 w 3545632"/>
              <a:gd name="connsiteY1" fmla="*/ 952426 h 1166325"/>
              <a:gd name="connsiteX2" fmla="*/ 783059 w 3545632"/>
              <a:gd name="connsiteY2" fmla="*/ 1139038 h 1166325"/>
              <a:gd name="connsiteX3" fmla="*/ 793102 w 3545632"/>
              <a:gd name="connsiteY3" fmla="*/ 942392 h 1166325"/>
              <a:gd name="connsiteX4" fmla="*/ 802432 w 3545632"/>
              <a:gd name="connsiteY4" fmla="*/ 0 h 1166325"/>
              <a:gd name="connsiteX5" fmla="*/ 1670179 w 3545632"/>
              <a:gd name="connsiteY5" fmla="*/ 0 h 1166325"/>
              <a:gd name="connsiteX6" fmla="*/ 1660849 w 3545632"/>
              <a:gd name="connsiteY6" fmla="*/ 951722 h 1166325"/>
              <a:gd name="connsiteX7" fmla="*/ 2331942 w 3545632"/>
              <a:gd name="connsiteY7" fmla="*/ 961758 h 1166325"/>
              <a:gd name="connsiteX8" fmla="*/ 2443909 w 3545632"/>
              <a:gd name="connsiteY8" fmla="*/ 1008410 h 1166325"/>
              <a:gd name="connsiteX9" fmla="*/ 2491272 w 3545632"/>
              <a:gd name="connsiteY9" fmla="*/ 1166325 h 1166325"/>
              <a:gd name="connsiteX10" fmla="*/ 2500604 w 3545632"/>
              <a:gd name="connsiteY10" fmla="*/ 46653 h 1166325"/>
              <a:gd name="connsiteX11" fmla="*/ 3312368 w 3545632"/>
              <a:gd name="connsiteY11" fmla="*/ 46653 h 1166325"/>
              <a:gd name="connsiteX12" fmla="*/ 3303036 w 3545632"/>
              <a:gd name="connsiteY12" fmla="*/ 970384 h 1166325"/>
              <a:gd name="connsiteX13" fmla="*/ 3545632 w 3545632"/>
              <a:gd name="connsiteY13" fmla="*/ 979714 h 1166325"/>
              <a:gd name="connsiteX0" fmla="*/ 0 w 3545632"/>
              <a:gd name="connsiteY0" fmla="*/ 933060 h 1166325"/>
              <a:gd name="connsiteX1" fmla="*/ 680423 w 3545632"/>
              <a:gd name="connsiteY1" fmla="*/ 952426 h 1166325"/>
              <a:gd name="connsiteX2" fmla="*/ 783059 w 3545632"/>
              <a:gd name="connsiteY2" fmla="*/ 1139038 h 1166325"/>
              <a:gd name="connsiteX3" fmla="*/ 793102 w 3545632"/>
              <a:gd name="connsiteY3" fmla="*/ 942392 h 1166325"/>
              <a:gd name="connsiteX4" fmla="*/ 802432 w 3545632"/>
              <a:gd name="connsiteY4" fmla="*/ 0 h 1166325"/>
              <a:gd name="connsiteX5" fmla="*/ 1670179 w 3545632"/>
              <a:gd name="connsiteY5" fmla="*/ 0 h 1166325"/>
              <a:gd name="connsiteX6" fmla="*/ 1660849 w 3545632"/>
              <a:gd name="connsiteY6" fmla="*/ 951722 h 1166325"/>
              <a:gd name="connsiteX7" fmla="*/ 2331942 w 3545632"/>
              <a:gd name="connsiteY7" fmla="*/ 961758 h 1166325"/>
              <a:gd name="connsiteX8" fmla="*/ 2443909 w 3545632"/>
              <a:gd name="connsiteY8" fmla="*/ 1008410 h 1166325"/>
              <a:gd name="connsiteX9" fmla="*/ 2491272 w 3545632"/>
              <a:gd name="connsiteY9" fmla="*/ 1166325 h 1166325"/>
              <a:gd name="connsiteX10" fmla="*/ 2500604 w 3545632"/>
              <a:gd name="connsiteY10" fmla="*/ 46653 h 1166325"/>
              <a:gd name="connsiteX11" fmla="*/ 3312368 w 3545632"/>
              <a:gd name="connsiteY11" fmla="*/ 46653 h 1166325"/>
              <a:gd name="connsiteX12" fmla="*/ 3303036 w 3545632"/>
              <a:gd name="connsiteY12" fmla="*/ 970384 h 1166325"/>
              <a:gd name="connsiteX13" fmla="*/ 3545632 w 3545632"/>
              <a:gd name="connsiteY13" fmla="*/ 979714 h 1166325"/>
              <a:gd name="connsiteX0" fmla="*/ 0 w 3545632"/>
              <a:gd name="connsiteY0" fmla="*/ 933060 h 1166325"/>
              <a:gd name="connsiteX1" fmla="*/ 680423 w 3545632"/>
              <a:gd name="connsiteY1" fmla="*/ 952426 h 1166325"/>
              <a:gd name="connsiteX2" fmla="*/ 783059 w 3545632"/>
              <a:gd name="connsiteY2" fmla="*/ 1139038 h 1166325"/>
              <a:gd name="connsiteX3" fmla="*/ 793102 w 3545632"/>
              <a:gd name="connsiteY3" fmla="*/ 942392 h 1166325"/>
              <a:gd name="connsiteX4" fmla="*/ 802432 w 3545632"/>
              <a:gd name="connsiteY4" fmla="*/ 0 h 1166325"/>
              <a:gd name="connsiteX5" fmla="*/ 1670179 w 3545632"/>
              <a:gd name="connsiteY5" fmla="*/ 0 h 1166325"/>
              <a:gd name="connsiteX6" fmla="*/ 1660849 w 3545632"/>
              <a:gd name="connsiteY6" fmla="*/ 951722 h 1166325"/>
              <a:gd name="connsiteX7" fmla="*/ 2331942 w 3545632"/>
              <a:gd name="connsiteY7" fmla="*/ 961758 h 1166325"/>
              <a:gd name="connsiteX8" fmla="*/ 2443909 w 3545632"/>
              <a:gd name="connsiteY8" fmla="*/ 1008410 h 1166325"/>
              <a:gd name="connsiteX9" fmla="*/ 2491272 w 3545632"/>
              <a:gd name="connsiteY9" fmla="*/ 1166325 h 1166325"/>
              <a:gd name="connsiteX10" fmla="*/ 2500604 w 3545632"/>
              <a:gd name="connsiteY10" fmla="*/ 46653 h 1166325"/>
              <a:gd name="connsiteX11" fmla="*/ 3312368 w 3545632"/>
              <a:gd name="connsiteY11" fmla="*/ 46653 h 1166325"/>
              <a:gd name="connsiteX12" fmla="*/ 3303036 w 3545632"/>
              <a:gd name="connsiteY12" fmla="*/ 970384 h 1166325"/>
              <a:gd name="connsiteX13" fmla="*/ 3545632 w 3545632"/>
              <a:gd name="connsiteY13" fmla="*/ 979714 h 1166325"/>
              <a:gd name="connsiteX0" fmla="*/ 0 w 3545632"/>
              <a:gd name="connsiteY0" fmla="*/ 933060 h 1166325"/>
              <a:gd name="connsiteX1" fmla="*/ 680423 w 3545632"/>
              <a:gd name="connsiteY1" fmla="*/ 952426 h 1166325"/>
              <a:gd name="connsiteX2" fmla="*/ 783059 w 3545632"/>
              <a:gd name="connsiteY2" fmla="*/ 1139038 h 1166325"/>
              <a:gd name="connsiteX3" fmla="*/ 793102 w 3545632"/>
              <a:gd name="connsiteY3" fmla="*/ 942392 h 1166325"/>
              <a:gd name="connsiteX4" fmla="*/ 802432 w 3545632"/>
              <a:gd name="connsiteY4" fmla="*/ 0 h 1166325"/>
              <a:gd name="connsiteX5" fmla="*/ 1670179 w 3545632"/>
              <a:gd name="connsiteY5" fmla="*/ 0 h 1166325"/>
              <a:gd name="connsiteX6" fmla="*/ 1660849 w 3545632"/>
              <a:gd name="connsiteY6" fmla="*/ 951722 h 1166325"/>
              <a:gd name="connsiteX7" fmla="*/ 2331942 w 3545632"/>
              <a:gd name="connsiteY7" fmla="*/ 961758 h 1166325"/>
              <a:gd name="connsiteX8" fmla="*/ 2443909 w 3545632"/>
              <a:gd name="connsiteY8" fmla="*/ 1008410 h 1166325"/>
              <a:gd name="connsiteX9" fmla="*/ 2491272 w 3545632"/>
              <a:gd name="connsiteY9" fmla="*/ 1166325 h 1166325"/>
              <a:gd name="connsiteX10" fmla="*/ 2500604 w 3545632"/>
              <a:gd name="connsiteY10" fmla="*/ 46653 h 1166325"/>
              <a:gd name="connsiteX11" fmla="*/ 3312368 w 3545632"/>
              <a:gd name="connsiteY11" fmla="*/ 46653 h 1166325"/>
              <a:gd name="connsiteX12" fmla="*/ 3303036 w 3545632"/>
              <a:gd name="connsiteY12" fmla="*/ 970384 h 1166325"/>
              <a:gd name="connsiteX13" fmla="*/ 3545632 w 3545632"/>
              <a:gd name="connsiteY13" fmla="*/ 979714 h 1166325"/>
              <a:gd name="connsiteX0" fmla="*/ 0 w 3545632"/>
              <a:gd name="connsiteY0" fmla="*/ 933060 h 1139276"/>
              <a:gd name="connsiteX1" fmla="*/ 680423 w 3545632"/>
              <a:gd name="connsiteY1" fmla="*/ 952426 h 1139276"/>
              <a:gd name="connsiteX2" fmla="*/ 783059 w 3545632"/>
              <a:gd name="connsiteY2" fmla="*/ 1139038 h 1139276"/>
              <a:gd name="connsiteX3" fmla="*/ 793102 w 3545632"/>
              <a:gd name="connsiteY3" fmla="*/ 942392 h 1139276"/>
              <a:gd name="connsiteX4" fmla="*/ 802432 w 3545632"/>
              <a:gd name="connsiteY4" fmla="*/ 0 h 1139276"/>
              <a:gd name="connsiteX5" fmla="*/ 1670179 w 3545632"/>
              <a:gd name="connsiteY5" fmla="*/ 0 h 1139276"/>
              <a:gd name="connsiteX6" fmla="*/ 1660849 w 3545632"/>
              <a:gd name="connsiteY6" fmla="*/ 951722 h 1139276"/>
              <a:gd name="connsiteX7" fmla="*/ 2331942 w 3545632"/>
              <a:gd name="connsiteY7" fmla="*/ 961758 h 1139276"/>
              <a:gd name="connsiteX8" fmla="*/ 2443909 w 3545632"/>
              <a:gd name="connsiteY8" fmla="*/ 1008410 h 1139276"/>
              <a:gd name="connsiteX9" fmla="*/ 2491272 w 3545632"/>
              <a:gd name="connsiteY9" fmla="*/ 1138333 h 1139276"/>
              <a:gd name="connsiteX10" fmla="*/ 2500604 w 3545632"/>
              <a:gd name="connsiteY10" fmla="*/ 46653 h 1139276"/>
              <a:gd name="connsiteX11" fmla="*/ 3312368 w 3545632"/>
              <a:gd name="connsiteY11" fmla="*/ 46653 h 1139276"/>
              <a:gd name="connsiteX12" fmla="*/ 3303036 w 3545632"/>
              <a:gd name="connsiteY12" fmla="*/ 970384 h 1139276"/>
              <a:gd name="connsiteX13" fmla="*/ 3545632 w 3545632"/>
              <a:gd name="connsiteY13" fmla="*/ 979714 h 1139276"/>
              <a:gd name="connsiteX0" fmla="*/ 0 w 3545632"/>
              <a:gd name="connsiteY0" fmla="*/ 933060 h 1139276"/>
              <a:gd name="connsiteX1" fmla="*/ 680423 w 3545632"/>
              <a:gd name="connsiteY1" fmla="*/ 952426 h 1139276"/>
              <a:gd name="connsiteX2" fmla="*/ 783059 w 3545632"/>
              <a:gd name="connsiteY2" fmla="*/ 1139038 h 1139276"/>
              <a:gd name="connsiteX3" fmla="*/ 793102 w 3545632"/>
              <a:gd name="connsiteY3" fmla="*/ 942392 h 1139276"/>
              <a:gd name="connsiteX4" fmla="*/ 802432 w 3545632"/>
              <a:gd name="connsiteY4" fmla="*/ 0 h 1139276"/>
              <a:gd name="connsiteX5" fmla="*/ 1670179 w 3545632"/>
              <a:gd name="connsiteY5" fmla="*/ 0 h 1139276"/>
              <a:gd name="connsiteX6" fmla="*/ 1660849 w 3545632"/>
              <a:gd name="connsiteY6" fmla="*/ 951722 h 1139276"/>
              <a:gd name="connsiteX7" fmla="*/ 2331942 w 3545632"/>
              <a:gd name="connsiteY7" fmla="*/ 961758 h 1139276"/>
              <a:gd name="connsiteX8" fmla="*/ 2443909 w 3545632"/>
              <a:gd name="connsiteY8" fmla="*/ 1008410 h 1139276"/>
              <a:gd name="connsiteX9" fmla="*/ 2491272 w 3545632"/>
              <a:gd name="connsiteY9" fmla="*/ 1110341 h 1139276"/>
              <a:gd name="connsiteX10" fmla="*/ 2500604 w 3545632"/>
              <a:gd name="connsiteY10" fmla="*/ 46653 h 1139276"/>
              <a:gd name="connsiteX11" fmla="*/ 3312368 w 3545632"/>
              <a:gd name="connsiteY11" fmla="*/ 46653 h 1139276"/>
              <a:gd name="connsiteX12" fmla="*/ 3303036 w 3545632"/>
              <a:gd name="connsiteY12" fmla="*/ 970384 h 1139276"/>
              <a:gd name="connsiteX13" fmla="*/ 3545632 w 3545632"/>
              <a:gd name="connsiteY13" fmla="*/ 979714 h 1139276"/>
              <a:gd name="connsiteX0" fmla="*/ 0 w 3545632"/>
              <a:gd name="connsiteY0" fmla="*/ 933060 h 1139276"/>
              <a:gd name="connsiteX1" fmla="*/ 680423 w 3545632"/>
              <a:gd name="connsiteY1" fmla="*/ 952426 h 1139276"/>
              <a:gd name="connsiteX2" fmla="*/ 783059 w 3545632"/>
              <a:gd name="connsiteY2" fmla="*/ 1139038 h 1139276"/>
              <a:gd name="connsiteX3" fmla="*/ 793102 w 3545632"/>
              <a:gd name="connsiteY3" fmla="*/ 942392 h 1139276"/>
              <a:gd name="connsiteX4" fmla="*/ 802432 w 3545632"/>
              <a:gd name="connsiteY4" fmla="*/ 0 h 1139276"/>
              <a:gd name="connsiteX5" fmla="*/ 1670179 w 3545632"/>
              <a:gd name="connsiteY5" fmla="*/ 0 h 1139276"/>
              <a:gd name="connsiteX6" fmla="*/ 1660849 w 3545632"/>
              <a:gd name="connsiteY6" fmla="*/ 951722 h 1139276"/>
              <a:gd name="connsiteX7" fmla="*/ 2331942 w 3545632"/>
              <a:gd name="connsiteY7" fmla="*/ 961758 h 1139276"/>
              <a:gd name="connsiteX8" fmla="*/ 2443909 w 3545632"/>
              <a:gd name="connsiteY8" fmla="*/ 1008410 h 1139276"/>
              <a:gd name="connsiteX9" fmla="*/ 2491272 w 3545632"/>
              <a:gd name="connsiteY9" fmla="*/ 1110341 h 1139276"/>
              <a:gd name="connsiteX10" fmla="*/ 2500604 w 3545632"/>
              <a:gd name="connsiteY10" fmla="*/ 46653 h 1139276"/>
              <a:gd name="connsiteX11" fmla="*/ 3312368 w 3545632"/>
              <a:gd name="connsiteY11" fmla="*/ 46653 h 1139276"/>
              <a:gd name="connsiteX12" fmla="*/ 3303036 w 3545632"/>
              <a:gd name="connsiteY12" fmla="*/ 970384 h 1139276"/>
              <a:gd name="connsiteX13" fmla="*/ 3545632 w 3545632"/>
              <a:gd name="connsiteY13" fmla="*/ 979714 h 1139276"/>
              <a:gd name="connsiteX0" fmla="*/ 0 w 3545632"/>
              <a:gd name="connsiteY0" fmla="*/ 933060 h 1139276"/>
              <a:gd name="connsiteX1" fmla="*/ 680423 w 3545632"/>
              <a:gd name="connsiteY1" fmla="*/ 952426 h 1139276"/>
              <a:gd name="connsiteX2" fmla="*/ 783059 w 3545632"/>
              <a:gd name="connsiteY2" fmla="*/ 1139038 h 1139276"/>
              <a:gd name="connsiteX3" fmla="*/ 793102 w 3545632"/>
              <a:gd name="connsiteY3" fmla="*/ 942392 h 1139276"/>
              <a:gd name="connsiteX4" fmla="*/ 802432 w 3545632"/>
              <a:gd name="connsiteY4" fmla="*/ 0 h 1139276"/>
              <a:gd name="connsiteX5" fmla="*/ 1670179 w 3545632"/>
              <a:gd name="connsiteY5" fmla="*/ 0 h 1139276"/>
              <a:gd name="connsiteX6" fmla="*/ 1660849 w 3545632"/>
              <a:gd name="connsiteY6" fmla="*/ 951722 h 1139276"/>
              <a:gd name="connsiteX7" fmla="*/ 2331942 w 3545632"/>
              <a:gd name="connsiteY7" fmla="*/ 961758 h 1139276"/>
              <a:gd name="connsiteX8" fmla="*/ 2443909 w 3545632"/>
              <a:gd name="connsiteY8" fmla="*/ 1008410 h 1139276"/>
              <a:gd name="connsiteX9" fmla="*/ 2491272 w 3545632"/>
              <a:gd name="connsiteY9" fmla="*/ 1110341 h 1139276"/>
              <a:gd name="connsiteX10" fmla="*/ 2500604 w 3545632"/>
              <a:gd name="connsiteY10" fmla="*/ 46653 h 1139276"/>
              <a:gd name="connsiteX11" fmla="*/ 3312368 w 3545632"/>
              <a:gd name="connsiteY11" fmla="*/ 46653 h 1139276"/>
              <a:gd name="connsiteX12" fmla="*/ 3303036 w 3545632"/>
              <a:gd name="connsiteY12" fmla="*/ 970384 h 1139276"/>
              <a:gd name="connsiteX13" fmla="*/ 3545632 w 3545632"/>
              <a:gd name="connsiteY13" fmla="*/ 979714 h 1139276"/>
              <a:gd name="connsiteX0" fmla="*/ 0 w 3545632"/>
              <a:gd name="connsiteY0" fmla="*/ 933060 h 1156187"/>
              <a:gd name="connsiteX1" fmla="*/ 680423 w 3545632"/>
              <a:gd name="connsiteY1" fmla="*/ 952426 h 1156187"/>
              <a:gd name="connsiteX2" fmla="*/ 783059 w 3545632"/>
              <a:gd name="connsiteY2" fmla="*/ 1139038 h 1156187"/>
              <a:gd name="connsiteX3" fmla="*/ 793102 w 3545632"/>
              <a:gd name="connsiteY3" fmla="*/ 942392 h 1156187"/>
              <a:gd name="connsiteX4" fmla="*/ 802432 w 3545632"/>
              <a:gd name="connsiteY4" fmla="*/ 0 h 1156187"/>
              <a:gd name="connsiteX5" fmla="*/ 1670179 w 3545632"/>
              <a:gd name="connsiteY5" fmla="*/ 0 h 1156187"/>
              <a:gd name="connsiteX6" fmla="*/ 1660849 w 3545632"/>
              <a:gd name="connsiteY6" fmla="*/ 951722 h 1156187"/>
              <a:gd name="connsiteX7" fmla="*/ 2331942 w 3545632"/>
              <a:gd name="connsiteY7" fmla="*/ 961758 h 1156187"/>
              <a:gd name="connsiteX8" fmla="*/ 2491272 w 3545632"/>
              <a:gd name="connsiteY8" fmla="*/ 1110341 h 1156187"/>
              <a:gd name="connsiteX9" fmla="*/ 2500604 w 3545632"/>
              <a:gd name="connsiteY9" fmla="*/ 46653 h 1156187"/>
              <a:gd name="connsiteX10" fmla="*/ 3312368 w 3545632"/>
              <a:gd name="connsiteY10" fmla="*/ 46653 h 1156187"/>
              <a:gd name="connsiteX11" fmla="*/ 3303036 w 3545632"/>
              <a:gd name="connsiteY11" fmla="*/ 970384 h 1156187"/>
              <a:gd name="connsiteX12" fmla="*/ 3545632 w 3545632"/>
              <a:gd name="connsiteY12" fmla="*/ 979714 h 1156187"/>
              <a:gd name="connsiteX0" fmla="*/ 0 w 3545632"/>
              <a:gd name="connsiteY0" fmla="*/ 933060 h 1156187"/>
              <a:gd name="connsiteX1" fmla="*/ 680423 w 3545632"/>
              <a:gd name="connsiteY1" fmla="*/ 952426 h 1156187"/>
              <a:gd name="connsiteX2" fmla="*/ 783059 w 3545632"/>
              <a:gd name="connsiteY2" fmla="*/ 1139038 h 1156187"/>
              <a:gd name="connsiteX3" fmla="*/ 793102 w 3545632"/>
              <a:gd name="connsiteY3" fmla="*/ 942392 h 1156187"/>
              <a:gd name="connsiteX4" fmla="*/ 802432 w 3545632"/>
              <a:gd name="connsiteY4" fmla="*/ 0 h 1156187"/>
              <a:gd name="connsiteX5" fmla="*/ 1670179 w 3545632"/>
              <a:gd name="connsiteY5" fmla="*/ 0 h 1156187"/>
              <a:gd name="connsiteX6" fmla="*/ 1660849 w 3545632"/>
              <a:gd name="connsiteY6" fmla="*/ 951722 h 1156187"/>
              <a:gd name="connsiteX7" fmla="*/ 2384329 w 3545632"/>
              <a:gd name="connsiteY7" fmla="*/ 961758 h 1156187"/>
              <a:gd name="connsiteX8" fmla="*/ 2491272 w 3545632"/>
              <a:gd name="connsiteY8" fmla="*/ 1110341 h 1156187"/>
              <a:gd name="connsiteX9" fmla="*/ 2500604 w 3545632"/>
              <a:gd name="connsiteY9" fmla="*/ 46653 h 1156187"/>
              <a:gd name="connsiteX10" fmla="*/ 3312368 w 3545632"/>
              <a:gd name="connsiteY10" fmla="*/ 46653 h 1156187"/>
              <a:gd name="connsiteX11" fmla="*/ 3303036 w 3545632"/>
              <a:gd name="connsiteY11" fmla="*/ 970384 h 1156187"/>
              <a:gd name="connsiteX12" fmla="*/ 3545632 w 3545632"/>
              <a:gd name="connsiteY12" fmla="*/ 979714 h 1156187"/>
              <a:gd name="connsiteX0" fmla="*/ 0 w 3545632"/>
              <a:gd name="connsiteY0" fmla="*/ 933060 h 1155628"/>
              <a:gd name="connsiteX1" fmla="*/ 680423 w 3545632"/>
              <a:gd name="connsiteY1" fmla="*/ 952426 h 1155628"/>
              <a:gd name="connsiteX2" fmla="*/ 783059 w 3545632"/>
              <a:gd name="connsiteY2" fmla="*/ 1139038 h 1155628"/>
              <a:gd name="connsiteX3" fmla="*/ 793102 w 3545632"/>
              <a:gd name="connsiteY3" fmla="*/ 942392 h 1155628"/>
              <a:gd name="connsiteX4" fmla="*/ 802432 w 3545632"/>
              <a:gd name="connsiteY4" fmla="*/ 0 h 1155628"/>
              <a:gd name="connsiteX5" fmla="*/ 1670179 w 3545632"/>
              <a:gd name="connsiteY5" fmla="*/ 0 h 1155628"/>
              <a:gd name="connsiteX6" fmla="*/ 1660849 w 3545632"/>
              <a:gd name="connsiteY6" fmla="*/ 951722 h 1155628"/>
              <a:gd name="connsiteX7" fmla="*/ 2365279 w 3545632"/>
              <a:gd name="connsiteY7" fmla="*/ 956995 h 1155628"/>
              <a:gd name="connsiteX8" fmla="*/ 2491272 w 3545632"/>
              <a:gd name="connsiteY8" fmla="*/ 1110341 h 1155628"/>
              <a:gd name="connsiteX9" fmla="*/ 2500604 w 3545632"/>
              <a:gd name="connsiteY9" fmla="*/ 46653 h 1155628"/>
              <a:gd name="connsiteX10" fmla="*/ 3312368 w 3545632"/>
              <a:gd name="connsiteY10" fmla="*/ 46653 h 1155628"/>
              <a:gd name="connsiteX11" fmla="*/ 3303036 w 3545632"/>
              <a:gd name="connsiteY11" fmla="*/ 970384 h 1155628"/>
              <a:gd name="connsiteX12" fmla="*/ 3545632 w 3545632"/>
              <a:gd name="connsiteY12" fmla="*/ 979714 h 1155628"/>
              <a:gd name="connsiteX0" fmla="*/ 0 w 3545632"/>
              <a:gd name="connsiteY0" fmla="*/ 933060 h 1159435"/>
              <a:gd name="connsiteX1" fmla="*/ 680423 w 3545632"/>
              <a:gd name="connsiteY1" fmla="*/ 952426 h 1159435"/>
              <a:gd name="connsiteX2" fmla="*/ 783059 w 3545632"/>
              <a:gd name="connsiteY2" fmla="*/ 1139038 h 1159435"/>
              <a:gd name="connsiteX3" fmla="*/ 793102 w 3545632"/>
              <a:gd name="connsiteY3" fmla="*/ 942392 h 1159435"/>
              <a:gd name="connsiteX4" fmla="*/ 802432 w 3545632"/>
              <a:gd name="connsiteY4" fmla="*/ 0 h 1159435"/>
              <a:gd name="connsiteX5" fmla="*/ 1670179 w 3545632"/>
              <a:gd name="connsiteY5" fmla="*/ 0 h 1159435"/>
              <a:gd name="connsiteX6" fmla="*/ 1660849 w 3545632"/>
              <a:gd name="connsiteY6" fmla="*/ 951722 h 1159435"/>
              <a:gd name="connsiteX7" fmla="*/ 2365279 w 3545632"/>
              <a:gd name="connsiteY7" fmla="*/ 956995 h 1159435"/>
              <a:gd name="connsiteX8" fmla="*/ 2491272 w 3545632"/>
              <a:gd name="connsiteY8" fmla="*/ 1110341 h 1159435"/>
              <a:gd name="connsiteX9" fmla="*/ 2500604 w 3545632"/>
              <a:gd name="connsiteY9" fmla="*/ 46653 h 1159435"/>
              <a:gd name="connsiteX10" fmla="*/ 3312368 w 3545632"/>
              <a:gd name="connsiteY10" fmla="*/ 46653 h 1159435"/>
              <a:gd name="connsiteX11" fmla="*/ 3303036 w 3545632"/>
              <a:gd name="connsiteY11" fmla="*/ 970384 h 1159435"/>
              <a:gd name="connsiteX12" fmla="*/ 3545632 w 3545632"/>
              <a:gd name="connsiteY12" fmla="*/ 979714 h 1159435"/>
              <a:gd name="connsiteX0" fmla="*/ 0 w 3545632"/>
              <a:gd name="connsiteY0" fmla="*/ 933060 h 1158293"/>
              <a:gd name="connsiteX1" fmla="*/ 680423 w 3545632"/>
              <a:gd name="connsiteY1" fmla="*/ 952426 h 1158293"/>
              <a:gd name="connsiteX2" fmla="*/ 783059 w 3545632"/>
              <a:gd name="connsiteY2" fmla="*/ 1139038 h 1158293"/>
              <a:gd name="connsiteX3" fmla="*/ 793102 w 3545632"/>
              <a:gd name="connsiteY3" fmla="*/ 942392 h 1158293"/>
              <a:gd name="connsiteX4" fmla="*/ 802432 w 3545632"/>
              <a:gd name="connsiteY4" fmla="*/ 0 h 1158293"/>
              <a:gd name="connsiteX5" fmla="*/ 1670179 w 3545632"/>
              <a:gd name="connsiteY5" fmla="*/ 0 h 1158293"/>
              <a:gd name="connsiteX6" fmla="*/ 1660849 w 3545632"/>
              <a:gd name="connsiteY6" fmla="*/ 951722 h 1158293"/>
              <a:gd name="connsiteX7" fmla="*/ 2365279 w 3545632"/>
              <a:gd name="connsiteY7" fmla="*/ 956995 h 1158293"/>
              <a:gd name="connsiteX8" fmla="*/ 2491272 w 3545632"/>
              <a:gd name="connsiteY8" fmla="*/ 1110341 h 1158293"/>
              <a:gd name="connsiteX9" fmla="*/ 2500604 w 3545632"/>
              <a:gd name="connsiteY9" fmla="*/ 46653 h 1158293"/>
              <a:gd name="connsiteX10" fmla="*/ 3312368 w 3545632"/>
              <a:gd name="connsiteY10" fmla="*/ 46653 h 1158293"/>
              <a:gd name="connsiteX11" fmla="*/ 3303036 w 3545632"/>
              <a:gd name="connsiteY11" fmla="*/ 970384 h 1158293"/>
              <a:gd name="connsiteX12" fmla="*/ 3545632 w 3545632"/>
              <a:gd name="connsiteY12" fmla="*/ 979714 h 1158293"/>
              <a:gd name="connsiteX0" fmla="*/ 0 w 3545632"/>
              <a:gd name="connsiteY0" fmla="*/ 933060 h 1159552"/>
              <a:gd name="connsiteX1" fmla="*/ 680423 w 3545632"/>
              <a:gd name="connsiteY1" fmla="*/ 952426 h 1159552"/>
              <a:gd name="connsiteX2" fmla="*/ 783059 w 3545632"/>
              <a:gd name="connsiteY2" fmla="*/ 1139038 h 1159552"/>
              <a:gd name="connsiteX3" fmla="*/ 793102 w 3545632"/>
              <a:gd name="connsiteY3" fmla="*/ 942392 h 1159552"/>
              <a:gd name="connsiteX4" fmla="*/ 802432 w 3545632"/>
              <a:gd name="connsiteY4" fmla="*/ 0 h 1159552"/>
              <a:gd name="connsiteX5" fmla="*/ 1670179 w 3545632"/>
              <a:gd name="connsiteY5" fmla="*/ 0 h 1159552"/>
              <a:gd name="connsiteX6" fmla="*/ 1660849 w 3545632"/>
              <a:gd name="connsiteY6" fmla="*/ 951722 h 1159552"/>
              <a:gd name="connsiteX7" fmla="*/ 2384329 w 3545632"/>
              <a:gd name="connsiteY7" fmla="*/ 966520 h 1159552"/>
              <a:gd name="connsiteX8" fmla="*/ 2491272 w 3545632"/>
              <a:gd name="connsiteY8" fmla="*/ 1110341 h 1159552"/>
              <a:gd name="connsiteX9" fmla="*/ 2500604 w 3545632"/>
              <a:gd name="connsiteY9" fmla="*/ 46653 h 1159552"/>
              <a:gd name="connsiteX10" fmla="*/ 3312368 w 3545632"/>
              <a:gd name="connsiteY10" fmla="*/ 46653 h 1159552"/>
              <a:gd name="connsiteX11" fmla="*/ 3303036 w 3545632"/>
              <a:gd name="connsiteY11" fmla="*/ 970384 h 1159552"/>
              <a:gd name="connsiteX12" fmla="*/ 3545632 w 3545632"/>
              <a:gd name="connsiteY12" fmla="*/ 979714 h 1159552"/>
              <a:gd name="connsiteX0" fmla="*/ 0 w 3545632"/>
              <a:gd name="connsiteY0" fmla="*/ 933060 h 1142348"/>
              <a:gd name="connsiteX1" fmla="*/ 680423 w 3545632"/>
              <a:gd name="connsiteY1" fmla="*/ 952426 h 1142348"/>
              <a:gd name="connsiteX2" fmla="*/ 783059 w 3545632"/>
              <a:gd name="connsiteY2" fmla="*/ 1139038 h 1142348"/>
              <a:gd name="connsiteX3" fmla="*/ 793102 w 3545632"/>
              <a:gd name="connsiteY3" fmla="*/ 942392 h 1142348"/>
              <a:gd name="connsiteX4" fmla="*/ 802432 w 3545632"/>
              <a:gd name="connsiteY4" fmla="*/ 0 h 1142348"/>
              <a:gd name="connsiteX5" fmla="*/ 1670179 w 3545632"/>
              <a:gd name="connsiteY5" fmla="*/ 0 h 1142348"/>
              <a:gd name="connsiteX6" fmla="*/ 1660849 w 3545632"/>
              <a:gd name="connsiteY6" fmla="*/ 951722 h 1142348"/>
              <a:gd name="connsiteX7" fmla="*/ 2384329 w 3545632"/>
              <a:gd name="connsiteY7" fmla="*/ 966520 h 1142348"/>
              <a:gd name="connsiteX8" fmla="*/ 2491272 w 3545632"/>
              <a:gd name="connsiteY8" fmla="*/ 1110341 h 1142348"/>
              <a:gd name="connsiteX9" fmla="*/ 2500604 w 3545632"/>
              <a:gd name="connsiteY9" fmla="*/ 46653 h 1142348"/>
              <a:gd name="connsiteX10" fmla="*/ 3312368 w 3545632"/>
              <a:gd name="connsiteY10" fmla="*/ 46653 h 1142348"/>
              <a:gd name="connsiteX11" fmla="*/ 3303036 w 3545632"/>
              <a:gd name="connsiteY11" fmla="*/ 970384 h 1142348"/>
              <a:gd name="connsiteX12" fmla="*/ 3545632 w 3545632"/>
              <a:gd name="connsiteY12" fmla="*/ 979714 h 1142348"/>
              <a:gd name="connsiteX0" fmla="*/ 0 w 3545632"/>
              <a:gd name="connsiteY0" fmla="*/ 933060 h 1142348"/>
              <a:gd name="connsiteX1" fmla="*/ 680423 w 3545632"/>
              <a:gd name="connsiteY1" fmla="*/ 952426 h 1142348"/>
              <a:gd name="connsiteX2" fmla="*/ 783059 w 3545632"/>
              <a:gd name="connsiteY2" fmla="*/ 1139038 h 1142348"/>
              <a:gd name="connsiteX3" fmla="*/ 793102 w 3545632"/>
              <a:gd name="connsiteY3" fmla="*/ 942392 h 1142348"/>
              <a:gd name="connsiteX4" fmla="*/ 802432 w 3545632"/>
              <a:gd name="connsiteY4" fmla="*/ 0 h 1142348"/>
              <a:gd name="connsiteX5" fmla="*/ 1670179 w 3545632"/>
              <a:gd name="connsiteY5" fmla="*/ 0 h 1142348"/>
              <a:gd name="connsiteX6" fmla="*/ 1660849 w 3545632"/>
              <a:gd name="connsiteY6" fmla="*/ 951722 h 1142348"/>
              <a:gd name="connsiteX7" fmla="*/ 2384329 w 3545632"/>
              <a:gd name="connsiteY7" fmla="*/ 966520 h 1142348"/>
              <a:gd name="connsiteX8" fmla="*/ 2491272 w 3545632"/>
              <a:gd name="connsiteY8" fmla="*/ 1110341 h 1142348"/>
              <a:gd name="connsiteX9" fmla="*/ 2825457 w 3545632"/>
              <a:gd name="connsiteY9" fmla="*/ 527916 h 1142348"/>
              <a:gd name="connsiteX10" fmla="*/ 3312368 w 3545632"/>
              <a:gd name="connsiteY10" fmla="*/ 46653 h 1142348"/>
              <a:gd name="connsiteX11" fmla="*/ 3303036 w 3545632"/>
              <a:gd name="connsiteY11" fmla="*/ 970384 h 1142348"/>
              <a:gd name="connsiteX12" fmla="*/ 3545632 w 3545632"/>
              <a:gd name="connsiteY12" fmla="*/ 979714 h 1142348"/>
              <a:gd name="connsiteX0" fmla="*/ 0 w 3545632"/>
              <a:gd name="connsiteY0" fmla="*/ 933060 h 1142348"/>
              <a:gd name="connsiteX1" fmla="*/ 680423 w 3545632"/>
              <a:gd name="connsiteY1" fmla="*/ 952426 h 1142348"/>
              <a:gd name="connsiteX2" fmla="*/ 783059 w 3545632"/>
              <a:gd name="connsiteY2" fmla="*/ 1139038 h 1142348"/>
              <a:gd name="connsiteX3" fmla="*/ 793102 w 3545632"/>
              <a:gd name="connsiteY3" fmla="*/ 942392 h 1142348"/>
              <a:gd name="connsiteX4" fmla="*/ 802432 w 3545632"/>
              <a:gd name="connsiteY4" fmla="*/ 0 h 1142348"/>
              <a:gd name="connsiteX5" fmla="*/ 1670179 w 3545632"/>
              <a:gd name="connsiteY5" fmla="*/ 0 h 1142348"/>
              <a:gd name="connsiteX6" fmla="*/ 1660849 w 3545632"/>
              <a:gd name="connsiteY6" fmla="*/ 951722 h 1142348"/>
              <a:gd name="connsiteX7" fmla="*/ 2384329 w 3545632"/>
              <a:gd name="connsiteY7" fmla="*/ 966520 h 1142348"/>
              <a:gd name="connsiteX8" fmla="*/ 2491272 w 3545632"/>
              <a:gd name="connsiteY8" fmla="*/ 1110341 h 1142348"/>
              <a:gd name="connsiteX9" fmla="*/ 2825457 w 3545632"/>
              <a:gd name="connsiteY9" fmla="*/ 527916 h 1142348"/>
              <a:gd name="connsiteX10" fmla="*/ 3312368 w 3545632"/>
              <a:gd name="connsiteY10" fmla="*/ 46653 h 1142348"/>
              <a:gd name="connsiteX11" fmla="*/ 3303036 w 3545632"/>
              <a:gd name="connsiteY11" fmla="*/ 970384 h 1142348"/>
              <a:gd name="connsiteX12" fmla="*/ 3545632 w 3545632"/>
              <a:gd name="connsiteY12" fmla="*/ 979714 h 1142348"/>
              <a:gd name="connsiteX0" fmla="*/ 0 w 3545632"/>
              <a:gd name="connsiteY0" fmla="*/ 933060 h 1142348"/>
              <a:gd name="connsiteX1" fmla="*/ 680423 w 3545632"/>
              <a:gd name="connsiteY1" fmla="*/ 952426 h 1142348"/>
              <a:gd name="connsiteX2" fmla="*/ 783059 w 3545632"/>
              <a:gd name="connsiteY2" fmla="*/ 1139038 h 1142348"/>
              <a:gd name="connsiteX3" fmla="*/ 793102 w 3545632"/>
              <a:gd name="connsiteY3" fmla="*/ 942392 h 1142348"/>
              <a:gd name="connsiteX4" fmla="*/ 802432 w 3545632"/>
              <a:gd name="connsiteY4" fmla="*/ 0 h 1142348"/>
              <a:gd name="connsiteX5" fmla="*/ 1670179 w 3545632"/>
              <a:gd name="connsiteY5" fmla="*/ 0 h 1142348"/>
              <a:gd name="connsiteX6" fmla="*/ 1660849 w 3545632"/>
              <a:gd name="connsiteY6" fmla="*/ 951722 h 1142348"/>
              <a:gd name="connsiteX7" fmla="*/ 2384329 w 3545632"/>
              <a:gd name="connsiteY7" fmla="*/ 966520 h 1142348"/>
              <a:gd name="connsiteX8" fmla="*/ 2491272 w 3545632"/>
              <a:gd name="connsiteY8" fmla="*/ 1110341 h 1142348"/>
              <a:gd name="connsiteX9" fmla="*/ 2825457 w 3545632"/>
              <a:gd name="connsiteY9" fmla="*/ 527916 h 1142348"/>
              <a:gd name="connsiteX10" fmla="*/ 3312368 w 3545632"/>
              <a:gd name="connsiteY10" fmla="*/ 46653 h 1142348"/>
              <a:gd name="connsiteX11" fmla="*/ 3303036 w 3545632"/>
              <a:gd name="connsiteY11" fmla="*/ 970384 h 1142348"/>
              <a:gd name="connsiteX12" fmla="*/ 3545632 w 3545632"/>
              <a:gd name="connsiteY12" fmla="*/ 979714 h 1142348"/>
              <a:gd name="connsiteX0" fmla="*/ 0 w 3545632"/>
              <a:gd name="connsiteY0" fmla="*/ 933060 h 1142348"/>
              <a:gd name="connsiteX1" fmla="*/ 680423 w 3545632"/>
              <a:gd name="connsiteY1" fmla="*/ 952426 h 1142348"/>
              <a:gd name="connsiteX2" fmla="*/ 783059 w 3545632"/>
              <a:gd name="connsiteY2" fmla="*/ 1139038 h 1142348"/>
              <a:gd name="connsiteX3" fmla="*/ 793102 w 3545632"/>
              <a:gd name="connsiteY3" fmla="*/ 942392 h 1142348"/>
              <a:gd name="connsiteX4" fmla="*/ 802432 w 3545632"/>
              <a:gd name="connsiteY4" fmla="*/ 0 h 1142348"/>
              <a:gd name="connsiteX5" fmla="*/ 1670179 w 3545632"/>
              <a:gd name="connsiteY5" fmla="*/ 0 h 1142348"/>
              <a:gd name="connsiteX6" fmla="*/ 1660849 w 3545632"/>
              <a:gd name="connsiteY6" fmla="*/ 951722 h 1142348"/>
              <a:gd name="connsiteX7" fmla="*/ 2384329 w 3545632"/>
              <a:gd name="connsiteY7" fmla="*/ 966520 h 1142348"/>
              <a:gd name="connsiteX8" fmla="*/ 2491272 w 3545632"/>
              <a:gd name="connsiteY8" fmla="*/ 1110341 h 1142348"/>
              <a:gd name="connsiteX9" fmla="*/ 2825457 w 3545632"/>
              <a:gd name="connsiteY9" fmla="*/ 527916 h 1142348"/>
              <a:gd name="connsiteX10" fmla="*/ 3312368 w 3545632"/>
              <a:gd name="connsiteY10" fmla="*/ 46653 h 1142348"/>
              <a:gd name="connsiteX11" fmla="*/ 3303036 w 3545632"/>
              <a:gd name="connsiteY11" fmla="*/ 970384 h 1142348"/>
              <a:gd name="connsiteX12" fmla="*/ 3545632 w 3545632"/>
              <a:gd name="connsiteY12" fmla="*/ 979714 h 1142348"/>
              <a:gd name="connsiteX0" fmla="*/ 0 w 3545632"/>
              <a:gd name="connsiteY0" fmla="*/ 933060 h 1244704"/>
              <a:gd name="connsiteX1" fmla="*/ 680423 w 3545632"/>
              <a:gd name="connsiteY1" fmla="*/ 952426 h 1244704"/>
              <a:gd name="connsiteX2" fmla="*/ 783059 w 3545632"/>
              <a:gd name="connsiteY2" fmla="*/ 1139038 h 1244704"/>
              <a:gd name="connsiteX3" fmla="*/ 793102 w 3545632"/>
              <a:gd name="connsiteY3" fmla="*/ 942392 h 1244704"/>
              <a:gd name="connsiteX4" fmla="*/ 802432 w 3545632"/>
              <a:gd name="connsiteY4" fmla="*/ 0 h 1244704"/>
              <a:gd name="connsiteX5" fmla="*/ 1670179 w 3545632"/>
              <a:gd name="connsiteY5" fmla="*/ 0 h 1244704"/>
              <a:gd name="connsiteX6" fmla="*/ 1660849 w 3545632"/>
              <a:gd name="connsiteY6" fmla="*/ 951722 h 1244704"/>
              <a:gd name="connsiteX7" fmla="*/ 2384329 w 3545632"/>
              <a:gd name="connsiteY7" fmla="*/ 966520 h 1244704"/>
              <a:gd name="connsiteX8" fmla="*/ 2491272 w 3545632"/>
              <a:gd name="connsiteY8" fmla="*/ 1221660 h 1244704"/>
              <a:gd name="connsiteX9" fmla="*/ 2825457 w 3545632"/>
              <a:gd name="connsiteY9" fmla="*/ 527916 h 1244704"/>
              <a:gd name="connsiteX10" fmla="*/ 3312368 w 3545632"/>
              <a:gd name="connsiteY10" fmla="*/ 46653 h 1244704"/>
              <a:gd name="connsiteX11" fmla="*/ 3303036 w 3545632"/>
              <a:gd name="connsiteY11" fmla="*/ 970384 h 1244704"/>
              <a:gd name="connsiteX12" fmla="*/ 3545632 w 3545632"/>
              <a:gd name="connsiteY12" fmla="*/ 979714 h 1244704"/>
              <a:gd name="connsiteX0" fmla="*/ 0 w 3545632"/>
              <a:gd name="connsiteY0" fmla="*/ 933060 h 1244704"/>
              <a:gd name="connsiteX1" fmla="*/ 680423 w 3545632"/>
              <a:gd name="connsiteY1" fmla="*/ 952426 h 1244704"/>
              <a:gd name="connsiteX2" fmla="*/ 783059 w 3545632"/>
              <a:gd name="connsiteY2" fmla="*/ 1139038 h 1244704"/>
              <a:gd name="connsiteX3" fmla="*/ 793102 w 3545632"/>
              <a:gd name="connsiteY3" fmla="*/ 942392 h 1244704"/>
              <a:gd name="connsiteX4" fmla="*/ 802432 w 3545632"/>
              <a:gd name="connsiteY4" fmla="*/ 0 h 1244704"/>
              <a:gd name="connsiteX5" fmla="*/ 1670179 w 3545632"/>
              <a:gd name="connsiteY5" fmla="*/ 0 h 1244704"/>
              <a:gd name="connsiteX6" fmla="*/ 1660849 w 3545632"/>
              <a:gd name="connsiteY6" fmla="*/ 951722 h 1244704"/>
              <a:gd name="connsiteX7" fmla="*/ 2384329 w 3545632"/>
              <a:gd name="connsiteY7" fmla="*/ 966520 h 1244704"/>
              <a:gd name="connsiteX8" fmla="*/ 2491272 w 3545632"/>
              <a:gd name="connsiteY8" fmla="*/ 1221660 h 1244704"/>
              <a:gd name="connsiteX9" fmla="*/ 2865213 w 3545632"/>
              <a:gd name="connsiteY9" fmla="*/ 559721 h 1244704"/>
              <a:gd name="connsiteX10" fmla="*/ 3312368 w 3545632"/>
              <a:gd name="connsiteY10" fmla="*/ 46653 h 1244704"/>
              <a:gd name="connsiteX11" fmla="*/ 3303036 w 3545632"/>
              <a:gd name="connsiteY11" fmla="*/ 970384 h 1244704"/>
              <a:gd name="connsiteX12" fmla="*/ 3545632 w 3545632"/>
              <a:gd name="connsiteY12" fmla="*/ 979714 h 1244704"/>
              <a:gd name="connsiteX0" fmla="*/ 0 w 3545632"/>
              <a:gd name="connsiteY0" fmla="*/ 933060 h 1244704"/>
              <a:gd name="connsiteX1" fmla="*/ 680423 w 3545632"/>
              <a:gd name="connsiteY1" fmla="*/ 952426 h 1244704"/>
              <a:gd name="connsiteX2" fmla="*/ 783059 w 3545632"/>
              <a:gd name="connsiteY2" fmla="*/ 1139038 h 1244704"/>
              <a:gd name="connsiteX3" fmla="*/ 793102 w 3545632"/>
              <a:gd name="connsiteY3" fmla="*/ 942392 h 1244704"/>
              <a:gd name="connsiteX4" fmla="*/ 802432 w 3545632"/>
              <a:gd name="connsiteY4" fmla="*/ 0 h 1244704"/>
              <a:gd name="connsiteX5" fmla="*/ 1670179 w 3545632"/>
              <a:gd name="connsiteY5" fmla="*/ 0 h 1244704"/>
              <a:gd name="connsiteX6" fmla="*/ 1660849 w 3545632"/>
              <a:gd name="connsiteY6" fmla="*/ 951722 h 1244704"/>
              <a:gd name="connsiteX7" fmla="*/ 2384329 w 3545632"/>
              <a:gd name="connsiteY7" fmla="*/ 966520 h 1244704"/>
              <a:gd name="connsiteX8" fmla="*/ 2491272 w 3545632"/>
              <a:gd name="connsiteY8" fmla="*/ 1221660 h 1244704"/>
              <a:gd name="connsiteX9" fmla="*/ 2865213 w 3545632"/>
              <a:gd name="connsiteY9" fmla="*/ 559721 h 1244704"/>
              <a:gd name="connsiteX10" fmla="*/ 3312368 w 3545632"/>
              <a:gd name="connsiteY10" fmla="*/ 46653 h 1244704"/>
              <a:gd name="connsiteX11" fmla="*/ 3303036 w 3545632"/>
              <a:gd name="connsiteY11" fmla="*/ 970384 h 1244704"/>
              <a:gd name="connsiteX12" fmla="*/ 3545632 w 3545632"/>
              <a:gd name="connsiteY12" fmla="*/ 979714 h 1244704"/>
              <a:gd name="connsiteX0" fmla="*/ 0 w 3545632"/>
              <a:gd name="connsiteY0" fmla="*/ 933060 h 1244704"/>
              <a:gd name="connsiteX1" fmla="*/ 680423 w 3545632"/>
              <a:gd name="connsiteY1" fmla="*/ 952426 h 1244704"/>
              <a:gd name="connsiteX2" fmla="*/ 783059 w 3545632"/>
              <a:gd name="connsiteY2" fmla="*/ 1139038 h 1244704"/>
              <a:gd name="connsiteX3" fmla="*/ 793102 w 3545632"/>
              <a:gd name="connsiteY3" fmla="*/ 942392 h 1244704"/>
              <a:gd name="connsiteX4" fmla="*/ 802432 w 3545632"/>
              <a:gd name="connsiteY4" fmla="*/ 0 h 1244704"/>
              <a:gd name="connsiteX5" fmla="*/ 1670179 w 3545632"/>
              <a:gd name="connsiteY5" fmla="*/ 0 h 1244704"/>
              <a:gd name="connsiteX6" fmla="*/ 1660849 w 3545632"/>
              <a:gd name="connsiteY6" fmla="*/ 951722 h 1244704"/>
              <a:gd name="connsiteX7" fmla="*/ 2384329 w 3545632"/>
              <a:gd name="connsiteY7" fmla="*/ 966520 h 1244704"/>
              <a:gd name="connsiteX8" fmla="*/ 2491272 w 3545632"/>
              <a:gd name="connsiteY8" fmla="*/ 1221660 h 1244704"/>
              <a:gd name="connsiteX9" fmla="*/ 2865213 w 3545632"/>
              <a:gd name="connsiteY9" fmla="*/ 559721 h 1244704"/>
              <a:gd name="connsiteX10" fmla="*/ 3312368 w 3545632"/>
              <a:gd name="connsiteY10" fmla="*/ 46653 h 1244704"/>
              <a:gd name="connsiteX11" fmla="*/ 3303036 w 3545632"/>
              <a:gd name="connsiteY11" fmla="*/ 970384 h 1244704"/>
              <a:gd name="connsiteX12" fmla="*/ 3545632 w 3545632"/>
              <a:gd name="connsiteY12" fmla="*/ 979714 h 1244704"/>
              <a:gd name="connsiteX0" fmla="*/ 0 w 3545632"/>
              <a:gd name="connsiteY0" fmla="*/ 933060 h 1353827"/>
              <a:gd name="connsiteX1" fmla="*/ 680423 w 3545632"/>
              <a:gd name="connsiteY1" fmla="*/ 952426 h 1353827"/>
              <a:gd name="connsiteX2" fmla="*/ 783059 w 3545632"/>
              <a:gd name="connsiteY2" fmla="*/ 1139038 h 1353827"/>
              <a:gd name="connsiteX3" fmla="*/ 793102 w 3545632"/>
              <a:gd name="connsiteY3" fmla="*/ 942392 h 1353827"/>
              <a:gd name="connsiteX4" fmla="*/ 802432 w 3545632"/>
              <a:gd name="connsiteY4" fmla="*/ 0 h 1353827"/>
              <a:gd name="connsiteX5" fmla="*/ 1670179 w 3545632"/>
              <a:gd name="connsiteY5" fmla="*/ 0 h 1353827"/>
              <a:gd name="connsiteX6" fmla="*/ 1660849 w 3545632"/>
              <a:gd name="connsiteY6" fmla="*/ 951722 h 1353827"/>
              <a:gd name="connsiteX7" fmla="*/ 2384329 w 3545632"/>
              <a:gd name="connsiteY7" fmla="*/ 966520 h 1353827"/>
              <a:gd name="connsiteX8" fmla="*/ 2499436 w 3545632"/>
              <a:gd name="connsiteY8" fmla="*/ 1335960 h 1353827"/>
              <a:gd name="connsiteX9" fmla="*/ 2865213 w 3545632"/>
              <a:gd name="connsiteY9" fmla="*/ 559721 h 1353827"/>
              <a:gd name="connsiteX10" fmla="*/ 3312368 w 3545632"/>
              <a:gd name="connsiteY10" fmla="*/ 46653 h 1353827"/>
              <a:gd name="connsiteX11" fmla="*/ 3303036 w 3545632"/>
              <a:gd name="connsiteY11" fmla="*/ 970384 h 1353827"/>
              <a:gd name="connsiteX12" fmla="*/ 3545632 w 3545632"/>
              <a:gd name="connsiteY12" fmla="*/ 979714 h 1353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45632" h="1353827">
                <a:moveTo>
                  <a:pt x="0" y="933060"/>
                </a:moveTo>
                <a:cubicBezTo>
                  <a:pt x="100963" y="940953"/>
                  <a:pt x="549913" y="918096"/>
                  <a:pt x="680423" y="952426"/>
                </a:cubicBezTo>
                <a:cubicBezTo>
                  <a:pt x="782941" y="1024078"/>
                  <a:pt x="751839" y="1145376"/>
                  <a:pt x="783059" y="1139038"/>
                </a:cubicBezTo>
                <a:lnTo>
                  <a:pt x="793102" y="942392"/>
                </a:lnTo>
                <a:lnTo>
                  <a:pt x="802432" y="0"/>
                </a:lnTo>
                <a:lnTo>
                  <a:pt x="1670179" y="0"/>
                </a:lnTo>
                <a:lnTo>
                  <a:pt x="1660849" y="951722"/>
                </a:lnTo>
                <a:lnTo>
                  <a:pt x="2384329" y="966520"/>
                </a:lnTo>
                <a:cubicBezTo>
                  <a:pt x="2494158" y="1016769"/>
                  <a:pt x="2485614" y="1445614"/>
                  <a:pt x="2499436" y="1335960"/>
                </a:cubicBezTo>
                <a:cubicBezTo>
                  <a:pt x="2502546" y="1034270"/>
                  <a:pt x="2557862" y="981727"/>
                  <a:pt x="2865213" y="559721"/>
                </a:cubicBezTo>
                <a:cubicBezTo>
                  <a:pt x="3296500" y="38701"/>
                  <a:pt x="3041780" y="46653"/>
                  <a:pt x="3312368" y="46653"/>
                </a:cubicBezTo>
                <a:cubicBezTo>
                  <a:pt x="3309257" y="354563"/>
                  <a:pt x="3306147" y="662474"/>
                  <a:pt x="3303036" y="970384"/>
                </a:cubicBezTo>
                <a:lnTo>
                  <a:pt x="3545632" y="979714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5" name="Freeform: Shape 86">
            <a:extLst>
              <a:ext uri="{FF2B5EF4-FFF2-40B4-BE49-F238E27FC236}">
                <a16:creationId xmlns:a16="http://schemas.microsoft.com/office/drawing/2014/main" id="{A3CAA8F5-6447-BB4F-A7BA-D09C6435B9AC}"/>
              </a:ext>
            </a:extLst>
          </p:cNvPr>
          <p:cNvSpPr/>
          <p:nvPr/>
        </p:nvSpPr>
        <p:spPr>
          <a:xfrm>
            <a:off x="6846281" y="3835010"/>
            <a:ext cx="3601616" cy="1483568"/>
          </a:xfrm>
          <a:custGeom>
            <a:avLst/>
            <a:gdLst>
              <a:gd name="connsiteX0" fmla="*/ 0 w 3489649"/>
              <a:gd name="connsiteY0" fmla="*/ 961053 h 1576874"/>
              <a:gd name="connsiteX1" fmla="*/ 755780 w 3489649"/>
              <a:gd name="connsiteY1" fmla="*/ 970384 h 1576874"/>
              <a:gd name="connsiteX2" fmla="*/ 765111 w 3489649"/>
              <a:gd name="connsiteY2" fmla="*/ 0 h 1576874"/>
              <a:gd name="connsiteX3" fmla="*/ 1576874 w 3489649"/>
              <a:gd name="connsiteY3" fmla="*/ 251927 h 1576874"/>
              <a:gd name="connsiteX4" fmla="*/ 1660849 w 3489649"/>
              <a:gd name="connsiteY4" fmla="*/ 1576874 h 1576874"/>
              <a:gd name="connsiteX5" fmla="*/ 2565919 w 3489649"/>
              <a:gd name="connsiteY5" fmla="*/ 970384 h 1576874"/>
              <a:gd name="connsiteX6" fmla="*/ 2547258 w 3489649"/>
              <a:gd name="connsiteY6" fmla="*/ 65315 h 1576874"/>
              <a:gd name="connsiteX7" fmla="*/ 3228392 w 3489649"/>
              <a:gd name="connsiteY7" fmla="*/ 401217 h 1576874"/>
              <a:gd name="connsiteX8" fmla="*/ 3275045 w 3489649"/>
              <a:gd name="connsiteY8" fmla="*/ 1474237 h 1576874"/>
              <a:gd name="connsiteX9" fmla="*/ 3489649 w 3489649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98171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614196 w 3526971"/>
              <a:gd name="connsiteY3" fmla="*/ 251927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576874"/>
              <a:gd name="connsiteX1" fmla="*/ 793102 w 3526971"/>
              <a:gd name="connsiteY1" fmla="*/ 970384 h 1576874"/>
              <a:gd name="connsiteX2" fmla="*/ 802433 w 3526971"/>
              <a:gd name="connsiteY2" fmla="*/ 0 h 1576874"/>
              <a:gd name="connsiteX3" fmla="*/ 1875453 w 3526971"/>
              <a:gd name="connsiteY3" fmla="*/ 345234 h 1576874"/>
              <a:gd name="connsiteX4" fmla="*/ 1632857 w 3526971"/>
              <a:gd name="connsiteY4" fmla="*/ 1576874 h 1576874"/>
              <a:gd name="connsiteX5" fmla="*/ 2603241 w 3526971"/>
              <a:gd name="connsiteY5" fmla="*/ 970384 h 1576874"/>
              <a:gd name="connsiteX6" fmla="*/ 2584580 w 3526971"/>
              <a:gd name="connsiteY6" fmla="*/ 65315 h 1576874"/>
              <a:gd name="connsiteX7" fmla="*/ 3265714 w 3526971"/>
              <a:gd name="connsiteY7" fmla="*/ 401217 h 1576874"/>
              <a:gd name="connsiteX8" fmla="*/ 3312367 w 3526971"/>
              <a:gd name="connsiteY8" fmla="*/ 1474237 h 1576874"/>
              <a:gd name="connsiteX9" fmla="*/ 3526971 w 3526971"/>
              <a:gd name="connsiteY9" fmla="*/ 1138335 h 1576874"/>
              <a:gd name="connsiteX0" fmla="*/ 0 w 3526971"/>
              <a:gd name="connsiteY0" fmla="*/ 1306286 h 1474237"/>
              <a:gd name="connsiteX1" fmla="*/ 793102 w 3526971"/>
              <a:gd name="connsiteY1" fmla="*/ 970384 h 1474237"/>
              <a:gd name="connsiteX2" fmla="*/ 802433 w 3526971"/>
              <a:gd name="connsiteY2" fmla="*/ 0 h 1474237"/>
              <a:gd name="connsiteX3" fmla="*/ 1875453 w 3526971"/>
              <a:gd name="connsiteY3" fmla="*/ 345234 h 1474237"/>
              <a:gd name="connsiteX4" fmla="*/ 1950098 w 3526971"/>
              <a:gd name="connsiteY4" fmla="*/ 1446246 h 1474237"/>
              <a:gd name="connsiteX5" fmla="*/ 2603241 w 3526971"/>
              <a:gd name="connsiteY5" fmla="*/ 970384 h 1474237"/>
              <a:gd name="connsiteX6" fmla="*/ 2584580 w 3526971"/>
              <a:gd name="connsiteY6" fmla="*/ 65315 h 1474237"/>
              <a:gd name="connsiteX7" fmla="*/ 3265714 w 3526971"/>
              <a:gd name="connsiteY7" fmla="*/ 401217 h 1474237"/>
              <a:gd name="connsiteX8" fmla="*/ 3312367 w 3526971"/>
              <a:gd name="connsiteY8" fmla="*/ 1474237 h 1474237"/>
              <a:gd name="connsiteX9" fmla="*/ 3526971 w 3526971"/>
              <a:gd name="connsiteY9" fmla="*/ 1138335 h 1474237"/>
              <a:gd name="connsiteX0" fmla="*/ 0 w 3526971"/>
              <a:gd name="connsiteY0" fmla="*/ 1315617 h 1483568"/>
              <a:gd name="connsiteX1" fmla="*/ 793102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718457 w 3526971"/>
              <a:gd name="connsiteY1" fmla="*/ 979715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950098 w 3526971"/>
              <a:gd name="connsiteY4" fmla="*/ 145557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75453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56792 w 3526971"/>
              <a:gd name="connsiteY4" fmla="*/ 1464908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819469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00809 w 3526971"/>
              <a:gd name="connsiteY4" fmla="*/ 1446247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91478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56792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681134 w 3526971"/>
              <a:gd name="connsiteY1" fmla="*/ 989046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15617 h 1483568"/>
              <a:gd name="connsiteX1" fmla="*/ 830424 w 3526971"/>
              <a:gd name="connsiteY1" fmla="*/ 979715 h 1483568"/>
              <a:gd name="connsiteX2" fmla="*/ 690466 w 3526971"/>
              <a:gd name="connsiteY2" fmla="*/ 0 h 1483568"/>
              <a:gd name="connsiteX3" fmla="*/ 1782147 w 3526971"/>
              <a:gd name="connsiteY3" fmla="*/ 354565 h 1483568"/>
              <a:gd name="connsiteX4" fmla="*/ 1810139 w 3526971"/>
              <a:gd name="connsiteY4" fmla="*/ 1427586 h 1483568"/>
              <a:gd name="connsiteX5" fmla="*/ 2603241 w 3526971"/>
              <a:gd name="connsiteY5" fmla="*/ 979715 h 1483568"/>
              <a:gd name="connsiteX6" fmla="*/ 2584580 w 3526971"/>
              <a:gd name="connsiteY6" fmla="*/ 74646 h 1483568"/>
              <a:gd name="connsiteX7" fmla="*/ 3265714 w 3526971"/>
              <a:gd name="connsiteY7" fmla="*/ 410548 h 1483568"/>
              <a:gd name="connsiteX8" fmla="*/ 3312367 w 3526971"/>
              <a:gd name="connsiteY8" fmla="*/ 1483568 h 1483568"/>
              <a:gd name="connsiteX9" fmla="*/ 3526971 w 3526971"/>
              <a:gd name="connsiteY9" fmla="*/ 1147666 h 1483568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82147 w 3526971"/>
              <a:gd name="connsiteY3" fmla="*/ 373226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810139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716833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707502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265714 w 3526971"/>
              <a:gd name="connsiteY7" fmla="*/ 429209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502229"/>
              <a:gd name="connsiteX1" fmla="*/ 830424 w 3526971"/>
              <a:gd name="connsiteY1" fmla="*/ 998376 h 1502229"/>
              <a:gd name="connsiteX2" fmla="*/ 839756 w 3526971"/>
              <a:gd name="connsiteY2" fmla="*/ 0 h 1502229"/>
              <a:gd name="connsiteX3" fmla="*/ 1679510 w 3526971"/>
              <a:gd name="connsiteY3" fmla="*/ 307911 h 1502229"/>
              <a:gd name="connsiteX4" fmla="*/ 1679510 w 3526971"/>
              <a:gd name="connsiteY4" fmla="*/ 1446247 h 1502229"/>
              <a:gd name="connsiteX5" fmla="*/ 2603241 w 3526971"/>
              <a:gd name="connsiteY5" fmla="*/ 998376 h 1502229"/>
              <a:gd name="connsiteX6" fmla="*/ 2584580 w 3526971"/>
              <a:gd name="connsiteY6" fmla="*/ 93307 h 1502229"/>
              <a:gd name="connsiteX7" fmla="*/ 3359020 w 3526971"/>
              <a:gd name="connsiteY7" fmla="*/ 438540 h 1502229"/>
              <a:gd name="connsiteX8" fmla="*/ 3312367 w 3526971"/>
              <a:gd name="connsiteY8" fmla="*/ 1502229 h 1502229"/>
              <a:gd name="connsiteX9" fmla="*/ 3526971 w 3526971"/>
              <a:gd name="connsiteY9" fmla="*/ 1166327 h 1502229"/>
              <a:gd name="connsiteX0" fmla="*/ 0 w 3526971"/>
              <a:gd name="connsiteY0" fmla="*/ 1334278 h 1483568"/>
              <a:gd name="connsiteX1" fmla="*/ 830424 w 3526971"/>
              <a:gd name="connsiteY1" fmla="*/ 998376 h 1483568"/>
              <a:gd name="connsiteX2" fmla="*/ 839756 w 3526971"/>
              <a:gd name="connsiteY2" fmla="*/ 0 h 1483568"/>
              <a:gd name="connsiteX3" fmla="*/ 1679510 w 3526971"/>
              <a:gd name="connsiteY3" fmla="*/ 307911 h 1483568"/>
              <a:gd name="connsiteX4" fmla="*/ 1679510 w 3526971"/>
              <a:gd name="connsiteY4" fmla="*/ 1446247 h 1483568"/>
              <a:gd name="connsiteX5" fmla="*/ 2603241 w 3526971"/>
              <a:gd name="connsiteY5" fmla="*/ 998376 h 1483568"/>
              <a:gd name="connsiteX6" fmla="*/ 2584580 w 3526971"/>
              <a:gd name="connsiteY6" fmla="*/ 93307 h 1483568"/>
              <a:gd name="connsiteX7" fmla="*/ 3359020 w 3526971"/>
              <a:gd name="connsiteY7" fmla="*/ 438540 h 1483568"/>
              <a:gd name="connsiteX8" fmla="*/ 3377681 w 3526971"/>
              <a:gd name="connsiteY8" fmla="*/ 1483568 h 1483568"/>
              <a:gd name="connsiteX9" fmla="*/ 3526971 w 3526971"/>
              <a:gd name="connsiteY9" fmla="*/ 1166327 h 1483568"/>
              <a:gd name="connsiteX0" fmla="*/ 0 w 3573624"/>
              <a:gd name="connsiteY0" fmla="*/ 1334278 h 1483568"/>
              <a:gd name="connsiteX1" fmla="*/ 830424 w 3573624"/>
              <a:gd name="connsiteY1" fmla="*/ 998376 h 1483568"/>
              <a:gd name="connsiteX2" fmla="*/ 839756 w 3573624"/>
              <a:gd name="connsiteY2" fmla="*/ 0 h 1483568"/>
              <a:gd name="connsiteX3" fmla="*/ 1679510 w 3573624"/>
              <a:gd name="connsiteY3" fmla="*/ 307911 h 1483568"/>
              <a:gd name="connsiteX4" fmla="*/ 1679510 w 3573624"/>
              <a:gd name="connsiteY4" fmla="*/ 1446247 h 1483568"/>
              <a:gd name="connsiteX5" fmla="*/ 2603241 w 3573624"/>
              <a:gd name="connsiteY5" fmla="*/ 998376 h 1483568"/>
              <a:gd name="connsiteX6" fmla="*/ 2584580 w 3573624"/>
              <a:gd name="connsiteY6" fmla="*/ 93307 h 1483568"/>
              <a:gd name="connsiteX7" fmla="*/ 3359020 w 3573624"/>
              <a:gd name="connsiteY7" fmla="*/ 438540 h 1483568"/>
              <a:gd name="connsiteX8" fmla="*/ 3377681 w 3573624"/>
              <a:gd name="connsiteY8" fmla="*/ 1483568 h 1483568"/>
              <a:gd name="connsiteX9" fmla="*/ 3573624 w 3573624"/>
              <a:gd name="connsiteY9" fmla="*/ 1184989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603241 w 3601616"/>
              <a:gd name="connsiteY5" fmla="*/ 99837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84579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84580 w 3601616"/>
              <a:gd name="connsiteY6" fmla="*/ 93307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56587 w 3601616"/>
              <a:gd name="connsiteY5" fmla="*/ 98904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79510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79510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4725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192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28208 w 3601616"/>
              <a:gd name="connsiteY6" fmla="*/ 7464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59020 w 3601616"/>
              <a:gd name="connsiteY7" fmla="*/ 43854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7768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44489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  <a:gd name="connsiteX0" fmla="*/ 0 w 3601616"/>
              <a:gd name="connsiteY0" fmla="*/ 1334278 h 1483568"/>
              <a:gd name="connsiteX1" fmla="*/ 830424 w 3601616"/>
              <a:gd name="connsiteY1" fmla="*/ 998376 h 1483568"/>
              <a:gd name="connsiteX2" fmla="*/ 839756 w 3601616"/>
              <a:gd name="connsiteY2" fmla="*/ 0 h 1483568"/>
              <a:gd name="connsiteX3" fmla="*/ 1642188 w 3601616"/>
              <a:gd name="connsiteY3" fmla="*/ 307911 h 1483568"/>
              <a:gd name="connsiteX4" fmla="*/ 1651518 w 3601616"/>
              <a:gd name="connsiteY4" fmla="*/ 1446247 h 1483568"/>
              <a:gd name="connsiteX5" fmla="*/ 2557365 w 3601616"/>
              <a:gd name="connsiteY5" fmla="*/ 979716 h 1483568"/>
              <a:gd name="connsiteX6" fmla="*/ 2553608 w 3601616"/>
              <a:gd name="connsiteY6" fmla="*/ 68296 h 1483568"/>
              <a:gd name="connsiteX7" fmla="*/ 3333620 w 3601616"/>
              <a:gd name="connsiteY7" fmla="*/ 387740 h 1483568"/>
              <a:gd name="connsiteX8" fmla="*/ 3333231 w 3601616"/>
              <a:gd name="connsiteY8" fmla="*/ 1483568 h 1483568"/>
              <a:gd name="connsiteX9" fmla="*/ 3601616 w 3601616"/>
              <a:gd name="connsiteY9" fmla="*/ 1203651 h 148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01616" h="1483568">
                <a:moveTo>
                  <a:pt x="0" y="1334278"/>
                </a:moveTo>
                <a:cubicBezTo>
                  <a:pt x="233266" y="1150776"/>
                  <a:pt x="559835" y="1060580"/>
                  <a:pt x="830424" y="998376"/>
                </a:cubicBezTo>
                <a:cubicBezTo>
                  <a:pt x="833534" y="674915"/>
                  <a:pt x="836646" y="323461"/>
                  <a:pt x="839756" y="0"/>
                </a:cubicBezTo>
                <a:lnTo>
                  <a:pt x="1642188" y="307911"/>
                </a:lnTo>
                <a:cubicBezTo>
                  <a:pt x="1645298" y="671805"/>
                  <a:pt x="1648408" y="1082353"/>
                  <a:pt x="1651518" y="1446247"/>
                </a:cubicBezTo>
                <a:cubicBezTo>
                  <a:pt x="1912775" y="1212981"/>
                  <a:pt x="2202802" y="1073023"/>
                  <a:pt x="2557365" y="979716"/>
                </a:cubicBezTo>
                <a:cubicBezTo>
                  <a:pt x="2557365" y="681136"/>
                  <a:pt x="2553608" y="366876"/>
                  <a:pt x="2553608" y="68296"/>
                </a:cubicBezTo>
                <a:lnTo>
                  <a:pt x="3333620" y="387740"/>
                </a:lnTo>
                <a:cubicBezTo>
                  <a:pt x="3333490" y="733966"/>
                  <a:pt x="3333361" y="1137342"/>
                  <a:pt x="3333231" y="1483568"/>
                </a:cubicBezTo>
                <a:cubicBezTo>
                  <a:pt x="3454529" y="1306287"/>
                  <a:pt x="3508310" y="1287626"/>
                  <a:pt x="3601616" y="120365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4347249C-AEF0-8344-912E-B8295598B336}"/>
              </a:ext>
            </a:extLst>
          </p:cNvPr>
          <p:cNvCxnSpPr>
            <a:cxnSpLocks/>
            <a:stCxn id="187" idx="0"/>
          </p:cNvCxnSpPr>
          <p:nvPr/>
        </p:nvCxnSpPr>
        <p:spPr>
          <a:xfrm flipV="1">
            <a:off x="9056749" y="3107553"/>
            <a:ext cx="195248" cy="3418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Case 1 - Q1">
            <a:extLst>
              <a:ext uri="{FF2B5EF4-FFF2-40B4-BE49-F238E27FC236}">
                <a16:creationId xmlns:a16="http://schemas.microsoft.com/office/drawing/2014/main" id="{F6BCEA62-B5FA-1B47-BE72-9C283ECAC4D1}"/>
              </a:ext>
            </a:extLst>
          </p:cNvPr>
          <p:cNvSpPr/>
          <p:nvPr/>
        </p:nvSpPr>
        <p:spPr>
          <a:xfrm>
            <a:off x="8101945" y="3449380"/>
            <a:ext cx="1909607" cy="64874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Negative deflection = patient-initiated breath</a:t>
            </a:r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8B6903F0-4570-894E-AA73-A274A3480029}"/>
              </a:ext>
            </a:extLst>
          </p:cNvPr>
          <p:cNvCxnSpPr>
            <a:cxnSpLocks/>
          </p:cNvCxnSpPr>
          <p:nvPr/>
        </p:nvCxnSpPr>
        <p:spPr>
          <a:xfrm>
            <a:off x="9099942" y="1920444"/>
            <a:ext cx="473297" cy="7203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Graphic 81" descr="Cursor with solid fill">
            <a:extLst>
              <a:ext uri="{FF2B5EF4-FFF2-40B4-BE49-F238E27FC236}">
                <a16:creationId xmlns:a16="http://schemas.microsoft.com/office/drawing/2014/main" id="{0E2F11A0-BFCD-48BF-B085-60790F26C6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3996" y="4381285"/>
            <a:ext cx="301752" cy="301752"/>
          </a:xfrm>
          <a:prstGeom prst="rect">
            <a:avLst/>
          </a:prstGeom>
        </p:spPr>
      </p:pic>
      <p:pic>
        <p:nvPicPr>
          <p:cNvPr id="83" name="Graphic 82" descr="Cursor with solid fill">
            <a:extLst>
              <a:ext uri="{FF2B5EF4-FFF2-40B4-BE49-F238E27FC236}">
                <a16:creationId xmlns:a16="http://schemas.microsoft.com/office/drawing/2014/main" id="{49E9C5D3-D1C9-4D66-A8E1-ABC8E9A7F2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3996" y="3779364"/>
            <a:ext cx="301752" cy="301752"/>
          </a:xfrm>
          <a:prstGeom prst="rect">
            <a:avLst/>
          </a:prstGeom>
        </p:spPr>
      </p:pic>
      <p:sp>
        <p:nvSpPr>
          <p:cNvPr id="100" name="Oval 99">
            <a:extLst>
              <a:ext uri="{FF2B5EF4-FFF2-40B4-BE49-F238E27FC236}">
                <a16:creationId xmlns:a16="http://schemas.microsoft.com/office/drawing/2014/main" id="{956CC962-331D-4314-94B5-63830D6FB7A9}"/>
              </a:ext>
            </a:extLst>
          </p:cNvPr>
          <p:cNvSpPr/>
          <p:nvPr/>
        </p:nvSpPr>
        <p:spPr>
          <a:xfrm>
            <a:off x="7370342" y="1785698"/>
            <a:ext cx="1377309" cy="1551927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C09B3BF-3CC2-014C-8652-7311F6705C34}"/>
              </a:ext>
            </a:extLst>
          </p:cNvPr>
          <p:cNvSpPr/>
          <p:nvPr/>
        </p:nvSpPr>
        <p:spPr>
          <a:xfrm>
            <a:off x="10828397" y="1536977"/>
            <a:ext cx="995192" cy="11271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Case 1 Answer 4">
            <a:extLst>
              <a:ext uri="{FF2B5EF4-FFF2-40B4-BE49-F238E27FC236}">
                <a16:creationId xmlns:a16="http://schemas.microsoft.com/office/drawing/2014/main" id="{A5E377D6-1511-41E7-B9FF-429FE1792ECB}"/>
              </a:ext>
            </a:extLst>
          </p:cNvPr>
          <p:cNvSpPr txBox="1"/>
          <p:nvPr/>
        </p:nvSpPr>
        <p:spPr>
          <a:xfrm>
            <a:off x="2026867" y="3690139"/>
            <a:ext cx="2560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V</a:t>
            </a:r>
            <a:r>
              <a:rPr lang="en-US" sz="1600" baseline="-25000" dirty="0"/>
              <a:t>T</a:t>
            </a:r>
            <a:r>
              <a:rPr lang="en-US" sz="1600" dirty="0"/>
              <a:t>, RR, and minute ventilation</a:t>
            </a:r>
          </a:p>
        </p:txBody>
      </p:sp>
      <p:sp>
        <p:nvSpPr>
          <p:cNvPr id="101" name="Case 1 Answer 4">
            <a:extLst>
              <a:ext uri="{FF2B5EF4-FFF2-40B4-BE49-F238E27FC236}">
                <a16:creationId xmlns:a16="http://schemas.microsoft.com/office/drawing/2014/main" id="{A0BD721B-02B6-4874-B7BB-5C0DCDDCE838}"/>
              </a:ext>
            </a:extLst>
          </p:cNvPr>
          <p:cNvSpPr txBox="1"/>
          <p:nvPr/>
        </p:nvSpPr>
        <p:spPr>
          <a:xfrm>
            <a:off x="2026867" y="2812611"/>
            <a:ext cx="2560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P</a:t>
            </a:r>
            <a:r>
              <a:rPr lang="en-US" sz="1600" baseline="-25000" dirty="0" err="1"/>
              <a:t>Support</a:t>
            </a:r>
            <a:endParaRPr lang="en-US" sz="1600" dirty="0"/>
          </a:p>
        </p:txBody>
      </p:sp>
      <p:sp>
        <p:nvSpPr>
          <p:cNvPr id="106" name="What is the actual RR?">
            <a:extLst>
              <a:ext uri="{FF2B5EF4-FFF2-40B4-BE49-F238E27FC236}">
                <a16:creationId xmlns:a16="http://schemas.microsoft.com/office/drawing/2014/main" id="{A42455CD-CADC-4AD1-99AA-C56C65FC2054}"/>
              </a:ext>
            </a:extLst>
          </p:cNvPr>
          <p:cNvSpPr/>
          <p:nvPr/>
        </p:nvSpPr>
        <p:spPr>
          <a:xfrm>
            <a:off x="2038156" y="4446452"/>
            <a:ext cx="2560320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is the actual RR?</a:t>
            </a:r>
          </a:p>
        </p:txBody>
      </p:sp>
      <p:sp>
        <p:nvSpPr>
          <p:cNvPr id="107" name="Case 1 Answer 3">
            <a:extLst>
              <a:ext uri="{FF2B5EF4-FFF2-40B4-BE49-F238E27FC236}">
                <a16:creationId xmlns:a16="http://schemas.microsoft.com/office/drawing/2014/main" id="{C6C485FA-FF33-4A4F-8F87-70843FCCE72A}"/>
              </a:ext>
            </a:extLst>
          </p:cNvPr>
          <p:cNvSpPr txBox="1"/>
          <p:nvPr/>
        </p:nvSpPr>
        <p:spPr>
          <a:xfrm>
            <a:off x="2026867" y="4859325"/>
            <a:ext cx="2560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25 breaths per minute</a:t>
            </a:r>
          </a:p>
        </p:txBody>
      </p:sp>
      <p:sp>
        <p:nvSpPr>
          <p:cNvPr id="108" name="How much O2 support?">
            <a:extLst>
              <a:ext uri="{FF2B5EF4-FFF2-40B4-BE49-F238E27FC236}">
                <a16:creationId xmlns:a16="http://schemas.microsoft.com/office/drawing/2014/main" id="{D28A91D2-2D69-443B-8AA1-43CFAF466C6D}"/>
              </a:ext>
            </a:extLst>
          </p:cNvPr>
          <p:cNvSpPr/>
          <p:nvPr/>
        </p:nvSpPr>
        <p:spPr>
          <a:xfrm>
            <a:off x="2038156" y="5373807"/>
            <a:ext cx="2560320" cy="59541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How much O</a:t>
            </a:r>
            <a:r>
              <a:rPr lang="en-US" sz="1600" baseline="-25000" dirty="0">
                <a:solidFill>
                  <a:sysClr val="windowText" lastClr="000000"/>
                </a:solidFill>
              </a:rPr>
              <a:t>2</a:t>
            </a:r>
            <a:r>
              <a:rPr lang="en-US" sz="1600" dirty="0">
                <a:solidFill>
                  <a:sysClr val="windowText" lastClr="000000"/>
                </a:solidFill>
              </a:rPr>
              <a:t xml:space="preserve"> support is the patient on?</a:t>
            </a:r>
          </a:p>
        </p:txBody>
      </p:sp>
      <p:sp>
        <p:nvSpPr>
          <p:cNvPr id="109" name="Case 1 Answer 4">
            <a:extLst>
              <a:ext uri="{FF2B5EF4-FFF2-40B4-BE49-F238E27FC236}">
                <a16:creationId xmlns:a16="http://schemas.microsoft.com/office/drawing/2014/main" id="{63AFC366-4D78-49BD-B234-177707A6261B}"/>
              </a:ext>
            </a:extLst>
          </p:cNvPr>
          <p:cNvSpPr txBox="1"/>
          <p:nvPr/>
        </p:nvSpPr>
        <p:spPr>
          <a:xfrm>
            <a:off x="2026867" y="5999780"/>
            <a:ext cx="2560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Low O</a:t>
            </a:r>
            <a:r>
              <a:rPr lang="en-US" sz="1600" baseline="-25000" dirty="0"/>
              <a:t>2</a:t>
            </a:r>
            <a:r>
              <a:rPr lang="en-US" sz="1600" dirty="0"/>
              <a:t xml:space="preserve"> support. Low FiO</a:t>
            </a:r>
            <a:r>
              <a:rPr lang="en-US" sz="1600" baseline="-25000" dirty="0"/>
              <a:t>2</a:t>
            </a:r>
            <a:r>
              <a:rPr lang="en-US" sz="1600" dirty="0"/>
              <a:t xml:space="preserve"> and PEEP </a:t>
            </a:r>
          </a:p>
        </p:txBody>
      </p:sp>
      <p:sp>
        <p:nvSpPr>
          <p:cNvPr id="111" name="What are key outputs?">
            <a:extLst>
              <a:ext uri="{FF2B5EF4-FFF2-40B4-BE49-F238E27FC236}">
                <a16:creationId xmlns:a16="http://schemas.microsoft.com/office/drawing/2014/main" id="{9EC494A4-DA26-4D28-9B53-55E61FF1BE65}"/>
              </a:ext>
            </a:extLst>
          </p:cNvPr>
          <p:cNvSpPr/>
          <p:nvPr/>
        </p:nvSpPr>
        <p:spPr>
          <a:xfrm>
            <a:off x="2038156" y="3263648"/>
            <a:ext cx="2560320" cy="39622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are the key outputs?</a:t>
            </a:r>
          </a:p>
        </p:txBody>
      </p:sp>
      <p:pic>
        <p:nvPicPr>
          <p:cNvPr id="113" name="Graphic 112" descr="Cursor with solid fill">
            <a:extLst>
              <a:ext uri="{FF2B5EF4-FFF2-40B4-BE49-F238E27FC236}">
                <a16:creationId xmlns:a16="http://schemas.microsoft.com/office/drawing/2014/main" id="{224D7478-6F1B-40E0-98B1-87EAC2982D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4953" y="3538823"/>
            <a:ext cx="301752" cy="301752"/>
          </a:xfrm>
          <a:prstGeom prst="rect">
            <a:avLst/>
          </a:prstGeom>
        </p:spPr>
      </p:pic>
      <p:pic>
        <p:nvPicPr>
          <p:cNvPr id="114" name="Graphic 113" descr="Cursor with solid fill">
            <a:extLst>
              <a:ext uri="{FF2B5EF4-FFF2-40B4-BE49-F238E27FC236}">
                <a16:creationId xmlns:a16="http://schemas.microsoft.com/office/drawing/2014/main" id="{3D7A971C-A4D5-4186-9DEC-0086545ED1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4953" y="5852852"/>
            <a:ext cx="301752" cy="301752"/>
          </a:xfrm>
          <a:prstGeom prst="rect">
            <a:avLst/>
          </a:prstGeom>
        </p:spPr>
      </p:pic>
      <p:pic>
        <p:nvPicPr>
          <p:cNvPr id="115" name="Graphic 114" descr="Cursor with solid fill">
            <a:extLst>
              <a:ext uri="{FF2B5EF4-FFF2-40B4-BE49-F238E27FC236}">
                <a16:creationId xmlns:a16="http://schemas.microsoft.com/office/drawing/2014/main" id="{06267055-411E-47B9-A263-C4504BF7B0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4953" y="4671133"/>
            <a:ext cx="301752" cy="301752"/>
          </a:xfrm>
          <a:prstGeom prst="rect">
            <a:avLst/>
          </a:prstGeom>
        </p:spPr>
      </p:pic>
      <p:sp>
        <p:nvSpPr>
          <p:cNvPr id="116" name="What is the target parameter">
            <a:extLst>
              <a:ext uri="{FF2B5EF4-FFF2-40B4-BE49-F238E27FC236}">
                <a16:creationId xmlns:a16="http://schemas.microsoft.com/office/drawing/2014/main" id="{F10D3BB3-34B1-408C-B585-8E466EF1BB9D}"/>
              </a:ext>
            </a:extLst>
          </p:cNvPr>
          <p:cNvSpPr/>
          <p:nvPr/>
        </p:nvSpPr>
        <p:spPr>
          <a:xfrm>
            <a:off x="2038156" y="2396620"/>
            <a:ext cx="2560320" cy="37144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is target parameter?</a:t>
            </a:r>
          </a:p>
        </p:txBody>
      </p:sp>
      <p:pic>
        <p:nvPicPr>
          <p:cNvPr id="117" name="Graphic 116" descr="Cursor with solid fill">
            <a:extLst>
              <a:ext uri="{FF2B5EF4-FFF2-40B4-BE49-F238E27FC236}">
                <a16:creationId xmlns:a16="http://schemas.microsoft.com/office/drawing/2014/main" id="{C6B6B471-EE4D-4F7F-A68D-6A5F8AC941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4953" y="2625953"/>
            <a:ext cx="301752" cy="301752"/>
          </a:xfrm>
          <a:prstGeom prst="rect">
            <a:avLst/>
          </a:prstGeom>
        </p:spPr>
      </p:pic>
      <p:sp>
        <p:nvSpPr>
          <p:cNvPr id="118" name="Case 1 Answer 4">
            <a:extLst>
              <a:ext uri="{FF2B5EF4-FFF2-40B4-BE49-F238E27FC236}">
                <a16:creationId xmlns:a16="http://schemas.microsoft.com/office/drawing/2014/main" id="{A581F06C-D5C7-4D59-8495-918835FBFFB0}"/>
              </a:ext>
            </a:extLst>
          </p:cNvPr>
          <p:cNvSpPr txBox="1"/>
          <p:nvPr/>
        </p:nvSpPr>
        <p:spPr>
          <a:xfrm>
            <a:off x="2026867" y="1886546"/>
            <a:ext cx="2560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Pressure support</a:t>
            </a:r>
          </a:p>
        </p:txBody>
      </p:sp>
      <p:sp>
        <p:nvSpPr>
          <p:cNvPr id="119" name="What is the mode?">
            <a:extLst>
              <a:ext uri="{FF2B5EF4-FFF2-40B4-BE49-F238E27FC236}">
                <a16:creationId xmlns:a16="http://schemas.microsoft.com/office/drawing/2014/main" id="{36EBE37F-2730-41CC-B017-A7EA146FD7E5}"/>
              </a:ext>
            </a:extLst>
          </p:cNvPr>
          <p:cNvSpPr/>
          <p:nvPr/>
        </p:nvSpPr>
        <p:spPr>
          <a:xfrm>
            <a:off x="2038156" y="1484193"/>
            <a:ext cx="2560320" cy="35832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What is the mode?</a:t>
            </a:r>
          </a:p>
        </p:txBody>
      </p:sp>
      <p:pic>
        <p:nvPicPr>
          <p:cNvPr id="120" name="Graphic 119" descr="Cursor with solid fill">
            <a:extLst>
              <a:ext uri="{FF2B5EF4-FFF2-40B4-BE49-F238E27FC236}">
                <a16:creationId xmlns:a16="http://schemas.microsoft.com/office/drawing/2014/main" id="{7E8D3365-F5BE-4FBA-9D76-B50862C3C7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4953" y="1689476"/>
            <a:ext cx="301752" cy="301752"/>
          </a:xfrm>
          <a:prstGeom prst="rect">
            <a:avLst/>
          </a:prstGeom>
        </p:spPr>
      </p:pic>
      <p:sp>
        <p:nvSpPr>
          <p:cNvPr id="121" name="Oval 120">
            <a:extLst>
              <a:ext uri="{FF2B5EF4-FFF2-40B4-BE49-F238E27FC236}">
                <a16:creationId xmlns:a16="http://schemas.microsoft.com/office/drawing/2014/main" id="{082C97A6-3363-451F-A8BC-CAFC737C2936}"/>
              </a:ext>
            </a:extLst>
          </p:cNvPr>
          <p:cNvSpPr/>
          <p:nvPr/>
        </p:nvSpPr>
        <p:spPr>
          <a:xfrm>
            <a:off x="6932401" y="1033478"/>
            <a:ext cx="309277" cy="32875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5F709FF-AB05-4FF3-9F1B-B0CEBF2F3746}"/>
              </a:ext>
            </a:extLst>
          </p:cNvPr>
          <p:cNvSpPr/>
          <p:nvPr/>
        </p:nvSpPr>
        <p:spPr>
          <a:xfrm>
            <a:off x="10660670" y="575541"/>
            <a:ext cx="1250034" cy="822618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No mandatory RR = support mode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CC1188A0-D897-4892-8B97-B028F7DF8F9A}"/>
              </a:ext>
            </a:extLst>
          </p:cNvPr>
          <p:cNvSpPr/>
          <p:nvPr/>
        </p:nvSpPr>
        <p:spPr>
          <a:xfrm>
            <a:off x="10443750" y="350347"/>
            <a:ext cx="309277" cy="32875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8" name="Case 1 - Q1">
            <a:extLst>
              <a:ext uri="{FF2B5EF4-FFF2-40B4-BE49-F238E27FC236}">
                <a16:creationId xmlns:a16="http://schemas.microsoft.com/office/drawing/2014/main" id="{C5C001A8-C1E9-8149-9294-F95DFBC6B1AE}"/>
              </a:ext>
            </a:extLst>
          </p:cNvPr>
          <p:cNvSpPr/>
          <p:nvPr/>
        </p:nvSpPr>
        <p:spPr>
          <a:xfrm>
            <a:off x="7167795" y="1187801"/>
            <a:ext cx="3280101" cy="77599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Square wave in pressure = pressure mode. Blunted waves are from patient’s negative inspiratory pressure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724E94BF-97C2-458F-9634-F122FF5E133A}"/>
              </a:ext>
            </a:extLst>
          </p:cNvPr>
          <p:cNvSpPr/>
          <p:nvPr/>
        </p:nvSpPr>
        <p:spPr>
          <a:xfrm>
            <a:off x="4935305" y="2435812"/>
            <a:ext cx="309277" cy="328751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3F692668-655B-4BA4-B304-653A17589182}"/>
              </a:ext>
            </a:extLst>
          </p:cNvPr>
          <p:cNvSpPr/>
          <p:nvPr/>
        </p:nvSpPr>
        <p:spPr>
          <a:xfrm>
            <a:off x="10593439" y="2669675"/>
            <a:ext cx="309277" cy="328751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1984604-AC95-40C2-9C44-227FEDFA6998}"/>
              </a:ext>
            </a:extLst>
          </p:cNvPr>
          <p:cNvSpPr/>
          <p:nvPr/>
        </p:nvSpPr>
        <p:spPr>
          <a:xfrm>
            <a:off x="5197660" y="3553251"/>
            <a:ext cx="973594" cy="730695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Case 1 Question 1">
            <a:extLst>
              <a:ext uri="{FF2B5EF4-FFF2-40B4-BE49-F238E27FC236}">
                <a16:creationId xmlns:a16="http://schemas.microsoft.com/office/drawing/2014/main" id="{478FA499-AF80-4C24-BE6A-1BF7AF3A2DF3}"/>
              </a:ext>
            </a:extLst>
          </p:cNvPr>
          <p:cNvSpPr/>
          <p:nvPr/>
        </p:nvSpPr>
        <p:spPr>
          <a:xfrm>
            <a:off x="6128785" y="110001"/>
            <a:ext cx="1707678" cy="466419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Case 3</a:t>
            </a:r>
          </a:p>
        </p:txBody>
      </p:sp>
      <p:sp>
        <p:nvSpPr>
          <p:cNvPr id="97" name="question 1">
            <a:hlinkClick r:id="rId7" action="ppaction://hlinksldjump"/>
            <a:extLst>
              <a:ext uri="{FF2B5EF4-FFF2-40B4-BE49-F238E27FC236}">
                <a16:creationId xmlns:a16="http://schemas.microsoft.com/office/drawing/2014/main" id="{2B472192-EDA6-4712-A0FA-6E82D40BC165}"/>
              </a:ext>
            </a:extLst>
          </p:cNvPr>
          <p:cNvSpPr txBox="1"/>
          <p:nvPr/>
        </p:nvSpPr>
        <p:spPr>
          <a:xfrm>
            <a:off x="197047" y="70333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</a:t>
            </a:r>
          </a:p>
        </p:txBody>
      </p:sp>
      <p:sp>
        <p:nvSpPr>
          <p:cNvPr id="98" name="Question 2">
            <a:hlinkClick r:id="rId8" action="ppaction://hlinksldjump"/>
            <a:extLst>
              <a:ext uri="{FF2B5EF4-FFF2-40B4-BE49-F238E27FC236}">
                <a16:creationId xmlns:a16="http://schemas.microsoft.com/office/drawing/2014/main" id="{8741F2A1-2DCB-4BC6-8BE1-3A1587F9C8CF}"/>
              </a:ext>
            </a:extLst>
          </p:cNvPr>
          <p:cNvSpPr txBox="1"/>
          <p:nvPr/>
        </p:nvSpPr>
        <p:spPr>
          <a:xfrm>
            <a:off x="197047" y="126776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</a:t>
            </a:r>
            <a:r>
              <a:rPr lang="en-US" baseline="-25000" dirty="0">
                <a:solidFill>
                  <a:sysClr val="windowText" lastClr="000000"/>
                </a:solidFill>
              </a:rPr>
              <a:t>2</a:t>
            </a:r>
            <a:r>
              <a:rPr lang="en-US" dirty="0">
                <a:solidFill>
                  <a:sysClr val="windowText" lastClr="000000"/>
                </a:solidFill>
              </a:rPr>
              <a:t xml:space="preserve"> support</a:t>
            </a:r>
          </a:p>
        </p:txBody>
      </p:sp>
      <p:sp>
        <p:nvSpPr>
          <p:cNvPr id="99" name="question 4">
            <a:hlinkClick r:id="rId9" action="ppaction://hlinksldjump"/>
            <a:extLst>
              <a:ext uri="{FF2B5EF4-FFF2-40B4-BE49-F238E27FC236}">
                <a16:creationId xmlns:a16="http://schemas.microsoft.com/office/drawing/2014/main" id="{BCB83C34-1DAB-421F-86D6-BEC9CD017F59}"/>
              </a:ext>
            </a:extLst>
          </p:cNvPr>
          <p:cNvSpPr txBox="1"/>
          <p:nvPr/>
        </p:nvSpPr>
        <p:spPr>
          <a:xfrm>
            <a:off x="197047" y="183219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Ventilation</a:t>
            </a:r>
          </a:p>
        </p:txBody>
      </p:sp>
      <p:pic>
        <p:nvPicPr>
          <p:cNvPr id="102" name="Graphic 101" descr="Cursor with solid fill">
            <a:extLst>
              <a:ext uri="{FF2B5EF4-FFF2-40B4-BE49-F238E27FC236}">
                <a16:creationId xmlns:a16="http://schemas.microsoft.com/office/drawing/2014/main" id="{31B56453-87BC-46A0-863B-8FDD283A84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0596" y="945241"/>
            <a:ext cx="301752" cy="301752"/>
          </a:xfrm>
          <a:prstGeom prst="rect">
            <a:avLst/>
          </a:prstGeom>
        </p:spPr>
      </p:pic>
      <p:pic>
        <p:nvPicPr>
          <p:cNvPr id="103" name="Graphic 102" descr="Cursor with solid fill">
            <a:extLst>
              <a:ext uri="{FF2B5EF4-FFF2-40B4-BE49-F238E27FC236}">
                <a16:creationId xmlns:a16="http://schemas.microsoft.com/office/drawing/2014/main" id="{BFD8A79C-F704-4C4C-9450-3DD955B8BA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0596" y="1540247"/>
            <a:ext cx="301752" cy="301752"/>
          </a:xfrm>
          <a:prstGeom prst="rect">
            <a:avLst/>
          </a:prstGeom>
        </p:spPr>
      </p:pic>
      <p:pic>
        <p:nvPicPr>
          <p:cNvPr id="104" name="Graphic 103" descr="Cursor with solid fill">
            <a:extLst>
              <a:ext uri="{FF2B5EF4-FFF2-40B4-BE49-F238E27FC236}">
                <a16:creationId xmlns:a16="http://schemas.microsoft.com/office/drawing/2014/main" id="{53678876-3E0D-4629-AF1F-97A839BA72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0596" y="2088760"/>
            <a:ext cx="301752" cy="301752"/>
          </a:xfrm>
          <a:prstGeom prst="rect">
            <a:avLst/>
          </a:prstGeom>
        </p:spPr>
      </p:pic>
      <p:sp>
        <p:nvSpPr>
          <p:cNvPr id="105" name="question 4">
            <a:hlinkClick r:id="rId4" action="ppaction://hlinksldjump"/>
            <a:extLst>
              <a:ext uri="{FF2B5EF4-FFF2-40B4-BE49-F238E27FC236}">
                <a16:creationId xmlns:a16="http://schemas.microsoft.com/office/drawing/2014/main" id="{D8EB1751-F350-4A3F-8F24-AD39430BB323}"/>
              </a:ext>
            </a:extLst>
          </p:cNvPr>
          <p:cNvSpPr txBox="1"/>
          <p:nvPr/>
        </p:nvSpPr>
        <p:spPr>
          <a:xfrm>
            <a:off x="197047" y="2961051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122" name="Graphic 121" descr="Cursor with solid fill">
            <a:extLst>
              <a:ext uri="{FF2B5EF4-FFF2-40B4-BE49-F238E27FC236}">
                <a16:creationId xmlns:a16="http://schemas.microsoft.com/office/drawing/2014/main" id="{974FECC4-76F2-40A7-8B26-4C997FFBBD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0596" y="3232514"/>
            <a:ext cx="301752" cy="301752"/>
          </a:xfrm>
          <a:prstGeom prst="rect">
            <a:avLst/>
          </a:prstGeom>
        </p:spPr>
      </p:pic>
      <p:sp>
        <p:nvSpPr>
          <p:cNvPr id="131" name="question 3">
            <a:hlinkClick r:id="rId10" action="ppaction://hlinksldjump"/>
            <a:extLst>
              <a:ext uri="{FF2B5EF4-FFF2-40B4-BE49-F238E27FC236}">
                <a16:creationId xmlns:a16="http://schemas.microsoft.com/office/drawing/2014/main" id="{B6D927A5-53A5-4326-AD54-BD3E65B75BA5}"/>
              </a:ext>
            </a:extLst>
          </p:cNvPr>
          <p:cNvSpPr txBox="1"/>
          <p:nvPr/>
        </p:nvSpPr>
        <p:spPr>
          <a:xfrm>
            <a:off x="197047" y="2396620"/>
            <a:ext cx="1510455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Mechanics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52" name="Graphic 151" descr="Cursor with solid fill">
            <a:extLst>
              <a:ext uri="{FF2B5EF4-FFF2-40B4-BE49-F238E27FC236}">
                <a16:creationId xmlns:a16="http://schemas.microsoft.com/office/drawing/2014/main" id="{73CB606D-6BB7-4CB0-ADFC-85875E7CC1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0596" y="2652352"/>
            <a:ext cx="301752" cy="301752"/>
          </a:xfrm>
          <a:prstGeom prst="rect">
            <a:avLst/>
          </a:prstGeom>
        </p:spPr>
      </p:pic>
      <p:sp>
        <p:nvSpPr>
          <p:cNvPr id="156" name="question 1">
            <a:hlinkClick r:id="rId11" action="ppaction://hlinksldjump"/>
            <a:extLst>
              <a:ext uri="{FF2B5EF4-FFF2-40B4-BE49-F238E27FC236}">
                <a16:creationId xmlns:a16="http://schemas.microsoft.com/office/drawing/2014/main" id="{4495B95D-83F9-4EDE-938F-29AEB04C12F2}"/>
              </a:ext>
            </a:extLst>
          </p:cNvPr>
          <p:cNvSpPr txBox="1"/>
          <p:nvPr/>
        </p:nvSpPr>
        <p:spPr>
          <a:xfrm>
            <a:off x="197047" y="138900"/>
            <a:ext cx="1510455" cy="40862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Orientation</a:t>
            </a:r>
          </a:p>
        </p:txBody>
      </p:sp>
      <p:pic>
        <p:nvPicPr>
          <p:cNvPr id="158" name="Graphic 157" descr="Cursor with solid fill">
            <a:extLst>
              <a:ext uri="{FF2B5EF4-FFF2-40B4-BE49-F238E27FC236}">
                <a16:creationId xmlns:a16="http://schemas.microsoft.com/office/drawing/2014/main" id="{FBA5836B-ADF1-4D90-B504-BC92463006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60596" y="422343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75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</p:childTnLst>
        </p:cTn>
      </p:par>
    </p:tnLst>
    <p:bldLst>
      <p:bldP spid="153" grpId="0" animBg="1"/>
      <p:bldP spid="153" grpId="1" animBg="1"/>
      <p:bldP spid="155" grpId="0" animBg="1"/>
      <p:bldP spid="155" grpId="1" animBg="1"/>
      <p:bldP spid="157" grpId="0" animBg="1"/>
      <p:bldP spid="187" grpId="0" animBg="1"/>
      <p:bldP spid="187" grpId="1" animBg="1"/>
      <p:bldP spid="100" grpId="0" animBg="1"/>
      <p:bldP spid="100" grpId="1" animBg="1"/>
      <p:bldP spid="76" grpId="0" animBg="1"/>
      <p:bldP spid="76" grpId="1" animBg="1"/>
      <p:bldP spid="84" grpId="0"/>
      <p:bldP spid="101" grpId="0"/>
      <p:bldP spid="106" grpId="0" animBg="1"/>
      <p:bldP spid="107" grpId="0"/>
      <p:bldP spid="108" grpId="0" animBg="1"/>
      <p:bldP spid="109" grpId="0"/>
      <p:bldP spid="111" grpId="0" animBg="1"/>
      <p:bldP spid="116" grpId="0" animBg="1"/>
      <p:bldP spid="118" grpId="0"/>
      <p:bldP spid="119" grpId="0" animBg="1"/>
      <p:bldP spid="121" grpId="0" animBg="1"/>
      <p:bldP spid="121" grpId="1" animBg="1"/>
      <p:bldP spid="121" grpId="2" animBg="1"/>
      <p:bldP spid="123" grpId="0" animBg="1"/>
      <p:bldP spid="123" grpId="1" animBg="1"/>
      <p:bldP spid="124" grpId="0" animBg="1"/>
      <p:bldP spid="124" grpId="1" animBg="1"/>
      <p:bldP spid="188" grpId="0" animBg="1"/>
      <p:bldP spid="188" grpId="1" animBg="1"/>
      <p:bldP spid="125" grpId="0" animBg="1"/>
      <p:bldP spid="125" grpId="2" animBg="1"/>
      <p:bldP spid="126" grpId="0" animBg="1"/>
      <p:bldP spid="126" grpId="2" animBg="1"/>
      <p:bldP spid="127" grpId="0" animBg="1"/>
      <p:bldP spid="127" grpId="1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Modern Framing — Lung-Protective Ventilation (unchanged core, 2015–24 evidence)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0000"/>
            <a:ext cx="11277600" cy="58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900">
                <a:solidFill>
                  <a:srgbClr val="5A6877"/>
                </a:solidFill>
                <a:latin typeface="Calibri"/>
              </a:rPr>
              <a:t>The original talk teaches mode identification; this slide adds current ARDS ventilation targets. The standing teaching is unchanged.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B4530A"/>
                </a:solidFill>
                <a:latin typeface="Calibri"/>
              </a:rPr>
              <a:t>Low tidal volume (still the foundation)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433"/>
                </a:solidFill>
                <a:latin typeface="Calibri"/>
              </a:rPr>
              <a:t>• 6 mL/kg predicted body weight (range 4–8) in ARDS; the original ARDSNet mortality benefit (NEJM 2000) remains standard of care.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B4530A"/>
                </a:solidFill>
                <a:latin typeface="Calibri"/>
              </a:rPr>
              <a:t>Pressure limits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433"/>
                </a:solidFill>
                <a:latin typeface="Calibri"/>
              </a:rPr>
              <a:t>• Keep plateau pressure &lt;30 cm H2O (many target ≤28).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B4530A"/>
                </a:solidFill>
                <a:latin typeface="Calibri"/>
              </a:rPr>
              <a:t>Driving pressure (ΔP = Plateau − PEEP) — the newer prognostic lever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433"/>
                </a:solidFill>
                <a:latin typeface="Calibri"/>
              </a:rPr>
              <a:t>• Lower driving pressure is the ventilator variable most strongly associated with survival in ARDS (Amato, NEJM 2015; mediation analysis of 3,562 patients). Target ΔP ≤14–15 cm H2O where achievable.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433"/>
                </a:solidFill>
                <a:latin typeface="Calibri"/>
              </a:rPr>
              <a:t>• Note: on this slide ΔP = Peak − PEEP (a quick bedside screen). True driving pressure uses the PLATEAU pressure (inspiratory hold), not peak.</a:t>
            </a:r>
          </a:p>
          <a:p>
            <a:pPr>
              <a:spcBef>
                <a:spcPts val="800"/>
              </a:spcBef>
            </a:pPr>
            <a:r>
              <a:rPr sz="900">
                <a:solidFill>
                  <a:srgbClr val="5A6877"/>
                </a:solidFill>
                <a:latin typeface="Calibri"/>
              </a:rPr>
              <a:t>Sources: ARDSNet, NEJM 2000;342:1301. Amato MBP et al, NEJM 2015;372:747. Lung-protective targets unchanged through 2024.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0000"/>
            <a:ext cx="11277600" cy="58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1A2433"/>
                </a:solidFill>
                <a:latin typeface="Calibri"/>
              </a:rPr>
              <a:t>• Read any ventilator with 4 questions: (1) What mode? (2) What O2 support? (3) Is ventilation appropriate? (4) How are the mechanics?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2433"/>
                </a:solidFill>
                <a:latin typeface="Calibri"/>
              </a:rPr>
              <a:t>• Mode clues: square wave in PRESSURE = pressure mode (PC, PRVC, PS); square wave in FLOW = classic volume control. A set/mandatory RR = control mode; no mandatory RR = support mode (PS).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2433"/>
                </a:solidFill>
                <a:latin typeface="Calibri"/>
              </a:rPr>
              <a:t>• Target vs monitor: set pressure → monitor VT &amp; minute ventilation; set volume → monitor peak &amp; plateau pressure. PEEP and FiO2 set the O2 support in every mode (ARDSNet PEEP/FiO2 ladder).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2433"/>
                </a:solidFill>
                <a:latin typeface="Calibri"/>
              </a:rPr>
              <a:t>• Ventilation: VE = VT × RR (normal 4–6 L/min, often higher in disease); aim to keep pH ~7.2–7.5. Check whether breaths are vent- or patient-triggered.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2433"/>
                </a:solidFill>
                <a:latin typeface="Calibri"/>
              </a:rPr>
              <a:t>• Mechanics: in volume-targeted modes, if ΔP &gt; 10 do an inspiratory hold. Peak − Plateau &gt; 3–5 = RESISTANCE problem (mucus plug, kinked tube, bronchospasm); elevated Plateau − PEEP (&gt;10) = COMPLIANCE problem (pneumothorax, edema/alveolar filling, fibrosis, mainstem intubation, distended abdomen).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Attribution &amp;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0000"/>
            <a:ext cx="11277600" cy="58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 b="1">
                <a:solidFill>
                  <a:srgbClr val="B4530A"/>
                </a:solidFill>
                <a:latin typeface="Calibri"/>
              </a:rPr>
              <a:t>Original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433"/>
                </a:solidFill>
                <a:latin typeface="Calibri"/>
              </a:rPr>
              <a:t>• "Ventilators on the Fly" — Scudder D, McLeod K, Kannappan A; sec. ed. Steinbach T; exec. ed. Zhang Y. TeachIM.org, Dec 2021. https://teachim.org/teaching_material/ventilators-on-the-fly/ — CC BY-NC 4.0. Educational use only; not medical advice.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B4530A"/>
                </a:solidFill>
                <a:latin typeface="Calibri"/>
              </a:rPr>
              <a:t>Correction made to this copy (June 2026)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433"/>
                </a:solidFill>
                <a:latin typeface="Calibri"/>
              </a:rPr>
              <a:t>• Slide 16: "Compliance Issue" box label "Plat – Peak &gt; 10" → "Plat – PEEP &gt; 10" — fixes an internal inconsistency with the same slide’s waveform annotation; compliance is flagged by elevated plateau relative to PEEP.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B4530A"/>
                </a:solidFill>
                <a:latin typeface="Calibri"/>
              </a:rPr>
              <a:t>Appended (originals untouched)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433"/>
                </a:solidFill>
                <a:latin typeface="Calibri"/>
              </a:rPr>
              <a:t>• Lung-protective / driving-pressure framing slide; take-home points; this attribution slide. All interactive animations and click-to-reveal builds preserved.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B4530A"/>
                </a:solidFill>
                <a:latin typeface="Calibri"/>
              </a:rPr>
              <a:t>Companion files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433"/>
                </a:solidFill>
                <a:latin typeface="Calibri"/>
              </a:rPr>
              <a:t>• Learner Handout (PDF) and Teachers Guide (DOCX) copied unchanged into the lesson folder &amp; linked — reviewed, no factual errors.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15291</TotalTime>
  <Words>2098</Words>
  <Application>Microsoft Office PowerPoint</Application>
  <PresentationFormat>Widescreen</PresentationFormat>
  <Paragraphs>841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Brandon Fainstad</dc:creator>
  <cp:lastModifiedBy>Yilin Zhang</cp:lastModifiedBy>
  <cp:revision>117</cp:revision>
  <dcterms:created xsi:type="dcterms:W3CDTF">2020-12-09T20:37:45Z</dcterms:created>
  <dcterms:modified xsi:type="dcterms:W3CDTF">2022-05-05T23:12:48Z</dcterms:modified>
</cp:coreProperties>
</file>