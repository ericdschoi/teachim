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9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C844D-FDDF-4047-9DEE-D4C9AC3F1136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330F8-8676-4C4D-AB79-5405AFD05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52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6A3168-D9F5-4EF9-94ED-AB1445B2D2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431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9385-1A90-4C52-8D82-4AC2FBFFD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E787E-0D41-4C60-99BB-A29037D8A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C722-BADC-4690-8988-329A2C51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F75AF-E599-4BCE-90EF-B06FA59B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BE0E4-6741-46B8-B4A3-040FCEC5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59A91-1597-4B0C-BE86-07170391C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A4EFD-5F00-48AD-9940-8CB74C7BF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B9638-05C2-467A-868D-87702306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4FE43-21D9-4A17-8A5A-00FFCCD1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42774-3428-4AEA-8DAA-2C6F044F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A651-A190-4F78-B116-F865DC7E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5ED7D-01F3-4134-96AC-898582EC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0B491-2EDE-4D42-8B59-0D241B8C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DF3E-7AAA-4DB0-9E25-DA77121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32231-6082-49FB-B04D-53C8C999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8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AFBE-686A-45A1-BDE2-EC1EE59E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5867-ED8B-4255-B494-8A8308621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45E21-F0F5-4D6C-9F9F-0DA8E62EA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6DA37-2DEE-4C6E-BB72-FBDE290D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3A55C-6B89-4E16-9407-96794579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4F6A6-DA6D-4442-8931-0758B3FC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5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02636-583E-4232-BE85-7A1F06FA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B9261-92A4-4E8D-BD65-252A2EA3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F9708-12A4-466E-A04B-C1DF775D4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7F6F4-FDD5-494C-9452-B6921D3BF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E1CF5-553C-4C6D-BA9F-CB02CE0F6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9A24C-1AB2-4B02-9EC7-25F17870B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C3C7BE-3E4A-4BFA-8C46-AC54CA5B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83C9B-5768-4CAE-8E53-A0CB5FFE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8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6326-4667-48AF-83DE-6DF09A94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21DD9-2996-4A8E-BFA5-CC2E0A99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2A8B7-46E4-46BE-BD85-E9037587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0B0D1-4102-4E47-B356-E84D275F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8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CA731-8BA3-48B8-BE26-1CCDE3B2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4BC6D-7F0A-4670-B3BA-4B09A7EE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819F3-027D-4AB2-ABB0-F26752ED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8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2459-A435-4390-9450-AD78894F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EA6C0-8DD9-431E-9DDD-7DC21ACD0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5DBA29-EEFD-4CCB-A534-A9379AA0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01F20-1B21-4B97-A69A-69EE5708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C3610-05FE-4286-8828-DCF2B109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0BD8E-6C1A-4517-8739-EC19404E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6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19A8-F4D6-4A00-8143-1250B1D82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A8C66-E640-492F-B73A-D3590D2E4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90CE-BB41-4264-8458-B6A7C6AC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3F07E-14A5-4FDC-ACDE-F7E5995F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4C9D8-AD95-47FD-A8C2-CD074056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CD2DC-94D7-4A65-A711-B0EAA2A8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2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9E98-39F4-4098-B8E3-A945469F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0D610-2043-47DD-9717-39D4B1DC6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888FD-BE91-4A00-80AF-0E1D81C5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509E-C6BF-4EA2-9176-6BEBFCF1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439C-0C34-4F0B-935B-85ACB230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1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CEF9B6-41B9-4AC7-AFB9-B9392442B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78097-15F5-4FBA-BB34-443080B8B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FC78A-06D8-4283-A737-642C11B5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B2629-93A3-494A-9292-95A39AC8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7FCFB-2D25-4EF5-99D1-6055870C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45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7FABC-A1BC-450E-9D82-3AB20D65F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24FEA-D51B-4DC8-A142-78D765BA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C031-8A07-4667-BF8B-AA5EA8611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DE678-8D03-4FB8-B96B-EFC7E2FC62EF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47CD-527F-4897-9D2F-AEBC4C73C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B74AA-8708-46BF-8E1F-71C065D5D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742E4-8B46-4A0E-8E4C-8CCCD2740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5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eta1 button">
            <a:extLst>
              <a:ext uri="{FF2B5EF4-FFF2-40B4-BE49-F238E27FC236}">
                <a16:creationId xmlns:a16="http://schemas.microsoft.com/office/drawing/2014/main" id="{871C441F-796A-4D2A-A815-290C8445E0CA}"/>
              </a:ext>
            </a:extLst>
          </p:cNvPr>
          <p:cNvSpPr/>
          <p:nvPr/>
        </p:nvSpPr>
        <p:spPr>
          <a:xfrm>
            <a:off x="561263" y="3291604"/>
            <a:ext cx="437385" cy="469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800" b="1" dirty="0">
                <a:solidFill>
                  <a:schemeClr val="accent6"/>
                </a:solidFill>
              </a:rPr>
              <a:t>β</a:t>
            </a:r>
            <a:r>
              <a:rPr lang="en-US" sz="2800" b="1" baseline="-25000" dirty="0">
                <a:solidFill>
                  <a:schemeClr val="accent6"/>
                </a:solidFill>
              </a:rPr>
              <a:t>1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25" name="Alpha1 button">
            <a:extLst>
              <a:ext uri="{FF2B5EF4-FFF2-40B4-BE49-F238E27FC236}">
                <a16:creationId xmlns:a16="http://schemas.microsoft.com/office/drawing/2014/main" id="{ECEA5019-A46E-4A13-906C-9BB3798D707C}"/>
              </a:ext>
            </a:extLst>
          </p:cNvPr>
          <p:cNvSpPr txBox="1"/>
          <p:nvPr/>
        </p:nvSpPr>
        <p:spPr>
          <a:xfrm>
            <a:off x="3554986" y="2025827"/>
            <a:ext cx="53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rgbClr val="FF0000"/>
                </a:solidFill>
              </a:rPr>
              <a:t>α</a:t>
            </a:r>
            <a:r>
              <a:rPr lang="en-US" sz="2800" b="1" baseline="-25000" dirty="0">
                <a:solidFill>
                  <a:srgbClr val="FF0000"/>
                </a:solidFill>
              </a:rPr>
              <a:t>1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32" name="V1 button">
            <a:extLst>
              <a:ext uri="{FF2B5EF4-FFF2-40B4-BE49-F238E27FC236}">
                <a16:creationId xmlns:a16="http://schemas.microsoft.com/office/drawing/2014/main" id="{7F7826D4-BA4A-4C64-8E6C-9D4599153271}"/>
              </a:ext>
            </a:extLst>
          </p:cNvPr>
          <p:cNvSpPr/>
          <p:nvPr/>
        </p:nvSpPr>
        <p:spPr>
          <a:xfrm>
            <a:off x="3503809" y="2843820"/>
            <a:ext cx="599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V</a:t>
            </a:r>
            <a:r>
              <a:rPr lang="en-US" sz="2800" b="1" baseline="-25000" dirty="0">
                <a:solidFill>
                  <a:schemeClr val="accent2"/>
                </a:solidFill>
              </a:rPr>
              <a:t>1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endParaRPr lang="en-US" sz="2800" dirty="0">
              <a:solidFill>
                <a:schemeClr val="accent2"/>
              </a:solidFill>
            </a:endParaRPr>
          </a:p>
        </p:txBody>
      </p:sp>
      <p:grpSp>
        <p:nvGrpSpPr>
          <p:cNvPr id="70" name="V1 affects">
            <a:extLst>
              <a:ext uri="{FF2B5EF4-FFF2-40B4-BE49-F238E27FC236}">
                <a16:creationId xmlns:a16="http://schemas.microsoft.com/office/drawing/2014/main" id="{4E78A8A8-D36F-430D-AE05-9937AD234722}"/>
              </a:ext>
            </a:extLst>
          </p:cNvPr>
          <p:cNvGrpSpPr/>
          <p:nvPr/>
        </p:nvGrpSpPr>
        <p:grpSpPr>
          <a:xfrm>
            <a:off x="2896514" y="2555718"/>
            <a:ext cx="942376" cy="526988"/>
            <a:chOff x="3372510" y="2450449"/>
            <a:chExt cx="942376" cy="526988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BAB02CA-1366-4F32-A3A0-7EB46555E6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2978" y="2450449"/>
              <a:ext cx="251908" cy="16268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B0EE418-104E-4B63-B0D1-DEA5950D3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2510" y="2822444"/>
              <a:ext cx="274396" cy="15499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Beta2 button">
            <a:extLst>
              <a:ext uri="{FF2B5EF4-FFF2-40B4-BE49-F238E27FC236}">
                <a16:creationId xmlns:a16="http://schemas.microsoft.com/office/drawing/2014/main" id="{64548A99-F5CE-4C41-8154-827A73A00D96}"/>
              </a:ext>
            </a:extLst>
          </p:cNvPr>
          <p:cNvSpPr/>
          <p:nvPr/>
        </p:nvSpPr>
        <p:spPr>
          <a:xfrm>
            <a:off x="2197827" y="1305668"/>
            <a:ext cx="437385" cy="469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800" b="1" dirty="0">
                <a:solidFill>
                  <a:schemeClr val="accent1"/>
                </a:solidFill>
              </a:rPr>
              <a:t>β</a:t>
            </a:r>
            <a:r>
              <a:rPr lang="en-US" sz="2800" b="1" baseline="-25000" dirty="0">
                <a:solidFill>
                  <a:schemeClr val="accent1"/>
                </a:solidFill>
              </a:rPr>
              <a:t>2</a:t>
            </a:r>
            <a:endParaRPr lang="en-US" sz="2800" dirty="0">
              <a:solidFill>
                <a:schemeClr val="accent1"/>
              </a:solidFill>
            </a:endParaRPr>
          </a:p>
        </p:txBody>
      </p:sp>
      <p:grpSp>
        <p:nvGrpSpPr>
          <p:cNvPr id="69" name="Alpha1 affects">
            <a:extLst>
              <a:ext uri="{FF2B5EF4-FFF2-40B4-BE49-F238E27FC236}">
                <a16:creationId xmlns:a16="http://schemas.microsoft.com/office/drawing/2014/main" id="{7951630D-B891-46E8-97E4-7EDAAF339274}"/>
              </a:ext>
            </a:extLst>
          </p:cNvPr>
          <p:cNvGrpSpPr/>
          <p:nvPr/>
        </p:nvGrpSpPr>
        <p:grpSpPr>
          <a:xfrm>
            <a:off x="2758566" y="1789187"/>
            <a:ext cx="2026751" cy="985477"/>
            <a:chOff x="3234562" y="1683918"/>
            <a:chExt cx="2026751" cy="985477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3CF15F3-CBF9-4E8C-8141-826164C394AE}"/>
                </a:ext>
              </a:extLst>
            </p:cNvPr>
            <p:cNvCxnSpPr>
              <a:cxnSpLocks/>
              <a:endCxn id="13" idx="5"/>
            </p:cNvCxnSpPr>
            <p:nvPr/>
          </p:nvCxnSpPr>
          <p:spPr>
            <a:xfrm flipV="1">
              <a:off x="3234562" y="2467927"/>
              <a:ext cx="274432" cy="2014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4A7F5E0-8D76-4A26-9977-4E21A1D60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0600" y="2028854"/>
              <a:ext cx="251908" cy="16268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EBC027-7050-4725-9675-6F85BA42C160}"/>
                </a:ext>
              </a:extLst>
            </p:cNvPr>
            <p:cNvSpPr txBox="1"/>
            <p:nvPr/>
          </p:nvSpPr>
          <p:spPr>
            <a:xfrm>
              <a:off x="3705050" y="1683918"/>
              <a:ext cx="1556263" cy="331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Vasoconstriction </a:t>
              </a:r>
            </a:p>
          </p:txBody>
        </p:sp>
      </p:grpSp>
      <p:grpSp>
        <p:nvGrpSpPr>
          <p:cNvPr id="68" name="Beta2 affects">
            <a:extLst>
              <a:ext uri="{FF2B5EF4-FFF2-40B4-BE49-F238E27FC236}">
                <a16:creationId xmlns:a16="http://schemas.microsoft.com/office/drawing/2014/main" id="{D908CEDA-69CA-48E4-843B-CBA8A63557B4}"/>
              </a:ext>
            </a:extLst>
          </p:cNvPr>
          <p:cNvGrpSpPr/>
          <p:nvPr/>
        </p:nvGrpSpPr>
        <p:grpSpPr>
          <a:xfrm>
            <a:off x="2573511" y="1393145"/>
            <a:ext cx="1212309" cy="1272203"/>
            <a:chOff x="3049507" y="1287876"/>
            <a:chExt cx="1212309" cy="127220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DA1519A-7EF9-4D62-BCBC-3B313D8DF1F7}"/>
                </a:ext>
              </a:extLst>
            </p:cNvPr>
            <p:cNvCxnSpPr/>
            <p:nvPr/>
          </p:nvCxnSpPr>
          <p:spPr>
            <a:xfrm flipV="1">
              <a:off x="3567215" y="1702919"/>
              <a:ext cx="188620" cy="207052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72F052E-5A34-4C7F-9DE2-09A098260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9507" y="2342961"/>
              <a:ext cx="161835" cy="217118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318560E-1080-4BA6-9C2C-D2A5FA9CB8A5}"/>
                </a:ext>
              </a:extLst>
            </p:cNvPr>
            <p:cNvSpPr txBox="1"/>
            <p:nvPr/>
          </p:nvSpPr>
          <p:spPr>
            <a:xfrm>
              <a:off x="3098696" y="1287876"/>
              <a:ext cx="1163120" cy="331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Vasodilation</a:t>
              </a:r>
            </a:p>
          </p:txBody>
        </p:sp>
      </p:grpSp>
      <p:grpSp>
        <p:nvGrpSpPr>
          <p:cNvPr id="67" name="Beta1 affects">
            <a:extLst>
              <a:ext uri="{FF2B5EF4-FFF2-40B4-BE49-F238E27FC236}">
                <a16:creationId xmlns:a16="http://schemas.microsoft.com/office/drawing/2014/main" id="{CE8A7C14-A39E-4FAD-99CA-15E2515298F3}"/>
              </a:ext>
            </a:extLst>
          </p:cNvPr>
          <p:cNvGrpSpPr/>
          <p:nvPr/>
        </p:nvGrpSpPr>
        <p:grpSpPr>
          <a:xfrm>
            <a:off x="7092" y="2710659"/>
            <a:ext cx="3719172" cy="3062714"/>
            <a:chOff x="483088" y="2605390"/>
            <a:chExt cx="3719172" cy="306271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B9B46C-CBD6-4ED1-AAA3-D995DFB36ABD}"/>
                </a:ext>
              </a:extLst>
            </p:cNvPr>
            <p:cNvSpPr/>
            <p:nvPr/>
          </p:nvSpPr>
          <p:spPr>
            <a:xfrm rot="2508813" flipV="1">
              <a:off x="925077" y="3287210"/>
              <a:ext cx="133899" cy="247594"/>
            </a:xfrm>
            <a:custGeom>
              <a:avLst/>
              <a:gdLst>
                <a:gd name="connsiteX0" fmla="*/ 192991 w 192991"/>
                <a:gd name="connsiteY0" fmla="*/ 304800 h 321908"/>
                <a:gd name="connsiteX1" fmla="*/ 142191 w 192991"/>
                <a:gd name="connsiteY1" fmla="*/ 304800 h 321908"/>
                <a:gd name="connsiteX2" fmla="*/ 2491 w 192991"/>
                <a:gd name="connsiteY2" fmla="*/ 127000 h 321908"/>
                <a:gd name="connsiteX3" fmla="*/ 65991 w 192991"/>
                <a:gd name="connsiteY3" fmla="*/ 0 h 321908"/>
                <a:gd name="connsiteX0" fmla="*/ 192991 w 192991"/>
                <a:gd name="connsiteY0" fmla="*/ 304800 h 304800"/>
                <a:gd name="connsiteX1" fmla="*/ 2491 w 192991"/>
                <a:gd name="connsiteY1" fmla="*/ 127000 h 304800"/>
                <a:gd name="connsiteX2" fmla="*/ 65991 w 192991"/>
                <a:gd name="connsiteY2" fmla="*/ 0 h 304800"/>
                <a:gd name="connsiteX0" fmla="*/ 151532 w 151532"/>
                <a:gd name="connsiteY0" fmla="*/ 304800 h 304800"/>
                <a:gd name="connsiteX1" fmla="*/ 13615 w 151532"/>
                <a:gd name="connsiteY1" fmla="*/ 206567 h 304800"/>
                <a:gd name="connsiteX2" fmla="*/ 24532 w 151532"/>
                <a:gd name="connsiteY2" fmla="*/ 0 h 304800"/>
                <a:gd name="connsiteX0" fmla="*/ 147119 w 147119"/>
                <a:gd name="connsiteY0" fmla="*/ 340967 h 340967"/>
                <a:gd name="connsiteX1" fmla="*/ 9202 w 147119"/>
                <a:gd name="connsiteY1" fmla="*/ 242734 h 340967"/>
                <a:gd name="connsiteX2" fmla="*/ 37647 w 147119"/>
                <a:gd name="connsiteY2" fmla="*/ 0 h 340967"/>
                <a:gd name="connsiteX0" fmla="*/ 147119 w 147119"/>
                <a:gd name="connsiteY0" fmla="*/ 340967 h 340967"/>
                <a:gd name="connsiteX1" fmla="*/ 9202 w 147119"/>
                <a:gd name="connsiteY1" fmla="*/ 206568 h 340967"/>
                <a:gd name="connsiteX2" fmla="*/ 37647 w 147119"/>
                <a:gd name="connsiteY2" fmla="*/ 0 h 34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119" h="340967">
                  <a:moveTo>
                    <a:pt x="147119" y="340967"/>
                  </a:moveTo>
                  <a:cubicBezTo>
                    <a:pt x="107432" y="303925"/>
                    <a:pt x="27447" y="263396"/>
                    <a:pt x="9202" y="206568"/>
                  </a:cubicBezTo>
                  <a:cubicBezTo>
                    <a:pt x="-9043" y="149740"/>
                    <a:pt x="-453" y="38100"/>
                    <a:pt x="37647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37646B-8DE4-4D2F-9360-879EADC9B5D9}"/>
                </a:ext>
              </a:extLst>
            </p:cNvPr>
            <p:cNvSpPr/>
            <p:nvPr/>
          </p:nvSpPr>
          <p:spPr>
            <a:xfrm rot="20449296" flipV="1">
              <a:off x="1273296" y="3562235"/>
              <a:ext cx="533573" cy="178635"/>
            </a:xfrm>
            <a:custGeom>
              <a:avLst/>
              <a:gdLst>
                <a:gd name="connsiteX0" fmla="*/ 0 w 848360"/>
                <a:gd name="connsiteY0" fmla="*/ 492760 h 492760"/>
                <a:gd name="connsiteX1" fmla="*/ 91440 w 848360"/>
                <a:gd name="connsiteY1" fmla="*/ 320040 h 492760"/>
                <a:gd name="connsiteX2" fmla="*/ 269240 w 848360"/>
                <a:gd name="connsiteY2" fmla="*/ 121920 h 492760"/>
                <a:gd name="connsiteX3" fmla="*/ 523240 w 848360"/>
                <a:gd name="connsiteY3" fmla="*/ 35560 h 492760"/>
                <a:gd name="connsiteX4" fmla="*/ 848360 w 848360"/>
                <a:gd name="connsiteY4" fmla="*/ 0 h 492760"/>
                <a:gd name="connsiteX0" fmla="*/ 0 w 797740"/>
                <a:gd name="connsiteY0" fmla="*/ 1000730 h 1000730"/>
                <a:gd name="connsiteX1" fmla="*/ 40820 w 797740"/>
                <a:gd name="connsiteY1" fmla="*/ 320040 h 1000730"/>
                <a:gd name="connsiteX2" fmla="*/ 218620 w 797740"/>
                <a:gd name="connsiteY2" fmla="*/ 121920 h 1000730"/>
                <a:gd name="connsiteX3" fmla="*/ 472620 w 797740"/>
                <a:gd name="connsiteY3" fmla="*/ 35560 h 1000730"/>
                <a:gd name="connsiteX4" fmla="*/ 797740 w 797740"/>
                <a:gd name="connsiteY4" fmla="*/ 0 h 1000730"/>
                <a:gd name="connsiteX0" fmla="*/ 984 w 798724"/>
                <a:gd name="connsiteY0" fmla="*/ 1000730 h 1000730"/>
                <a:gd name="connsiteX1" fmla="*/ 41804 w 798724"/>
                <a:gd name="connsiteY1" fmla="*/ 320040 h 1000730"/>
                <a:gd name="connsiteX2" fmla="*/ 473604 w 798724"/>
                <a:gd name="connsiteY2" fmla="*/ 35560 h 1000730"/>
                <a:gd name="connsiteX3" fmla="*/ 798724 w 798724"/>
                <a:gd name="connsiteY3" fmla="*/ 0 h 1000730"/>
                <a:gd name="connsiteX0" fmla="*/ 0 w 797740"/>
                <a:gd name="connsiteY0" fmla="*/ 1000730 h 1000730"/>
                <a:gd name="connsiteX1" fmla="*/ 141371 w 797740"/>
                <a:gd name="connsiteY1" fmla="*/ 137603 h 1000730"/>
                <a:gd name="connsiteX2" fmla="*/ 472620 w 797740"/>
                <a:gd name="connsiteY2" fmla="*/ 35560 h 1000730"/>
                <a:gd name="connsiteX3" fmla="*/ 797740 w 797740"/>
                <a:gd name="connsiteY3" fmla="*/ 0 h 1000730"/>
                <a:gd name="connsiteX0" fmla="*/ 0 w 814383"/>
                <a:gd name="connsiteY0" fmla="*/ 974669 h 974669"/>
                <a:gd name="connsiteX1" fmla="*/ 141371 w 814383"/>
                <a:gd name="connsiteY1" fmla="*/ 111542 h 974669"/>
                <a:gd name="connsiteX2" fmla="*/ 472620 w 814383"/>
                <a:gd name="connsiteY2" fmla="*/ 9499 h 974669"/>
                <a:gd name="connsiteX3" fmla="*/ 814384 w 814383"/>
                <a:gd name="connsiteY3" fmla="*/ 97361 h 974669"/>
                <a:gd name="connsiteX0" fmla="*/ 0 w 814384"/>
                <a:gd name="connsiteY0" fmla="*/ 1144043 h 1144043"/>
                <a:gd name="connsiteX1" fmla="*/ 141371 w 814384"/>
                <a:gd name="connsiteY1" fmla="*/ 280916 h 1144043"/>
                <a:gd name="connsiteX2" fmla="*/ 466379 w 814384"/>
                <a:gd name="connsiteY2" fmla="*/ 14 h 1144043"/>
                <a:gd name="connsiteX3" fmla="*/ 814384 w 814384"/>
                <a:gd name="connsiteY3" fmla="*/ 266735 h 1144043"/>
                <a:gd name="connsiteX0" fmla="*/ 0 w 814384"/>
                <a:gd name="connsiteY0" fmla="*/ 1144043 h 1144043"/>
                <a:gd name="connsiteX1" fmla="*/ 141372 w 814384"/>
                <a:gd name="connsiteY1" fmla="*/ 280915 h 1144043"/>
                <a:gd name="connsiteX2" fmla="*/ 466379 w 814384"/>
                <a:gd name="connsiteY2" fmla="*/ 14 h 1144043"/>
                <a:gd name="connsiteX3" fmla="*/ 814384 w 814384"/>
                <a:gd name="connsiteY3" fmla="*/ 266735 h 1144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4384" h="1144043">
                  <a:moveTo>
                    <a:pt x="0" y="1144043"/>
                  </a:moveTo>
                  <a:cubicBezTo>
                    <a:pt x="23283" y="1088586"/>
                    <a:pt x="63642" y="471586"/>
                    <a:pt x="141372" y="280915"/>
                  </a:cubicBezTo>
                  <a:cubicBezTo>
                    <a:pt x="219102" y="90244"/>
                    <a:pt x="354210" y="2377"/>
                    <a:pt x="466379" y="14"/>
                  </a:cubicBezTo>
                  <a:cubicBezTo>
                    <a:pt x="578548" y="-2349"/>
                    <a:pt x="700084" y="274355"/>
                    <a:pt x="814384" y="266735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509EE10-5C14-41C4-A569-D67CB96A6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463" y="5188807"/>
              <a:ext cx="83118" cy="211368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4173EC-DFBE-4594-9990-19F174E10359}"/>
                </a:ext>
              </a:extLst>
            </p:cNvPr>
            <p:cNvSpPr txBox="1"/>
            <p:nvPr/>
          </p:nvSpPr>
          <p:spPr>
            <a:xfrm>
              <a:off x="1770620" y="5336820"/>
              <a:ext cx="1359804" cy="331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↑ contractility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6825B7-3BC0-44E3-9C45-F01F2B9C7ECE}"/>
                </a:ext>
              </a:extLst>
            </p:cNvPr>
            <p:cNvSpPr txBox="1"/>
            <p:nvPr/>
          </p:nvSpPr>
          <p:spPr>
            <a:xfrm>
              <a:off x="483088" y="2605390"/>
              <a:ext cx="623120" cy="331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↑ HR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98E2EC2-FF03-4355-90FD-60F987BDB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2277" y="4531301"/>
              <a:ext cx="519983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Heart">
            <a:extLst>
              <a:ext uri="{FF2B5EF4-FFF2-40B4-BE49-F238E27FC236}">
                <a16:creationId xmlns:a16="http://schemas.microsoft.com/office/drawing/2014/main" id="{B3906316-1FDC-4477-9B11-734193EA9017}"/>
              </a:ext>
            </a:extLst>
          </p:cNvPr>
          <p:cNvGrpSpPr/>
          <p:nvPr/>
        </p:nvGrpSpPr>
        <p:grpSpPr>
          <a:xfrm>
            <a:off x="213061" y="1804515"/>
            <a:ext cx="3346371" cy="4018698"/>
            <a:chOff x="689057" y="1699246"/>
            <a:chExt cx="3346371" cy="401869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793C9F-CED5-496C-827C-84E38F49E220}"/>
                </a:ext>
              </a:extLst>
            </p:cNvPr>
            <p:cNvGrpSpPr/>
            <p:nvPr/>
          </p:nvGrpSpPr>
          <p:grpSpPr>
            <a:xfrm>
              <a:off x="689057" y="1699246"/>
              <a:ext cx="3346371" cy="3522689"/>
              <a:chOff x="1358280" y="98521"/>
              <a:chExt cx="4648820" cy="4656742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14C063CF-CC62-49F4-B578-D4CA8027CFBB}"/>
                  </a:ext>
                </a:extLst>
              </p:cNvPr>
              <p:cNvSpPr/>
              <p:nvPr/>
            </p:nvSpPr>
            <p:spPr>
              <a:xfrm>
                <a:off x="1358280" y="1000343"/>
                <a:ext cx="4103203" cy="3754920"/>
              </a:xfrm>
              <a:custGeom>
                <a:avLst/>
                <a:gdLst>
                  <a:gd name="connsiteX0" fmla="*/ 1449324 w 4085925"/>
                  <a:gd name="connsiteY0" fmla="*/ 1524140 h 4188696"/>
                  <a:gd name="connsiteX1" fmla="*/ 1246124 w 4085925"/>
                  <a:gd name="connsiteY1" fmla="*/ 1308240 h 4188696"/>
                  <a:gd name="connsiteX2" fmla="*/ 496824 w 4085925"/>
                  <a:gd name="connsiteY2" fmla="*/ 1079640 h 4188696"/>
                  <a:gd name="connsiteX3" fmla="*/ 1524 w 4085925"/>
                  <a:gd name="connsiteY3" fmla="*/ 1752740 h 4188696"/>
                  <a:gd name="connsiteX4" fmla="*/ 369824 w 4085925"/>
                  <a:gd name="connsiteY4" fmla="*/ 2463940 h 4188696"/>
                  <a:gd name="connsiteX5" fmla="*/ 1119124 w 4085925"/>
                  <a:gd name="connsiteY5" fmla="*/ 2502040 h 4188696"/>
                  <a:gd name="connsiteX6" fmla="*/ 1144524 w 4085925"/>
                  <a:gd name="connsiteY6" fmla="*/ 2463940 h 4188696"/>
                  <a:gd name="connsiteX7" fmla="*/ 1017524 w 4085925"/>
                  <a:gd name="connsiteY7" fmla="*/ 2908440 h 4188696"/>
                  <a:gd name="connsiteX8" fmla="*/ 1169924 w 4085925"/>
                  <a:gd name="connsiteY8" fmla="*/ 3860940 h 4188696"/>
                  <a:gd name="connsiteX9" fmla="*/ 3214624 w 4085925"/>
                  <a:gd name="connsiteY9" fmla="*/ 4178440 h 4188696"/>
                  <a:gd name="connsiteX10" fmla="*/ 4002024 w 4085925"/>
                  <a:gd name="connsiteY10" fmla="*/ 3543440 h 4188696"/>
                  <a:gd name="connsiteX11" fmla="*/ 3925824 w 4085925"/>
                  <a:gd name="connsiteY11" fmla="*/ 1778140 h 4188696"/>
                  <a:gd name="connsiteX12" fmla="*/ 2782824 w 4085925"/>
                  <a:gd name="connsiteY12" fmla="*/ 901840 h 4188696"/>
                  <a:gd name="connsiteX13" fmla="*/ 2097024 w 4085925"/>
                  <a:gd name="connsiteY13" fmla="*/ 1155840 h 4188696"/>
                  <a:gd name="connsiteX14" fmla="*/ 2122424 w 4085925"/>
                  <a:gd name="connsiteY14" fmla="*/ 1066940 h 4188696"/>
                  <a:gd name="connsiteX15" fmla="*/ 1995424 w 4085925"/>
                  <a:gd name="connsiteY15" fmla="*/ 381140 h 4188696"/>
                  <a:gd name="connsiteX16" fmla="*/ 1258824 w 4085925"/>
                  <a:gd name="connsiteY16" fmla="*/ 140 h 4188696"/>
                  <a:gd name="connsiteX17" fmla="*/ 700024 w 4085925"/>
                  <a:gd name="connsiteY17" fmla="*/ 343040 h 4188696"/>
                  <a:gd name="connsiteX18" fmla="*/ 636524 w 4085925"/>
                  <a:gd name="connsiteY18" fmla="*/ 838340 h 4188696"/>
                  <a:gd name="connsiteX19" fmla="*/ 700024 w 4085925"/>
                  <a:gd name="connsiteY19" fmla="*/ 1041540 h 4188696"/>
                  <a:gd name="connsiteX0" fmla="*/ 1449324 w 4085925"/>
                  <a:gd name="connsiteY0" fmla="*/ 1524140 h 4188696"/>
                  <a:gd name="connsiteX1" fmla="*/ 1246124 w 4085925"/>
                  <a:gd name="connsiteY1" fmla="*/ 1308240 h 4188696"/>
                  <a:gd name="connsiteX2" fmla="*/ 496824 w 4085925"/>
                  <a:gd name="connsiteY2" fmla="*/ 1079640 h 4188696"/>
                  <a:gd name="connsiteX3" fmla="*/ 1524 w 4085925"/>
                  <a:gd name="connsiteY3" fmla="*/ 1752740 h 4188696"/>
                  <a:gd name="connsiteX4" fmla="*/ 369824 w 4085925"/>
                  <a:gd name="connsiteY4" fmla="*/ 2463940 h 4188696"/>
                  <a:gd name="connsiteX5" fmla="*/ 1119124 w 4085925"/>
                  <a:gd name="connsiteY5" fmla="*/ 2502040 h 4188696"/>
                  <a:gd name="connsiteX6" fmla="*/ 1398524 w 4085925"/>
                  <a:gd name="connsiteY6" fmla="*/ 2590940 h 4188696"/>
                  <a:gd name="connsiteX7" fmla="*/ 1017524 w 4085925"/>
                  <a:gd name="connsiteY7" fmla="*/ 2908440 h 4188696"/>
                  <a:gd name="connsiteX8" fmla="*/ 1169924 w 4085925"/>
                  <a:gd name="connsiteY8" fmla="*/ 3860940 h 4188696"/>
                  <a:gd name="connsiteX9" fmla="*/ 3214624 w 4085925"/>
                  <a:gd name="connsiteY9" fmla="*/ 4178440 h 4188696"/>
                  <a:gd name="connsiteX10" fmla="*/ 4002024 w 4085925"/>
                  <a:gd name="connsiteY10" fmla="*/ 3543440 h 4188696"/>
                  <a:gd name="connsiteX11" fmla="*/ 3925824 w 4085925"/>
                  <a:gd name="connsiteY11" fmla="*/ 1778140 h 4188696"/>
                  <a:gd name="connsiteX12" fmla="*/ 2782824 w 4085925"/>
                  <a:gd name="connsiteY12" fmla="*/ 901840 h 4188696"/>
                  <a:gd name="connsiteX13" fmla="*/ 2097024 w 4085925"/>
                  <a:gd name="connsiteY13" fmla="*/ 1155840 h 4188696"/>
                  <a:gd name="connsiteX14" fmla="*/ 2122424 w 4085925"/>
                  <a:gd name="connsiteY14" fmla="*/ 1066940 h 4188696"/>
                  <a:gd name="connsiteX15" fmla="*/ 1995424 w 4085925"/>
                  <a:gd name="connsiteY15" fmla="*/ 381140 h 4188696"/>
                  <a:gd name="connsiteX16" fmla="*/ 1258824 w 4085925"/>
                  <a:gd name="connsiteY16" fmla="*/ 140 h 4188696"/>
                  <a:gd name="connsiteX17" fmla="*/ 700024 w 4085925"/>
                  <a:gd name="connsiteY17" fmla="*/ 343040 h 4188696"/>
                  <a:gd name="connsiteX18" fmla="*/ 636524 w 4085925"/>
                  <a:gd name="connsiteY18" fmla="*/ 838340 h 4188696"/>
                  <a:gd name="connsiteX19" fmla="*/ 700024 w 4085925"/>
                  <a:gd name="connsiteY19" fmla="*/ 1041540 h 4188696"/>
                  <a:gd name="connsiteX0" fmla="*/ 1449324 w 4085925"/>
                  <a:gd name="connsiteY0" fmla="*/ 1524140 h 4188696"/>
                  <a:gd name="connsiteX1" fmla="*/ 1246124 w 4085925"/>
                  <a:gd name="connsiteY1" fmla="*/ 1308240 h 4188696"/>
                  <a:gd name="connsiteX2" fmla="*/ 496824 w 4085925"/>
                  <a:gd name="connsiteY2" fmla="*/ 1079640 h 4188696"/>
                  <a:gd name="connsiteX3" fmla="*/ 1524 w 4085925"/>
                  <a:gd name="connsiteY3" fmla="*/ 1752740 h 4188696"/>
                  <a:gd name="connsiteX4" fmla="*/ 369824 w 4085925"/>
                  <a:gd name="connsiteY4" fmla="*/ 2463940 h 4188696"/>
                  <a:gd name="connsiteX5" fmla="*/ 1119124 w 4085925"/>
                  <a:gd name="connsiteY5" fmla="*/ 2502040 h 4188696"/>
                  <a:gd name="connsiteX6" fmla="*/ 1398524 w 4085925"/>
                  <a:gd name="connsiteY6" fmla="*/ 2590940 h 4188696"/>
                  <a:gd name="connsiteX7" fmla="*/ 1017524 w 4085925"/>
                  <a:gd name="connsiteY7" fmla="*/ 2908440 h 4188696"/>
                  <a:gd name="connsiteX8" fmla="*/ 1169924 w 4085925"/>
                  <a:gd name="connsiteY8" fmla="*/ 3860940 h 4188696"/>
                  <a:gd name="connsiteX9" fmla="*/ 3214624 w 4085925"/>
                  <a:gd name="connsiteY9" fmla="*/ 4178440 h 4188696"/>
                  <a:gd name="connsiteX10" fmla="*/ 4002024 w 4085925"/>
                  <a:gd name="connsiteY10" fmla="*/ 3543440 h 4188696"/>
                  <a:gd name="connsiteX11" fmla="*/ 3925824 w 4085925"/>
                  <a:gd name="connsiteY11" fmla="*/ 1778140 h 4188696"/>
                  <a:gd name="connsiteX12" fmla="*/ 2782824 w 4085925"/>
                  <a:gd name="connsiteY12" fmla="*/ 901840 h 4188696"/>
                  <a:gd name="connsiteX13" fmla="*/ 2097024 w 4085925"/>
                  <a:gd name="connsiteY13" fmla="*/ 1155840 h 4188696"/>
                  <a:gd name="connsiteX14" fmla="*/ 2122424 w 4085925"/>
                  <a:gd name="connsiteY14" fmla="*/ 1066940 h 4188696"/>
                  <a:gd name="connsiteX15" fmla="*/ 1995424 w 4085925"/>
                  <a:gd name="connsiteY15" fmla="*/ 381140 h 4188696"/>
                  <a:gd name="connsiteX16" fmla="*/ 1258824 w 4085925"/>
                  <a:gd name="connsiteY16" fmla="*/ 140 h 4188696"/>
                  <a:gd name="connsiteX17" fmla="*/ 700024 w 4085925"/>
                  <a:gd name="connsiteY17" fmla="*/ 343040 h 4188696"/>
                  <a:gd name="connsiteX18" fmla="*/ 636524 w 4085925"/>
                  <a:gd name="connsiteY18" fmla="*/ 838340 h 4188696"/>
                  <a:gd name="connsiteX19" fmla="*/ 700024 w 4085925"/>
                  <a:gd name="connsiteY19" fmla="*/ 1041540 h 4188696"/>
                  <a:gd name="connsiteX0" fmla="*/ 1449324 w 4085925"/>
                  <a:gd name="connsiteY0" fmla="*/ 1524140 h 4188696"/>
                  <a:gd name="connsiteX1" fmla="*/ 1246124 w 4085925"/>
                  <a:gd name="connsiteY1" fmla="*/ 1308240 h 4188696"/>
                  <a:gd name="connsiteX2" fmla="*/ 496824 w 4085925"/>
                  <a:gd name="connsiteY2" fmla="*/ 1079640 h 4188696"/>
                  <a:gd name="connsiteX3" fmla="*/ 1524 w 4085925"/>
                  <a:gd name="connsiteY3" fmla="*/ 1752740 h 4188696"/>
                  <a:gd name="connsiteX4" fmla="*/ 369824 w 4085925"/>
                  <a:gd name="connsiteY4" fmla="*/ 2463940 h 4188696"/>
                  <a:gd name="connsiteX5" fmla="*/ 1119124 w 4085925"/>
                  <a:gd name="connsiteY5" fmla="*/ 2502040 h 4188696"/>
                  <a:gd name="connsiteX6" fmla="*/ 1398524 w 4085925"/>
                  <a:gd name="connsiteY6" fmla="*/ 2590940 h 4188696"/>
                  <a:gd name="connsiteX7" fmla="*/ 1017524 w 4085925"/>
                  <a:gd name="connsiteY7" fmla="*/ 2908440 h 4188696"/>
                  <a:gd name="connsiteX8" fmla="*/ 1169924 w 4085925"/>
                  <a:gd name="connsiteY8" fmla="*/ 3860940 h 4188696"/>
                  <a:gd name="connsiteX9" fmla="*/ 3214624 w 4085925"/>
                  <a:gd name="connsiteY9" fmla="*/ 4178440 h 4188696"/>
                  <a:gd name="connsiteX10" fmla="*/ 4002024 w 4085925"/>
                  <a:gd name="connsiteY10" fmla="*/ 3543440 h 4188696"/>
                  <a:gd name="connsiteX11" fmla="*/ 3925824 w 4085925"/>
                  <a:gd name="connsiteY11" fmla="*/ 1778140 h 4188696"/>
                  <a:gd name="connsiteX12" fmla="*/ 2782824 w 4085925"/>
                  <a:gd name="connsiteY12" fmla="*/ 901840 h 4188696"/>
                  <a:gd name="connsiteX13" fmla="*/ 2097024 w 4085925"/>
                  <a:gd name="connsiteY13" fmla="*/ 1155840 h 4188696"/>
                  <a:gd name="connsiteX14" fmla="*/ 2122424 w 4085925"/>
                  <a:gd name="connsiteY14" fmla="*/ 1066940 h 4188696"/>
                  <a:gd name="connsiteX15" fmla="*/ 1995424 w 4085925"/>
                  <a:gd name="connsiteY15" fmla="*/ 381140 h 4188696"/>
                  <a:gd name="connsiteX16" fmla="*/ 1258824 w 4085925"/>
                  <a:gd name="connsiteY16" fmla="*/ 140 h 4188696"/>
                  <a:gd name="connsiteX17" fmla="*/ 700024 w 4085925"/>
                  <a:gd name="connsiteY17" fmla="*/ 343040 h 4188696"/>
                  <a:gd name="connsiteX18" fmla="*/ 636524 w 4085925"/>
                  <a:gd name="connsiteY18" fmla="*/ 838340 h 4188696"/>
                  <a:gd name="connsiteX19" fmla="*/ 700024 w 4085925"/>
                  <a:gd name="connsiteY19" fmla="*/ 1041540 h 4188696"/>
                  <a:gd name="connsiteX0" fmla="*/ 1449324 w 4085925"/>
                  <a:gd name="connsiteY0" fmla="*/ 1524140 h 4188696"/>
                  <a:gd name="connsiteX1" fmla="*/ 1246124 w 4085925"/>
                  <a:gd name="connsiteY1" fmla="*/ 1308240 h 4188696"/>
                  <a:gd name="connsiteX2" fmla="*/ 496824 w 4085925"/>
                  <a:gd name="connsiteY2" fmla="*/ 1079640 h 4188696"/>
                  <a:gd name="connsiteX3" fmla="*/ 1524 w 4085925"/>
                  <a:gd name="connsiteY3" fmla="*/ 1752740 h 4188696"/>
                  <a:gd name="connsiteX4" fmla="*/ 369824 w 4085925"/>
                  <a:gd name="connsiteY4" fmla="*/ 2463940 h 4188696"/>
                  <a:gd name="connsiteX5" fmla="*/ 1119124 w 4085925"/>
                  <a:gd name="connsiteY5" fmla="*/ 2502040 h 4188696"/>
                  <a:gd name="connsiteX6" fmla="*/ 1398524 w 4085925"/>
                  <a:gd name="connsiteY6" fmla="*/ 2590940 h 4188696"/>
                  <a:gd name="connsiteX7" fmla="*/ 1017524 w 4085925"/>
                  <a:gd name="connsiteY7" fmla="*/ 2908440 h 4188696"/>
                  <a:gd name="connsiteX8" fmla="*/ 1169924 w 4085925"/>
                  <a:gd name="connsiteY8" fmla="*/ 3860940 h 4188696"/>
                  <a:gd name="connsiteX9" fmla="*/ 3214624 w 4085925"/>
                  <a:gd name="connsiteY9" fmla="*/ 4178440 h 4188696"/>
                  <a:gd name="connsiteX10" fmla="*/ 4002024 w 4085925"/>
                  <a:gd name="connsiteY10" fmla="*/ 3543440 h 4188696"/>
                  <a:gd name="connsiteX11" fmla="*/ 3925824 w 4085925"/>
                  <a:gd name="connsiteY11" fmla="*/ 1778140 h 4188696"/>
                  <a:gd name="connsiteX12" fmla="*/ 2782824 w 4085925"/>
                  <a:gd name="connsiteY12" fmla="*/ 901840 h 4188696"/>
                  <a:gd name="connsiteX13" fmla="*/ 2097024 w 4085925"/>
                  <a:gd name="connsiteY13" fmla="*/ 1155840 h 4188696"/>
                  <a:gd name="connsiteX14" fmla="*/ 2122424 w 4085925"/>
                  <a:gd name="connsiteY14" fmla="*/ 1066940 h 4188696"/>
                  <a:gd name="connsiteX15" fmla="*/ 1995424 w 4085925"/>
                  <a:gd name="connsiteY15" fmla="*/ 381140 h 4188696"/>
                  <a:gd name="connsiteX16" fmla="*/ 1258824 w 4085925"/>
                  <a:gd name="connsiteY16" fmla="*/ 140 h 4188696"/>
                  <a:gd name="connsiteX17" fmla="*/ 700024 w 4085925"/>
                  <a:gd name="connsiteY17" fmla="*/ 343040 h 4188696"/>
                  <a:gd name="connsiteX18" fmla="*/ 636524 w 4085925"/>
                  <a:gd name="connsiteY18" fmla="*/ 838340 h 4188696"/>
                  <a:gd name="connsiteX19" fmla="*/ 700024 w 4085925"/>
                  <a:gd name="connsiteY19" fmla="*/ 1041540 h 4188696"/>
                  <a:gd name="connsiteX0" fmla="*/ 1449324 w 4085925"/>
                  <a:gd name="connsiteY0" fmla="*/ 1524140 h 4188696"/>
                  <a:gd name="connsiteX1" fmla="*/ 1246124 w 4085925"/>
                  <a:gd name="connsiteY1" fmla="*/ 1308240 h 4188696"/>
                  <a:gd name="connsiteX2" fmla="*/ 496824 w 4085925"/>
                  <a:gd name="connsiteY2" fmla="*/ 1079640 h 4188696"/>
                  <a:gd name="connsiteX3" fmla="*/ 1524 w 4085925"/>
                  <a:gd name="connsiteY3" fmla="*/ 1752740 h 4188696"/>
                  <a:gd name="connsiteX4" fmla="*/ 369824 w 4085925"/>
                  <a:gd name="connsiteY4" fmla="*/ 2463940 h 4188696"/>
                  <a:gd name="connsiteX5" fmla="*/ 1119124 w 4085925"/>
                  <a:gd name="connsiteY5" fmla="*/ 2502040 h 4188696"/>
                  <a:gd name="connsiteX6" fmla="*/ 1284224 w 4085925"/>
                  <a:gd name="connsiteY6" fmla="*/ 2451240 h 4188696"/>
                  <a:gd name="connsiteX7" fmla="*/ 1017524 w 4085925"/>
                  <a:gd name="connsiteY7" fmla="*/ 2908440 h 4188696"/>
                  <a:gd name="connsiteX8" fmla="*/ 1169924 w 4085925"/>
                  <a:gd name="connsiteY8" fmla="*/ 3860940 h 4188696"/>
                  <a:gd name="connsiteX9" fmla="*/ 3214624 w 4085925"/>
                  <a:gd name="connsiteY9" fmla="*/ 4178440 h 4188696"/>
                  <a:gd name="connsiteX10" fmla="*/ 4002024 w 4085925"/>
                  <a:gd name="connsiteY10" fmla="*/ 3543440 h 4188696"/>
                  <a:gd name="connsiteX11" fmla="*/ 3925824 w 4085925"/>
                  <a:gd name="connsiteY11" fmla="*/ 1778140 h 4188696"/>
                  <a:gd name="connsiteX12" fmla="*/ 2782824 w 4085925"/>
                  <a:gd name="connsiteY12" fmla="*/ 901840 h 4188696"/>
                  <a:gd name="connsiteX13" fmla="*/ 2097024 w 4085925"/>
                  <a:gd name="connsiteY13" fmla="*/ 1155840 h 4188696"/>
                  <a:gd name="connsiteX14" fmla="*/ 2122424 w 4085925"/>
                  <a:gd name="connsiteY14" fmla="*/ 1066940 h 4188696"/>
                  <a:gd name="connsiteX15" fmla="*/ 1995424 w 4085925"/>
                  <a:gd name="connsiteY15" fmla="*/ 381140 h 4188696"/>
                  <a:gd name="connsiteX16" fmla="*/ 1258824 w 4085925"/>
                  <a:gd name="connsiteY16" fmla="*/ 140 h 4188696"/>
                  <a:gd name="connsiteX17" fmla="*/ 700024 w 4085925"/>
                  <a:gd name="connsiteY17" fmla="*/ 343040 h 4188696"/>
                  <a:gd name="connsiteX18" fmla="*/ 636524 w 4085925"/>
                  <a:gd name="connsiteY18" fmla="*/ 838340 h 4188696"/>
                  <a:gd name="connsiteX19" fmla="*/ 700024 w 4085925"/>
                  <a:gd name="connsiteY19" fmla="*/ 1041540 h 4188696"/>
                  <a:gd name="connsiteX0" fmla="*/ 1449324 w 4085925"/>
                  <a:gd name="connsiteY0" fmla="*/ 1524140 h 4182003"/>
                  <a:gd name="connsiteX1" fmla="*/ 1246124 w 4085925"/>
                  <a:gd name="connsiteY1" fmla="*/ 1308240 h 4182003"/>
                  <a:gd name="connsiteX2" fmla="*/ 496824 w 4085925"/>
                  <a:gd name="connsiteY2" fmla="*/ 1079640 h 4182003"/>
                  <a:gd name="connsiteX3" fmla="*/ 1524 w 4085925"/>
                  <a:gd name="connsiteY3" fmla="*/ 1752740 h 4182003"/>
                  <a:gd name="connsiteX4" fmla="*/ 369824 w 4085925"/>
                  <a:gd name="connsiteY4" fmla="*/ 2463940 h 4182003"/>
                  <a:gd name="connsiteX5" fmla="*/ 1119124 w 4085925"/>
                  <a:gd name="connsiteY5" fmla="*/ 2502040 h 4182003"/>
                  <a:gd name="connsiteX6" fmla="*/ 1284224 w 4085925"/>
                  <a:gd name="connsiteY6" fmla="*/ 2451240 h 4182003"/>
                  <a:gd name="connsiteX7" fmla="*/ 1017524 w 4085925"/>
                  <a:gd name="connsiteY7" fmla="*/ 2908440 h 4182003"/>
                  <a:gd name="connsiteX8" fmla="*/ 1639824 w 4085925"/>
                  <a:gd name="connsiteY8" fmla="*/ 3759340 h 4182003"/>
                  <a:gd name="connsiteX9" fmla="*/ 3214624 w 4085925"/>
                  <a:gd name="connsiteY9" fmla="*/ 4178440 h 4182003"/>
                  <a:gd name="connsiteX10" fmla="*/ 4002024 w 4085925"/>
                  <a:gd name="connsiteY10" fmla="*/ 3543440 h 4182003"/>
                  <a:gd name="connsiteX11" fmla="*/ 3925824 w 4085925"/>
                  <a:gd name="connsiteY11" fmla="*/ 1778140 h 4182003"/>
                  <a:gd name="connsiteX12" fmla="*/ 2782824 w 4085925"/>
                  <a:gd name="connsiteY12" fmla="*/ 901840 h 4182003"/>
                  <a:gd name="connsiteX13" fmla="*/ 2097024 w 4085925"/>
                  <a:gd name="connsiteY13" fmla="*/ 1155840 h 4182003"/>
                  <a:gd name="connsiteX14" fmla="*/ 2122424 w 4085925"/>
                  <a:gd name="connsiteY14" fmla="*/ 1066940 h 4182003"/>
                  <a:gd name="connsiteX15" fmla="*/ 1995424 w 4085925"/>
                  <a:gd name="connsiteY15" fmla="*/ 381140 h 4182003"/>
                  <a:gd name="connsiteX16" fmla="*/ 1258824 w 4085925"/>
                  <a:gd name="connsiteY16" fmla="*/ 140 h 4182003"/>
                  <a:gd name="connsiteX17" fmla="*/ 700024 w 4085925"/>
                  <a:gd name="connsiteY17" fmla="*/ 343040 h 4182003"/>
                  <a:gd name="connsiteX18" fmla="*/ 636524 w 4085925"/>
                  <a:gd name="connsiteY18" fmla="*/ 838340 h 4182003"/>
                  <a:gd name="connsiteX19" fmla="*/ 700024 w 4085925"/>
                  <a:gd name="connsiteY19" fmla="*/ 1041540 h 4182003"/>
                  <a:gd name="connsiteX0" fmla="*/ 1449324 w 4085925"/>
                  <a:gd name="connsiteY0" fmla="*/ 1524920 h 4182783"/>
                  <a:gd name="connsiteX1" fmla="*/ 1246124 w 4085925"/>
                  <a:gd name="connsiteY1" fmla="*/ 1309020 h 4182783"/>
                  <a:gd name="connsiteX2" fmla="*/ 496824 w 4085925"/>
                  <a:gd name="connsiteY2" fmla="*/ 1080420 h 4182783"/>
                  <a:gd name="connsiteX3" fmla="*/ 1524 w 4085925"/>
                  <a:gd name="connsiteY3" fmla="*/ 1753520 h 4182783"/>
                  <a:gd name="connsiteX4" fmla="*/ 369824 w 4085925"/>
                  <a:gd name="connsiteY4" fmla="*/ 2464720 h 4182783"/>
                  <a:gd name="connsiteX5" fmla="*/ 1119124 w 4085925"/>
                  <a:gd name="connsiteY5" fmla="*/ 2502820 h 4182783"/>
                  <a:gd name="connsiteX6" fmla="*/ 1284224 w 4085925"/>
                  <a:gd name="connsiteY6" fmla="*/ 2452020 h 4182783"/>
                  <a:gd name="connsiteX7" fmla="*/ 1017524 w 4085925"/>
                  <a:gd name="connsiteY7" fmla="*/ 2909220 h 4182783"/>
                  <a:gd name="connsiteX8" fmla="*/ 1639824 w 4085925"/>
                  <a:gd name="connsiteY8" fmla="*/ 3760120 h 4182783"/>
                  <a:gd name="connsiteX9" fmla="*/ 3214624 w 4085925"/>
                  <a:gd name="connsiteY9" fmla="*/ 4179220 h 4182783"/>
                  <a:gd name="connsiteX10" fmla="*/ 4002024 w 4085925"/>
                  <a:gd name="connsiteY10" fmla="*/ 3544220 h 4182783"/>
                  <a:gd name="connsiteX11" fmla="*/ 3925824 w 4085925"/>
                  <a:gd name="connsiteY11" fmla="*/ 1778920 h 4182783"/>
                  <a:gd name="connsiteX12" fmla="*/ 2782824 w 4085925"/>
                  <a:gd name="connsiteY12" fmla="*/ 902620 h 4182783"/>
                  <a:gd name="connsiteX13" fmla="*/ 2097024 w 4085925"/>
                  <a:gd name="connsiteY13" fmla="*/ 1156620 h 4182783"/>
                  <a:gd name="connsiteX14" fmla="*/ 2122424 w 4085925"/>
                  <a:gd name="connsiteY14" fmla="*/ 1067720 h 4182783"/>
                  <a:gd name="connsiteX15" fmla="*/ 1995424 w 4085925"/>
                  <a:gd name="connsiteY15" fmla="*/ 381920 h 4182783"/>
                  <a:gd name="connsiteX16" fmla="*/ 1258824 w 4085925"/>
                  <a:gd name="connsiteY16" fmla="*/ 920 h 4182783"/>
                  <a:gd name="connsiteX17" fmla="*/ 865124 w 4085925"/>
                  <a:gd name="connsiteY17" fmla="*/ 483520 h 4182783"/>
                  <a:gd name="connsiteX18" fmla="*/ 636524 w 4085925"/>
                  <a:gd name="connsiteY18" fmla="*/ 839120 h 4182783"/>
                  <a:gd name="connsiteX19" fmla="*/ 700024 w 4085925"/>
                  <a:gd name="connsiteY19" fmla="*/ 1042320 h 4182783"/>
                  <a:gd name="connsiteX0" fmla="*/ 1449324 w 4085925"/>
                  <a:gd name="connsiteY0" fmla="*/ 1236325 h 3894188"/>
                  <a:gd name="connsiteX1" fmla="*/ 1246124 w 4085925"/>
                  <a:gd name="connsiteY1" fmla="*/ 1020425 h 3894188"/>
                  <a:gd name="connsiteX2" fmla="*/ 496824 w 4085925"/>
                  <a:gd name="connsiteY2" fmla="*/ 791825 h 3894188"/>
                  <a:gd name="connsiteX3" fmla="*/ 1524 w 4085925"/>
                  <a:gd name="connsiteY3" fmla="*/ 1464925 h 3894188"/>
                  <a:gd name="connsiteX4" fmla="*/ 369824 w 4085925"/>
                  <a:gd name="connsiteY4" fmla="*/ 2176125 h 3894188"/>
                  <a:gd name="connsiteX5" fmla="*/ 1119124 w 4085925"/>
                  <a:gd name="connsiteY5" fmla="*/ 2214225 h 3894188"/>
                  <a:gd name="connsiteX6" fmla="*/ 1284224 w 4085925"/>
                  <a:gd name="connsiteY6" fmla="*/ 2163425 h 3894188"/>
                  <a:gd name="connsiteX7" fmla="*/ 1017524 w 4085925"/>
                  <a:gd name="connsiteY7" fmla="*/ 2620625 h 3894188"/>
                  <a:gd name="connsiteX8" fmla="*/ 1639824 w 4085925"/>
                  <a:gd name="connsiteY8" fmla="*/ 3471525 h 3894188"/>
                  <a:gd name="connsiteX9" fmla="*/ 3214624 w 4085925"/>
                  <a:gd name="connsiteY9" fmla="*/ 3890625 h 3894188"/>
                  <a:gd name="connsiteX10" fmla="*/ 4002024 w 4085925"/>
                  <a:gd name="connsiteY10" fmla="*/ 3255625 h 3894188"/>
                  <a:gd name="connsiteX11" fmla="*/ 3925824 w 4085925"/>
                  <a:gd name="connsiteY11" fmla="*/ 1490325 h 3894188"/>
                  <a:gd name="connsiteX12" fmla="*/ 2782824 w 4085925"/>
                  <a:gd name="connsiteY12" fmla="*/ 614025 h 3894188"/>
                  <a:gd name="connsiteX13" fmla="*/ 2097024 w 4085925"/>
                  <a:gd name="connsiteY13" fmla="*/ 868025 h 3894188"/>
                  <a:gd name="connsiteX14" fmla="*/ 2122424 w 4085925"/>
                  <a:gd name="connsiteY14" fmla="*/ 779125 h 3894188"/>
                  <a:gd name="connsiteX15" fmla="*/ 1995424 w 4085925"/>
                  <a:gd name="connsiteY15" fmla="*/ 93325 h 3894188"/>
                  <a:gd name="connsiteX16" fmla="*/ 1309624 w 4085925"/>
                  <a:gd name="connsiteY16" fmla="*/ 17125 h 3894188"/>
                  <a:gd name="connsiteX17" fmla="*/ 865124 w 4085925"/>
                  <a:gd name="connsiteY17" fmla="*/ 194925 h 3894188"/>
                  <a:gd name="connsiteX18" fmla="*/ 636524 w 4085925"/>
                  <a:gd name="connsiteY18" fmla="*/ 550525 h 3894188"/>
                  <a:gd name="connsiteX19" fmla="*/ 700024 w 4085925"/>
                  <a:gd name="connsiteY19" fmla="*/ 753725 h 3894188"/>
                  <a:gd name="connsiteX0" fmla="*/ 1449324 w 4085925"/>
                  <a:gd name="connsiteY0" fmla="*/ 1230108 h 3887971"/>
                  <a:gd name="connsiteX1" fmla="*/ 1246124 w 4085925"/>
                  <a:gd name="connsiteY1" fmla="*/ 1014208 h 3887971"/>
                  <a:gd name="connsiteX2" fmla="*/ 496824 w 4085925"/>
                  <a:gd name="connsiteY2" fmla="*/ 785608 h 3887971"/>
                  <a:gd name="connsiteX3" fmla="*/ 1524 w 4085925"/>
                  <a:gd name="connsiteY3" fmla="*/ 1458708 h 3887971"/>
                  <a:gd name="connsiteX4" fmla="*/ 369824 w 4085925"/>
                  <a:gd name="connsiteY4" fmla="*/ 2169908 h 3887971"/>
                  <a:gd name="connsiteX5" fmla="*/ 1119124 w 4085925"/>
                  <a:gd name="connsiteY5" fmla="*/ 2208008 h 3887971"/>
                  <a:gd name="connsiteX6" fmla="*/ 1284224 w 4085925"/>
                  <a:gd name="connsiteY6" fmla="*/ 2157208 h 3887971"/>
                  <a:gd name="connsiteX7" fmla="*/ 1017524 w 4085925"/>
                  <a:gd name="connsiteY7" fmla="*/ 2614408 h 3887971"/>
                  <a:gd name="connsiteX8" fmla="*/ 1639824 w 4085925"/>
                  <a:gd name="connsiteY8" fmla="*/ 3465308 h 3887971"/>
                  <a:gd name="connsiteX9" fmla="*/ 3214624 w 4085925"/>
                  <a:gd name="connsiteY9" fmla="*/ 3884408 h 3887971"/>
                  <a:gd name="connsiteX10" fmla="*/ 4002024 w 4085925"/>
                  <a:gd name="connsiteY10" fmla="*/ 3249408 h 3887971"/>
                  <a:gd name="connsiteX11" fmla="*/ 3925824 w 4085925"/>
                  <a:gd name="connsiteY11" fmla="*/ 1484108 h 3887971"/>
                  <a:gd name="connsiteX12" fmla="*/ 2782824 w 4085925"/>
                  <a:gd name="connsiteY12" fmla="*/ 607808 h 3887971"/>
                  <a:gd name="connsiteX13" fmla="*/ 2097024 w 4085925"/>
                  <a:gd name="connsiteY13" fmla="*/ 861808 h 3887971"/>
                  <a:gd name="connsiteX14" fmla="*/ 2122424 w 4085925"/>
                  <a:gd name="connsiteY14" fmla="*/ 772908 h 3887971"/>
                  <a:gd name="connsiteX15" fmla="*/ 1995424 w 4085925"/>
                  <a:gd name="connsiteY15" fmla="*/ 87108 h 3887971"/>
                  <a:gd name="connsiteX16" fmla="*/ 1309624 w 4085925"/>
                  <a:gd name="connsiteY16" fmla="*/ 10908 h 3887971"/>
                  <a:gd name="connsiteX17" fmla="*/ 827024 w 4085925"/>
                  <a:gd name="connsiteY17" fmla="*/ 99808 h 3887971"/>
                  <a:gd name="connsiteX18" fmla="*/ 636524 w 4085925"/>
                  <a:gd name="connsiteY18" fmla="*/ 544308 h 3887971"/>
                  <a:gd name="connsiteX19" fmla="*/ 700024 w 4085925"/>
                  <a:gd name="connsiteY19" fmla="*/ 747508 h 3887971"/>
                  <a:gd name="connsiteX0" fmla="*/ 1449324 w 4085925"/>
                  <a:gd name="connsiteY0" fmla="*/ 1222554 h 3880417"/>
                  <a:gd name="connsiteX1" fmla="*/ 1246124 w 4085925"/>
                  <a:gd name="connsiteY1" fmla="*/ 1006654 h 3880417"/>
                  <a:gd name="connsiteX2" fmla="*/ 496824 w 4085925"/>
                  <a:gd name="connsiteY2" fmla="*/ 778054 h 3880417"/>
                  <a:gd name="connsiteX3" fmla="*/ 1524 w 4085925"/>
                  <a:gd name="connsiteY3" fmla="*/ 1451154 h 3880417"/>
                  <a:gd name="connsiteX4" fmla="*/ 369824 w 4085925"/>
                  <a:gd name="connsiteY4" fmla="*/ 2162354 h 3880417"/>
                  <a:gd name="connsiteX5" fmla="*/ 1119124 w 4085925"/>
                  <a:gd name="connsiteY5" fmla="*/ 2200454 h 3880417"/>
                  <a:gd name="connsiteX6" fmla="*/ 1284224 w 4085925"/>
                  <a:gd name="connsiteY6" fmla="*/ 2149654 h 3880417"/>
                  <a:gd name="connsiteX7" fmla="*/ 1017524 w 4085925"/>
                  <a:gd name="connsiteY7" fmla="*/ 2606854 h 3880417"/>
                  <a:gd name="connsiteX8" fmla="*/ 1639824 w 4085925"/>
                  <a:gd name="connsiteY8" fmla="*/ 3457754 h 3880417"/>
                  <a:gd name="connsiteX9" fmla="*/ 3214624 w 4085925"/>
                  <a:gd name="connsiteY9" fmla="*/ 3876854 h 3880417"/>
                  <a:gd name="connsiteX10" fmla="*/ 4002024 w 4085925"/>
                  <a:gd name="connsiteY10" fmla="*/ 3241854 h 3880417"/>
                  <a:gd name="connsiteX11" fmla="*/ 3925824 w 4085925"/>
                  <a:gd name="connsiteY11" fmla="*/ 1476554 h 3880417"/>
                  <a:gd name="connsiteX12" fmla="*/ 2782824 w 4085925"/>
                  <a:gd name="connsiteY12" fmla="*/ 600254 h 3880417"/>
                  <a:gd name="connsiteX13" fmla="*/ 2097024 w 4085925"/>
                  <a:gd name="connsiteY13" fmla="*/ 854254 h 3880417"/>
                  <a:gd name="connsiteX14" fmla="*/ 2122424 w 4085925"/>
                  <a:gd name="connsiteY14" fmla="*/ 765354 h 3880417"/>
                  <a:gd name="connsiteX15" fmla="*/ 1766824 w 4085925"/>
                  <a:gd name="connsiteY15" fmla="*/ 155754 h 3880417"/>
                  <a:gd name="connsiteX16" fmla="*/ 1309624 w 4085925"/>
                  <a:gd name="connsiteY16" fmla="*/ 3354 h 3880417"/>
                  <a:gd name="connsiteX17" fmla="*/ 827024 w 4085925"/>
                  <a:gd name="connsiteY17" fmla="*/ 92254 h 3880417"/>
                  <a:gd name="connsiteX18" fmla="*/ 636524 w 4085925"/>
                  <a:gd name="connsiteY18" fmla="*/ 536754 h 3880417"/>
                  <a:gd name="connsiteX19" fmla="*/ 700024 w 4085925"/>
                  <a:gd name="connsiteY19" fmla="*/ 739954 h 3880417"/>
                  <a:gd name="connsiteX0" fmla="*/ 1449324 w 4085925"/>
                  <a:gd name="connsiteY0" fmla="*/ 1258887 h 3916750"/>
                  <a:gd name="connsiteX1" fmla="*/ 1246124 w 4085925"/>
                  <a:gd name="connsiteY1" fmla="*/ 1042987 h 3916750"/>
                  <a:gd name="connsiteX2" fmla="*/ 496824 w 4085925"/>
                  <a:gd name="connsiteY2" fmla="*/ 814387 h 3916750"/>
                  <a:gd name="connsiteX3" fmla="*/ 1524 w 4085925"/>
                  <a:gd name="connsiteY3" fmla="*/ 1487487 h 3916750"/>
                  <a:gd name="connsiteX4" fmla="*/ 369824 w 4085925"/>
                  <a:gd name="connsiteY4" fmla="*/ 2198687 h 3916750"/>
                  <a:gd name="connsiteX5" fmla="*/ 1119124 w 4085925"/>
                  <a:gd name="connsiteY5" fmla="*/ 2236787 h 3916750"/>
                  <a:gd name="connsiteX6" fmla="*/ 1284224 w 4085925"/>
                  <a:gd name="connsiteY6" fmla="*/ 2185987 h 3916750"/>
                  <a:gd name="connsiteX7" fmla="*/ 1017524 w 4085925"/>
                  <a:gd name="connsiteY7" fmla="*/ 2643187 h 3916750"/>
                  <a:gd name="connsiteX8" fmla="*/ 1639824 w 4085925"/>
                  <a:gd name="connsiteY8" fmla="*/ 3494087 h 3916750"/>
                  <a:gd name="connsiteX9" fmla="*/ 3214624 w 4085925"/>
                  <a:gd name="connsiteY9" fmla="*/ 3913187 h 3916750"/>
                  <a:gd name="connsiteX10" fmla="*/ 4002024 w 4085925"/>
                  <a:gd name="connsiteY10" fmla="*/ 3278187 h 3916750"/>
                  <a:gd name="connsiteX11" fmla="*/ 3925824 w 4085925"/>
                  <a:gd name="connsiteY11" fmla="*/ 1512887 h 3916750"/>
                  <a:gd name="connsiteX12" fmla="*/ 2782824 w 4085925"/>
                  <a:gd name="connsiteY12" fmla="*/ 636587 h 3916750"/>
                  <a:gd name="connsiteX13" fmla="*/ 2097024 w 4085925"/>
                  <a:gd name="connsiteY13" fmla="*/ 890587 h 3916750"/>
                  <a:gd name="connsiteX14" fmla="*/ 2122424 w 4085925"/>
                  <a:gd name="connsiteY14" fmla="*/ 801687 h 3916750"/>
                  <a:gd name="connsiteX15" fmla="*/ 1766824 w 4085925"/>
                  <a:gd name="connsiteY15" fmla="*/ 192087 h 3916750"/>
                  <a:gd name="connsiteX16" fmla="*/ 1309624 w 4085925"/>
                  <a:gd name="connsiteY16" fmla="*/ 1587 h 3916750"/>
                  <a:gd name="connsiteX17" fmla="*/ 827024 w 4085925"/>
                  <a:gd name="connsiteY17" fmla="*/ 128587 h 3916750"/>
                  <a:gd name="connsiteX18" fmla="*/ 636524 w 4085925"/>
                  <a:gd name="connsiteY18" fmla="*/ 573087 h 3916750"/>
                  <a:gd name="connsiteX19" fmla="*/ 700024 w 4085925"/>
                  <a:gd name="connsiteY19" fmla="*/ 776287 h 3916750"/>
                  <a:gd name="connsiteX0" fmla="*/ 1449324 w 4085925"/>
                  <a:gd name="connsiteY0" fmla="*/ 1258887 h 3916750"/>
                  <a:gd name="connsiteX1" fmla="*/ 1246124 w 4085925"/>
                  <a:gd name="connsiteY1" fmla="*/ 1042987 h 3916750"/>
                  <a:gd name="connsiteX2" fmla="*/ 496824 w 4085925"/>
                  <a:gd name="connsiteY2" fmla="*/ 814387 h 3916750"/>
                  <a:gd name="connsiteX3" fmla="*/ 1524 w 4085925"/>
                  <a:gd name="connsiteY3" fmla="*/ 1487487 h 3916750"/>
                  <a:gd name="connsiteX4" fmla="*/ 369824 w 4085925"/>
                  <a:gd name="connsiteY4" fmla="*/ 2198687 h 3916750"/>
                  <a:gd name="connsiteX5" fmla="*/ 1119124 w 4085925"/>
                  <a:gd name="connsiteY5" fmla="*/ 2236787 h 3916750"/>
                  <a:gd name="connsiteX6" fmla="*/ 1284224 w 4085925"/>
                  <a:gd name="connsiteY6" fmla="*/ 2185987 h 3916750"/>
                  <a:gd name="connsiteX7" fmla="*/ 1017524 w 4085925"/>
                  <a:gd name="connsiteY7" fmla="*/ 2643187 h 3916750"/>
                  <a:gd name="connsiteX8" fmla="*/ 1639824 w 4085925"/>
                  <a:gd name="connsiteY8" fmla="*/ 3494087 h 3916750"/>
                  <a:gd name="connsiteX9" fmla="*/ 3214624 w 4085925"/>
                  <a:gd name="connsiteY9" fmla="*/ 3913187 h 3916750"/>
                  <a:gd name="connsiteX10" fmla="*/ 4002024 w 4085925"/>
                  <a:gd name="connsiteY10" fmla="*/ 3278187 h 3916750"/>
                  <a:gd name="connsiteX11" fmla="*/ 3925824 w 4085925"/>
                  <a:gd name="connsiteY11" fmla="*/ 1512887 h 3916750"/>
                  <a:gd name="connsiteX12" fmla="*/ 2782824 w 4085925"/>
                  <a:gd name="connsiteY12" fmla="*/ 636587 h 3916750"/>
                  <a:gd name="connsiteX13" fmla="*/ 2097024 w 4085925"/>
                  <a:gd name="connsiteY13" fmla="*/ 890587 h 3916750"/>
                  <a:gd name="connsiteX14" fmla="*/ 2071624 w 4085925"/>
                  <a:gd name="connsiteY14" fmla="*/ 763587 h 3916750"/>
                  <a:gd name="connsiteX15" fmla="*/ 1766824 w 4085925"/>
                  <a:gd name="connsiteY15" fmla="*/ 192087 h 3916750"/>
                  <a:gd name="connsiteX16" fmla="*/ 1309624 w 4085925"/>
                  <a:gd name="connsiteY16" fmla="*/ 1587 h 3916750"/>
                  <a:gd name="connsiteX17" fmla="*/ 827024 w 4085925"/>
                  <a:gd name="connsiteY17" fmla="*/ 128587 h 3916750"/>
                  <a:gd name="connsiteX18" fmla="*/ 636524 w 4085925"/>
                  <a:gd name="connsiteY18" fmla="*/ 573087 h 3916750"/>
                  <a:gd name="connsiteX19" fmla="*/ 700024 w 4085925"/>
                  <a:gd name="connsiteY19" fmla="*/ 776287 h 3916750"/>
                  <a:gd name="connsiteX0" fmla="*/ 1449324 w 4079779"/>
                  <a:gd name="connsiteY0" fmla="*/ 1258887 h 3916750"/>
                  <a:gd name="connsiteX1" fmla="*/ 1246124 w 4079779"/>
                  <a:gd name="connsiteY1" fmla="*/ 1042987 h 3916750"/>
                  <a:gd name="connsiteX2" fmla="*/ 496824 w 4079779"/>
                  <a:gd name="connsiteY2" fmla="*/ 814387 h 3916750"/>
                  <a:gd name="connsiteX3" fmla="*/ 1524 w 4079779"/>
                  <a:gd name="connsiteY3" fmla="*/ 1487487 h 3916750"/>
                  <a:gd name="connsiteX4" fmla="*/ 369824 w 4079779"/>
                  <a:gd name="connsiteY4" fmla="*/ 2198687 h 3916750"/>
                  <a:gd name="connsiteX5" fmla="*/ 1119124 w 4079779"/>
                  <a:gd name="connsiteY5" fmla="*/ 2236787 h 3916750"/>
                  <a:gd name="connsiteX6" fmla="*/ 1284224 w 4079779"/>
                  <a:gd name="connsiteY6" fmla="*/ 2185987 h 3916750"/>
                  <a:gd name="connsiteX7" fmla="*/ 1017524 w 4079779"/>
                  <a:gd name="connsiteY7" fmla="*/ 2643187 h 3916750"/>
                  <a:gd name="connsiteX8" fmla="*/ 1639824 w 4079779"/>
                  <a:gd name="connsiteY8" fmla="*/ 3494087 h 3916750"/>
                  <a:gd name="connsiteX9" fmla="*/ 3214624 w 4079779"/>
                  <a:gd name="connsiteY9" fmla="*/ 3913187 h 3916750"/>
                  <a:gd name="connsiteX10" fmla="*/ 4002024 w 4079779"/>
                  <a:gd name="connsiteY10" fmla="*/ 3278187 h 3916750"/>
                  <a:gd name="connsiteX11" fmla="*/ 3925824 w 4079779"/>
                  <a:gd name="connsiteY11" fmla="*/ 1512887 h 3916750"/>
                  <a:gd name="connsiteX12" fmla="*/ 2897124 w 4079779"/>
                  <a:gd name="connsiteY12" fmla="*/ 750887 h 3916750"/>
                  <a:gd name="connsiteX13" fmla="*/ 2097024 w 4079779"/>
                  <a:gd name="connsiteY13" fmla="*/ 890587 h 3916750"/>
                  <a:gd name="connsiteX14" fmla="*/ 2071624 w 4079779"/>
                  <a:gd name="connsiteY14" fmla="*/ 763587 h 3916750"/>
                  <a:gd name="connsiteX15" fmla="*/ 1766824 w 4079779"/>
                  <a:gd name="connsiteY15" fmla="*/ 192087 h 3916750"/>
                  <a:gd name="connsiteX16" fmla="*/ 1309624 w 4079779"/>
                  <a:gd name="connsiteY16" fmla="*/ 1587 h 3916750"/>
                  <a:gd name="connsiteX17" fmla="*/ 827024 w 4079779"/>
                  <a:gd name="connsiteY17" fmla="*/ 128587 h 3916750"/>
                  <a:gd name="connsiteX18" fmla="*/ 636524 w 4079779"/>
                  <a:gd name="connsiteY18" fmla="*/ 573087 h 3916750"/>
                  <a:gd name="connsiteX19" fmla="*/ 700024 w 4079779"/>
                  <a:gd name="connsiteY19" fmla="*/ 776287 h 3916750"/>
                  <a:gd name="connsiteX0" fmla="*/ 1449324 w 4113410"/>
                  <a:gd name="connsiteY0" fmla="*/ 1258887 h 3916750"/>
                  <a:gd name="connsiteX1" fmla="*/ 1246124 w 4113410"/>
                  <a:gd name="connsiteY1" fmla="*/ 1042987 h 3916750"/>
                  <a:gd name="connsiteX2" fmla="*/ 496824 w 4113410"/>
                  <a:gd name="connsiteY2" fmla="*/ 814387 h 3916750"/>
                  <a:gd name="connsiteX3" fmla="*/ 1524 w 4113410"/>
                  <a:gd name="connsiteY3" fmla="*/ 1487487 h 3916750"/>
                  <a:gd name="connsiteX4" fmla="*/ 369824 w 4113410"/>
                  <a:gd name="connsiteY4" fmla="*/ 2198687 h 3916750"/>
                  <a:gd name="connsiteX5" fmla="*/ 1119124 w 4113410"/>
                  <a:gd name="connsiteY5" fmla="*/ 2236787 h 3916750"/>
                  <a:gd name="connsiteX6" fmla="*/ 1284224 w 4113410"/>
                  <a:gd name="connsiteY6" fmla="*/ 2185987 h 3916750"/>
                  <a:gd name="connsiteX7" fmla="*/ 1017524 w 4113410"/>
                  <a:gd name="connsiteY7" fmla="*/ 2643187 h 3916750"/>
                  <a:gd name="connsiteX8" fmla="*/ 1639824 w 4113410"/>
                  <a:gd name="connsiteY8" fmla="*/ 3494087 h 3916750"/>
                  <a:gd name="connsiteX9" fmla="*/ 3214624 w 4113410"/>
                  <a:gd name="connsiteY9" fmla="*/ 3913187 h 3916750"/>
                  <a:gd name="connsiteX10" fmla="*/ 4002024 w 4113410"/>
                  <a:gd name="connsiteY10" fmla="*/ 3278187 h 3916750"/>
                  <a:gd name="connsiteX11" fmla="*/ 3989324 w 4113410"/>
                  <a:gd name="connsiteY11" fmla="*/ 1627187 h 3916750"/>
                  <a:gd name="connsiteX12" fmla="*/ 2897124 w 4113410"/>
                  <a:gd name="connsiteY12" fmla="*/ 750887 h 3916750"/>
                  <a:gd name="connsiteX13" fmla="*/ 2097024 w 4113410"/>
                  <a:gd name="connsiteY13" fmla="*/ 890587 h 3916750"/>
                  <a:gd name="connsiteX14" fmla="*/ 2071624 w 4113410"/>
                  <a:gd name="connsiteY14" fmla="*/ 763587 h 3916750"/>
                  <a:gd name="connsiteX15" fmla="*/ 1766824 w 4113410"/>
                  <a:gd name="connsiteY15" fmla="*/ 192087 h 3916750"/>
                  <a:gd name="connsiteX16" fmla="*/ 1309624 w 4113410"/>
                  <a:gd name="connsiteY16" fmla="*/ 1587 h 3916750"/>
                  <a:gd name="connsiteX17" fmla="*/ 827024 w 4113410"/>
                  <a:gd name="connsiteY17" fmla="*/ 128587 h 3916750"/>
                  <a:gd name="connsiteX18" fmla="*/ 636524 w 4113410"/>
                  <a:gd name="connsiteY18" fmla="*/ 573087 h 3916750"/>
                  <a:gd name="connsiteX19" fmla="*/ 700024 w 4113410"/>
                  <a:gd name="connsiteY19" fmla="*/ 776287 h 3916750"/>
                  <a:gd name="connsiteX0" fmla="*/ 1449324 w 4102461"/>
                  <a:gd name="connsiteY0" fmla="*/ 1258887 h 3683730"/>
                  <a:gd name="connsiteX1" fmla="*/ 1246124 w 4102461"/>
                  <a:gd name="connsiteY1" fmla="*/ 1042987 h 3683730"/>
                  <a:gd name="connsiteX2" fmla="*/ 496824 w 4102461"/>
                  <a:gd name="connsiteY2" fmla="*/ 814387 h 3683730"/>
                  <a:gd name="connsiteX3" fmla="*/ 1524 w 4102461"/>
                  <a:gd name="connsiteY3" fmla="*/ 1487487 h 3683730"/>
                  <a:gd name="connsiteX4" fmla="*/ 369824 w 4102461"/>
                  <a:gd name="connsiteY4" fmla="*/ 2198687 h 3683730"/>
                  <a:gd name="connsiteX5" fmla="*/ 1119124 w 4102461"/>
                  <a:gd name="connsiteY5" fmla="*/ 2236787 h 3683730"/>
                  <a:gd name="connsiteX6" fmla="*/ 1284224 w 4102461"/>
                  <a:gd name="connsiteY6" fmla="*/ 2185987 h 3683730"/>
                  <a:gd name="connsiteX7" fmla="*/ 1017524 w 4102461"/>
                  <a:gd name="connsiteY7" fmla="*/ 2643187 h 3683730"/>
                  <a:gd name="connsiteX8" fmla="*/ 1639824 w 4102461"/>
                  <a:gd name="connsiteY8" fmla="*/ 3494087 h 3683730"/>
                  <a:gd name="connsiteX9" fmla="*/ 3405124 w 4102461"/>
                  <a:gd name="connsiteY9" fmla="*/ 3671887 h 3683730"/>
                  <a:gd name="connsiteX10" fmla="*/ 4002024 w 4102461"/>
                  <a:gd name="connsiteY10" fmla="*/ 3278187 h 3683730"/>
                  <a:gd name="connsiteX11" fmla="*/ 3989324 w 4102461"/>
                  <a:gd name="connsiteY11" fmla="*/ 1627187 h 3683730"/>
                  <a:gd name="connsiteX12" fmla="*/ 2897124 w 4102461"/>
                  <a:gd name="connsiteY12" fmla="*/ 750887 h 3683730"/>
                  <a:gd name="connsiteX13" fmla="*/ 2097024 w 4102461"/>
                  <a:gd name="connsiteY13" fmla="*/ 890587 h 3683730"/>
                  <a:gd name="connsiteX14" fmla="*/ 2071624 w 4102461"/>
                  <a:gd name="connsiteY14" fmla="*/ 763587 h 3683730"/>
                  <a:gd name="connsiteX15" fmla="*/ 1766824 w 4102461"/>
                  <a:gd name="connsiteY15" fmla="*/ 192087 h 3683730"/>
                  <a:gd name="connsiteX16" fmla="*/ 1309624 w 4102461"/>
                  <a:gd name="connsiteY16" fmla="*/ 1587 h 3683730"/>
                  <a:gd name="connsiteX17" fmla="*/ 827024 w 4102461"/>
                  <a:gd name="connsiteY17" fmla="*/ 128587 h 3683730"/>
                  <a:gd name="connsiteX18" fmla="*/ 636524 w 4102461"/>
                  <a:gd name="connsiteY18" fmla="*/ 573087 h 3683730"/>
                  <a:gd name="connsiteX19" fmla="*/ 700024 w 4102461"/>
                  <a:gd name="connsiteY19" fmla="*/ 776287 h 3683730"/>
                  <a:gd name="connsiteX0" fmla="*/ 1449324 w 4122697"/>
                  <a:gd name="connsiteY0" fmla="*/ 1258887 h 3686277"/>
                  <a:gd name="connsiteX1" fmla="*/ 1246124 w 4122697"/>
                  <a:gd name="connsiteY1" fmla="*/ 1042987 h 3686277"/>
                  <a:gd name="connsiteX2" fmla="*/ 496824 w 4122697"/>
                  <a:gd name="connsiteY2" fmla="*/ 814387 h 3686277"/>
                  <a:gd name="connsiteX3" fmla="*/ 1524 w 4122697"/>
                  <a:gd name="connsiteY3" fmla="*/ 1487487 h 3686277"/>
                  <a:gd name="connsiteX4" fmla="*/ 369824 w 4122697"/>
                  <a:gd name="connsiteY4" fmla="*/ 2198687 h 3686277"/>
                  <a:gd name="connsiteX5" fmla="*/ 1119124 w 4122697"/>
                  <a:gd name="connsiteY5" fmla="*/ 2236787 h 3686277"/>
                  <a:gd name="connsiteX6" fmla="*/ 1284224 w 4122697"/>
                  <a:gd name="connsiteY6" fmla="*/ 2185987 h 3686277"/>
                  <a:gd name="connsiteX7" fmla="*/ 1017524 w 4122697"/>
                  <a:gd name="connsiteY7" fmla="*/ 2643187 h 3686277"/>
                  <a:gd name="connsiteX8" fmla="*/ 1639824 w 4122697"/>
                  <a:gd name="connsiteY8" fmla="*/ 3494087 h 3686277"/>
                  <a:gd name="connsiteX9" fmla="*/ 3405124 w 4122697"/>
                  <a:gd name="connsiteY9" fmla="*/ 3671887 h 3686277"/>
                  <a:gd name="connsiteX10" fmla="*/ 4040124 w 4122697"/>
                  <a:gd name="connsiteY10" fmla="*/ 3240087 h 3686277"/>
                  <a:gd name="connsiteX11" fmla="*/ 3989324 w 4122697"/>
                  <a:gd name="connsiteY11" fmla="*/ 1627187 h 3686277"/>
                  <a:gd name="connsiteX12" fmla="*/ 2897124 w 4122697"/>
                  <a:gd name="connsiteY12" fmla="*/ 750887 h 3686277"/>
                  <a:gd name="connsiteX13" fmla="*/ 2097024 w 4122697"/>
                  <a:gd name="connsiteY13" fmla="*/ 890587 h 3686277"/>
                  <a:gd name="connsiteX14" fmla="*/ 2071624 w 4122697"/>
                  <a:gd name="connsiteY14" fmla="*/ 763587 h 3686277"/>
                  <a:gd name="connsiteX15" fmla="*/ 1766824 w 4122697"/>
                  <a:gd name="connsiteY15" fmla="*/ 192087 h 3686277"/>
                  <a:gd name="connsiteX16" fmla="*/ 1309624 w 4122697"/>
                  <a:gd name="connsiteY16" fmla="*/ 1587 h 3686277"/>
                  <a:gd name="connsiteX17" fmla="*/ 827024 w 4122697"/>
                  <a:gd name="connsiteY17" fmla="*/ 128587 h 3686277"/>
                  <a:gd name="connsiteX18" fmla="*/ 636524 w 4122697"/>
                  <a:gd name="connsiteY18" fmla="*/ 573087 h 3686277"/>
                  <a:gd name="connsiteX19" fmla="*/ 700024 w 4122697"/>
                  <a:gd name="connsiteY19" fmla="*/ 776287 h 3686277"/>
                  <a:gd name="connsiteX0" fmla="*/ 1449324 w 4122697"/>
                  <a:gd name="connsiteY0" fmla="*/ 1258887 h 3688952"/>
                  <a:gd name="connsiteX1" fmla="*/ 1246124 w 4122697"/>
                  <a:gd name="connsiteY1" fmla="*/ 1042987 h 3688952"/>
                  <a:gd name="connsiteX2" fmla="*/ 496824 w 4122697"/>
                  <a:gd name="connsiteY2" fmla="*/ 814387 h 3688952"/>
                  <a:gd name="connsiteX3" fmla="*/ 1524 w 4122697"/>
                  <a:gd name="connsiteY3" fmla="*/ 1487487 h 3688952"/>
                  <a:gd name="connsiteX4" fmla="*/ 369824 w 4122697"/>
                  <a:gd name="connsiteY4" fmla="*/ 2198687 h 3688952"/>
                  <a:gd name="connsiteX5" fmla="*/ 1119124 w 4122697"/>
                  <a:gd name="connsiteY5" fmla="*/ 2236787 h 3688952"/>
                  <a:gd name="connsiteX6" fmla="*/ 1284224 w 4122697"/>
                  <a:gd name="connsiteY6" fmla="*/ 2185987 h 3688952"/>
                  <a:gd name="connsiteX7" fmla="*/ 1017524 w 4122697"/>
                  <a:gd name="connsiteY7" fmla="*/ 2643187 h 3688952"/>
                  <a:gd name="connsiteX8" fmla="*/ 1754124 w 4122697"/>
                  <a:gd name="connsiteY8" fmla="*/ 3506787 h 3688952"/>
                  <a:gd name="connsiteX9" fmla="*/ 3405124 w 4122697"/>
                  <a:gd name="connsiteY9" fmla="*/ 3671887 h 3688952"/>
                  <a:gd name="connsiteX10" fmla="*/ 4040124 w 4122697"/>
                  <a:gd name="connsiteY10" fmla="*/ 3240087 h 3688952"/>
                  <a:gd name="connsiteX11" fmla="*/ 3989324 w 4122697"/>
                  <a:gd name="connsiteY11" fmla="*/ 1627187 h 3688952"/>
                  <a:gd name="connsiteX12" fmla="*/ 2897124 w 4122697"/>
                  <a:gd name="connsiteY12" fmla="*/ 750887 h 3688952"/>
                  <a:gd name="connsiteX13" fmla="*/ 2097024 w 4122697"/>
                  <a:gd name="connsiteY13" fmla="*/ 890587 h 3688952"/>
                  <a:gd name="connsiteX14" fmla="*/ 2071624 w 4122697"/>
                  <a:gd name="connsiteY14" fmla="*/ 763587 h 3688952"/>
                  <a:gd name="connsiteX15" fmla="*/ 1766824 w 4122697"/>
                  <a:gd name="connsiteY15" fmla="*/ 192087 h 3688952"/>
                  <a:gd name="connsiteX16" fmla="*/ 1309624 w 4122697"/>
                  <a:gd name="connsiteY16" fmla="*/ 1587 h 3688952"/>
                  <a:gd name="connsiteX17" fmla="*/ 827024 w 4122697"/>
                  <a:gd name="connsiteY17" fmla="*/ 128587 h 3688952"/>
                  <a:gd name="connsiteX18" fmla="*/ 636524 w 4122697"/>
                  <a:gd name="connsiteY18" fmla="*/ 573087 h 3688952"/>
                  <a:gd name="connsiteX19" fmla="*/ 700024 w 4122697"/>
                  <a:gd name="connsiteY19" fmla="*/ 776287 h 3688952"/>
                  <a:gd name="connsiteX0" fmla="*/ 1449324 w 4122697"/>
                  <a:gd name="connsiteY0" fmla="*/ 1258887 h 3687031"/>
                  <a:gd name="connsiteX1" fmla="*/ 1246124 w 4122697"/>
                  <a:gd name="connsiteY1" fmla="*/ 1042987 h 3687031"/>
                  <a:gd name="connsiteX2" fmla="*/ 496824 w 4122697"/>
                  <a:gd name="connsiteY2" fmla="*/ 814387 h 3687031"/>
                  <a:gd name="connsiteX3" fmla="*/ 1524 w 4122697"/>
                  <a:gd name="connsiteY3" fmla="*/ 1487487 h 3687031"/>
                  <a:gd name="connsiteX4" fmla="*/ 369824 w 4122697"/>
                  <a:gd name="connsiteY4" fmla="*/ 2198687 h 3687031"/>
                  <a:gd name="connsiteX5" fmla="*/ 1119124 w 4122697"/>
                  <a:gd name="connsiteY5" fmla="*/ 2236787 h 3687031"/>
                  <a:gd name="connsiteX6" fmla="*/ 1284224 w 4122697"/>
                  <a:gd name="connsiteY6" fmla="*/ 2185987 h 3687031"/>
                  <a:gd name="connsiteX7" fmla="*/ 1055624 w 4122697"/>
                  <a:gd name="connsiteY7" fmla="*/ 2732087 h 3687031"/>
                  <a:gd name="connsiteX8" fmla="*/ 1754124 w 4122697"/>
                  <a:gd name="connsiteY8" fmla="*/ 3506787 h 3687031"/>
                  <a:gd name="connsiteX9" fmla="*/ 3405124 w 4122697"/>
                  <a:gd name="connsiteY9" fmla="*/ 3671887 h 3687031"/>
                  <a:gd name="connsiteX10" fmla="*/ 4040124 w 4122697"/>
                  <a:gd name="connsiteY10" fmla="*/ 3240087 h 3687031"/>
                  <a:gd name="connsiteX11" fmla="*/ 3989324 w 4122697"/>
                  <a:gd name="connsiteY11" fmla="*/ 1627187 h 3687031"/>
                  <a:gd name="connsiteX12" fmla="*/ 2897124 w 4122697"/>
                  <a:gd name="connsiteY12" fmla="*/ 750887 h 3687031"/>
                  <a:gd name="connsiteX13" fmla="*/ 2097024 w 4122697"/>
                  <a:gd name="connsiteY13" fmla="*/ 890587 h 3687031"/>
                  <a:gd name="connsiteX14" fmla="*/ 2071624 w 4122697"/>
                  <a:gd name="connsiteY14" fmla="*/ 763587 h 3687031"/>
                  <a:gd name="connsiteX15" fmla="*/ 1766824 w 4122697"/>
                  <a:gd name="connsiteY15" fmla="*/ 192087 h 3687031"/>
                  <a:gd name="connsiteX16" fmla="*/ 1309624 w 4122697"/>
                  <a:gd name="connsiteY16" fmla="*/ 1587 h 3687031"/>
                  <a:gd name="connsiteX17" fmla="*/ 827024 w 4122697"/>
                  <a:gd name="connsiteY17" fmla="*/ 128587 h 3687031"/>
                  <a:gd name="connsiteX18" fmla="*/ 636524 w 4122697"/>
                  <a:gd name="connsiteY18" fmla="*/ 573087 h 3687031"/>
                  <a:gd name="connsiteX19" fmla="*/ 700024 w 4122697"/>
                  <a:gd name="connsiteY19" fmla="*/ 776287 h 3687031"/>
                  <a:gd name="connsiteX0" fmla="*/ 1449324 w 4122697"/>
                  <a:gd name="connsiteY0" fmla="*/ 1258887 h 3687031"/>
                  <a:gd name="connsiteX1" fmla="*/ 1246124 w 4122697"/>
                  <a:gd name="connsiteY1" fmla="*/ 1042987 h 3687031"/>
                  <a:gd name="connsiteX2" fmla="*/ 496824 w 4122697"/>
                  <a:gd name="connsiteY2" fmla="*/ 814387 h 3687031"/>
                  <a:gd name="connsiteX3" fmla="*/ 1524 w 4122697"/>
                  <a:gd name="connsiteY3" fmla="*/ 1487487 h 3687031"/>
                  <a:gd name="connsiteX4" fmla="*/ 369824 w 4122697"/>
                  <a:gd name="connsiteY4" fmla="*/ 2198687 h 3687031"/>
                  <a:gd name="connsiteX5" fmla="*/ 1119124 w 4122697"/>
                  <a:gd name="connsiteY5" fmla="*/ 2236787 h 3687031"/>
                  <a:gd name="connsiteX6" fmla="*/ 1220724 w 4122697"/>
                  <a:gd name="connsiteY6" fmla="*/ 2058987 h 3687031"/>
                  <a:gd name="connsiteX7" fmla="*/ 1055624 w 4122697"/>
                  <a:gd name="connsiteY7" fmla="*/ 2732087 h 3687031"/>
                  <a:gd name="connsiteX8" fmla="*/ 1754124 w 4122697"/>
                  <a:gd name="connsiteY8" fmla="*/ 3506787 h 3687031"/>
                  <a:gd name="connsiteX9" fmla="*/ 3405124 w 4122697"/>
                  <a:gd name="connsiteY9" fmla="*/ 3671887 h 3687031"/>
                  <a:gd name="connsiteX10" fmla="*/ 4040124 w 4122697"/>
                  <a:gd name="connsiteY10" fmla="*/ 3240087 h 3687031"/>
                  <a:gd name="connsiteX11" fmla="*/ 3989324 w 4122697"/>
                  <a:gd name="connsiteY11" fmla="*/ 1627187 h 3687031"/>
                  <a:gd name="connsiteX12" fmla="*/ 2897124 w 4122697"/>
                  <a:gd name="connsiteY12" fmla="*/ 750887 h 3687031"/>
                  <a:gd name="connsiteX13" fmla="*/ 2097024 w 4122697"/>
                  <a:gd name="connsiteY13" fmla="*/ 890587 h 3687031"/>
                  <a:gd name="connsiteX14" fmla="*/ 2071624 w 4122697"/>
                  <a:gd name="connsiteY14" fmla="*/ 763587 h 3687031"/>
                  <a:gd name="connsiteX15" fmla="*/ 1766824 w 4122697"/>
                  <a:gd name="connsiteY15" fmla="*/ 192087 h 3687031"/>
                  <a:gd name="connsiteX16" fmla="*/ 1309624 w 4122697"/>
                  <a:gd name="connsiteY16" fmla="*/ 1587 h 3687031"/>
                  <a:gd name="connsiteX17" fmla="*/ 827024 w 4122697"/>
                  <a:gd name="connsiteY17" fmla="*/ 128587 h 3687031"/>
                  <a:gd name="connsiteX18" fmla="*/ 636524 w 4122697"/>
                  <a:gd name="connsiteY18" fmla="*/ 573087 h 3687031"/>
                  <a:gd name="connsiteX19" fmla="*/ 700024 w 4122697"/>
                  <a:gd name="connsiteY19" fmla="*/ 776287 h 3687031"/>
                  <a:gd name="connsiteX0" fmla="*/ 1449257 w 4122630"/>
                  <a:gd name="connsiteY0" fmla="*/ 1258887 h 3687031"/>
                  <a:gd name="connsiteX1" fmla="*/ 1246057 w 4122630"/>
                  <a:gd name="connsiteY1" fmla="*/ 1042987 h 3687031"/>
                  <a:gd name="connsiteX2" fmla="*/ 496757 w 4122630"/>
                  <a:gd name="connsiteY2" fmla="*/ 814387 h 3687031"/>
                  <a:gd name="connsiteX3" fmla="*/ 1457 w 4122630"/>
                  <a:gd name="connsiteY3" fmla="*/ 1487487 h 3687031"/>
                  <a:gd name="connsiteX4" fmla="*/ 369757 w 4122630"/>
                  <a:gd name="connsiteY4" fmla="*/ 2198687 h 3687031"/>
                  <a:gd name="connsiteX5" fmla="*/ 1055557 w 4122630"/>
                  <a:gd name="connsiteY5" fmla="*/ 2198687 h 3687031"/>
                  <a:gd name="connsiteX6" fmla="*/ 1220657 w 4122630"/>
                  <a:gd name="connsiteY6" fmla="*/ 2058987 h 3687031"/>
                  <a:gd name="connsiteX7" fmla="*/ 1055557 w 4122630"/>
                  <a:gd name="connsiteY7" fmla="*/ 2732087 h 3687031"/>
                  <a:gd name="connsiteX8" fmla="*/ 1754057 w 4122630"/>
                  <a:gd name="connsiteY8" fmla="*/ 3506787 h 3687031"/>
                  <a:gd name="connsiteX9" fmla="*/ 3405057 w 4122630"/>
                  <a:gd name="connsiteY9" fmla="*/ 3671887 h 3687031"/>
                  <a:gd name="connsiteX10" fmla="*/ 4040057 w 4122630"/>
                  <a:gd name="connsiteY10" fmla="*/ 3240087 h 3687031"/>
                  <a:gd name="connsiteX11" fmla="*/ 3989257 w 4122630"/>
                  <a:gd name="connsiteY11" fmla="*/ 1627187 h 3687031"/>
                  <a:gd name="connsiteX12" fmla="*/ 2897057 w 4122630"/>
                  <a:gd name="connsiteY12" fmla="*/ 750887 h 3687031"/>
                  <a:gd name="connsiteX13" fmla="*/ 2096957 w 4122630"/>
                  <a:gd name="connsiteY13" fmla="*/ 890587 h 3687031"/>
                  <a:gd name="connsiteX14" fmla="*/ 2071557 w 4122630"/>
                  <a:gd name="connsiteY14" fmla="*/ 763587 h 3687031"/>
                  <a:gd name="connsiteX15" fmla="*/ 1766757 w 4122630"/>
                  <a:gd name="connsiteY15" fmla="*/ 192087 h 3687031"/>
                  <a:gd name="connsiteX16" fmla="*/ 1309557 w 4122630"/>
                  <a:gd name="connsiteY16" fmla="*/ 1587 h 3687031"/>
                  <a:gd name="connsiteX17" fmla="*/ 826957 w 4122630"/>
                  <a:gd name="connsiteY17" fmla="*/ 128587 h 3687031"/>
                  <a:gd name="connsiteX18" fmla="*/ 636457 w 4122630"/>
                  <a:gd name="connsiteY18" fmla="*/ 573087 h 3687031"/>
                  <a:gd name="connsiteX19" fmla="*/ 699957 w 4122630"/>
                  <a:gd name="connsiteY19" fmla="*/ 776287 h 3687031"/>
                  <a:gd name="connsiteX0" fmla="*/ 1449257 w 4122630"/>
                  <a:gd name="connsiteY0" fmla="*/ 1258887 h 3687031"/>
                  <a:gd name="connsiteX1" fmla="*/ 1246057 w 4122630"/>
                  <a:gd name="connsiteY1" fmla="*/ 1042987 h 3687031"/>
                  <a:gd name="connsiteX2" fmla="*/ 496757 w 4122630"/>
                  <a:gd name="connsiteY2" fmla="*/ 814387 h 3687031"/>
                  <a:gd name="connsiteX3" fmla="*/ 1457 w 4122630"/>
                  <a:gd name="connsiteY3" fmla="*/ 1487487 h 3687031"/>
                  <a:gd name="connsiteX4" fmla="*/ 369757 w 4122630"/>
                  <a:gd name="connsiteY4" fmla="*/ 2198687 h 3687031"/>
                  <a:gd name="connsiteX5" fmla="*/ 1055557 w 4122630"/>
                  <a:gd name="connsiteY5" fmla="*/ 2198687 h 3687031"/>
                  <a:gd name="connsiteX6" fmla="*/ 1131757 w 4122630"/>
                  <a:gd name="connsiteY6" fmla="*/ 2058987 h 3687031"/>
                  <a:gd name="connsiteX7" fmla="*/ 1055557 w 4122630"/>
                  <a:gd name="connsiteY7" fmla="*/ 2732087 h 3687031"/>
                  <a:gd name="connsiteX8" fmla="*/ 1754057 w 4122630"/>
                  <a:gd name="connsiteY8" fmla="*/ 3506787 h 3687031"/>
                  <a:gd name="connsiteX9" fmla="*/ 3405057 w 4122630"/>
                  <a:gd name="connsiteY9" fmla="*/ 3671887 h 3687031"/>
                  <a:gd name="connsiteX10" fmla="*/ 4040057 w 4122630"/>
                  <a:gd name="connsiteY10" fmla="*/ 3240087 h 3687031"/>
                  <a:gd name="connsiteX11" fmla="*/ 3989257 w 4122630"/>
                  <a:gd name="connsiteY11" fmla="*/ 1627187 h 3687031"/>
                  <a:gd name="connsiteX12" fmla="*/ 2897057 w 4122630"/>
                  <a:gd name="connsiteY12" fmla="*/ 750887 h 3687031"/>
                  <a:gd name="connsiteX13" fmla="*/ 2096957 w 4122630"/>
                  <a:gd name="connsiteY13" fmla="*/ 890587 h 3687031"/>
                  <a:gd name="connsiteX14" fmla="*/ 2071557 w 4122630"/>
                  <a:gd name="connsiteY14" fmla="*/ 763587 h 3687031"/>
                  <a:gd name="connsiteX15" fmla="*/ 1766757 w 4122630"/>
                  <a:gd name="connsiteY15" fmla="*/ 192087 h 3687031"/>
                  <a:gd name="connsiteX16" fmla="*/ 1309557 w 4122630"/>
                  <a:gd name="connsiteY16" fmla="*/ 1587 h 3687031"/>
                  <a:gd name="connsiteX17" fmla="*/ 826957 w 4122630"/>
                  <a:gd name="connsiteY17" fmla="*/ 128587 h 3687031"/>
                  <a:gd name="connsiteX18" fmla="*/ 636457 w 4122630"/>
                  <a:gd name="connsiteY18" fmla="*/ 573087 h 3687031"/>
                  <a:gd name="connsiteX19" fmla="*/ 699957 w 4122630"/>
                  <a:gd name="connsiteY19" fmla="*/ 776287 h 3687031"/>
                  <a:gd name="connsiteX0" fmla="*/ 1449207 w 4122580"/>
                  <a:gd name="connsiteY0" fmla="*/ 1258887 h 3687031"/>
                  <a:gd name="connsiteX1" fmla="*/ 1246007 w 4122580"/>
                  <a:gd name="connsiteY1" fmla="*/ 1042987 h 3687031"/>
                  <a:gd name="connsiteX2" fmla="*/ 496707 w 4122580"/>
                  <a:gd name="connsiteY2" fmla="*/ 814387 h 3687031"/>
                  <a:gd name="connsiteX3" fmla="*/ 1407 w 4122580"/>
                  <a:gd name="connsiteY3" fmla="*/ 1487487 h 3687031"/>
                  <a:gd name="connsiteX4" fmla="*/ 369707 w 4122580"/>
                  <a:gd name="connsiteY4" fmla="*/ 2198687 h 3687031"/>
                  <a:gd name="connsiteX5" fmla="*/ 1004707 w 4122580"/>
                  <a:gd name="connsiteY5" fmla="*/ 2173287 h 3687031"/>
                  <a:gd name="connsiteX6" fmla="*/ 1131707 w 4122580"/>
                  <a:gd name="connsiteY6" fmla="*/ 2058987 h 3687031"/>
                  <a:gd name="connsiteX7" fmla="*/ 1055507 w 4122580"/>
                  <a:gd name="connsiteY7" fmla="*/ 2732087 h 3687031"/>
                  <a:gd name="connsiteX8" fmla="*/ 1754007 w 4122580"/>
                  <a:gd name="connsiteY8" fmla="*/ 3506787 h 3687031"/>
                  <a:gd name="connsiteX9" fmla="*/ 3405007 w 4122580"/>
                  <a:gd name="connsiteY9" fmla="*/ 3671887 h 3687031"/>
                  <a:gd name="connsiteX10" fmla="*/ 4040007 w 4122580"/>
                  <a:gd name="connsiteY10" fmla="*/ 3240087 h 3687031"/>
                  <a:gd name="connsiteX11" fmla="*/ 3989207 w 4122580"/>
                  <a:gd name="connsiteY11" fmla="*/ 1627187 h 3687031"/>
                  <a:gd name="connsiteX12" fmla="*/ 2897007 w 4122580"/>
                  <a:gd name="connsiteY12" fmla="*/ 750887 h 3687031"/>
                  <a:gd name="connsiteX13" fmla="*/ 2096907 w 4122580"/>
                  <a:gd name="connsiteY13" fmla="*/ 890587 h 3687031"/>
                  <a:gd name="connsiteX14" fmla="*/ 2071507 w 4122580"/>
                  <a:gd name="connsiteY14" fmla="*/ 763587 h 3687031"/>
                  <a:gd name="connsiteX15" fmla="*/ 1766707 w 4122580"/>
                  <a:gd name="connsiteY15" fmla="*/ 192087 h 3687031"/>
                  <a:gd name="connsiteX16" fmla="*/ 1309507 w 4122580"/>
                  <a:gd name="connsiteY16" fmla="*/ 1587 h 3687031"/>
                  <a:gd name="connsiteX17" fmla="*/ 826907 w 4122580"/>
                  <a:gd name="connsiteY17" fmla="*/ 128587 h 3687031"/>
                  <a:gd name="connsiteX18" fmla="*/ 636407 w 4122580"/>
                  <a:gd name="connsiteY18" fmla="*/ 573087 h 3687031"/>
                  <a:gd name="connsiteX19" fmla="*/ 699907 w 4122580"/>
                  <a:gd name="connsiteY19" fmla="*/ 776287 h 3687031"/>
                  <a:gd name="connsiteX0" fmla="*/ 1448421 w 4121794"/>
                  <a:gd name="connsiteY0" fmla="*/ 1258887 h 3687031"/>
                  <a:gd name="connsiteX1" fmla="*/ 1245221 w 4121794"/>
                  <a:gd name="connsiteY1" fmla="*/ 1042987 h 3687031"/>
                  <a:gd name="connsiteX2" fmla="*/ 495921 w 4121794"/>
                  <a:gd name="connsiteY2" fmla="*/ 814387 h 3687031"/>
                  <a:gd name="connsiteX3" fmla="*/ 621 w 4121794"/>
                  <a:gd name="connsiteY3" fmla="*/ 1487487 h 3687031"/>
                  <a:gd name="connsiteX4" fmla="*/ 407021 w 4121794"/>
                  <a:gd name="connsiteY4" fmla="*/ 2084387 h 3687031"/>
                  <a:gd name="connsiteX5" fmla="*/ 1003921 w 4121794"/>
                  <a:gd name="connsiteY5" fmla="*/ 2173287 h 3687031"/>
                  <a:gd name="connsiteX6" fmla="*/ 1130921 w 4121794"/>
                  <a:gd name="connsiteY6" fmla="*/ 2058987 h 3687031"/>
                  <a:gd name="connsiteX7" fmla="*/ 1054721 w 4121794"/>
                  <a:gd name="connsiteY7" fmla="*/ 2732087 h 3687031"/>
                  <a:gd name="connsiteX8" fmla="*/ 1753221 w 4121794"/>
                  <a:gd name="connsiteY8" fmla="*/ 3506787 h 3687031"/>
                  <a:gd name="connsiteX9" fmla="*/ 3404221 w 4121794"/>
                  <a:gd name="connsiteY9" fmla="*/ 3671887 h 3687031"/>
                  <a:gd name="connsiteX10" fmla="*/ 4039221 w 4121794"/>
                  <a:gd name="connsiteY10" fmla="*/ 3240087 h 3687031"/>
                  <a:gd name="connsiteX11" fmla="*/ 3988421 w 4121794"/>
                  <a:gd name="connsiteY11" fmla="*/ 1627187 h 3687031"/>
                  <a:gd name="connsiteX12" fmla="*/ 2896221 w 4121794"/>
                  <a:gd name="connsiteY12" fmla="*/ 750887 h 3687031"/>
                  <a:gd name="connsiteX13" fmla="*/ 2096121 w 4121794"/>
                  <a:gd name="connsiteY13" fmla="*/ 890587 h 3687031"/>
                  <a:gd name="connsiteX14" fmla="*/ 2070721 w 4121794"/>
                  <a:gd name="connsiteY14" fmla="*/ 763587 h 3687031"/>
                  <a:gd name="connsiteX15" fmla="*/ 1765921 w 4121794"/>
                  <a:gd name="connsiteY15" fmla="*/ 192087 h 3687031"/>
                  <a:gd name="connsiteX16" fmla="*/ 1308721 w 4121794"/>
                  <a:gd name="connsiteY16" fmla="*/ 1587 h 3687031"/>
                  <a:gd name="connsiteX17" fmla="*/ 826121 w 4121794"/>
                  <a:gd name="connsiteY17" fmla="*/ 128587 h 3687031"/>
                  <a:gd name="connsiteX18" fmla="*/ 635621 w 4121794"/>
                  <a:gd name="connsiteY18" fmla="*/ 573087 h 3687031"/>
                  <a:gd name="connsiteX19" fmla="*/ 699121 w 4121794"/>
                  <a:gd name="connsiteY19" fmla="*/ 776287 h 3687031"/>
                  <a:gd name="connsiteX0" fmla="*/ 1448421 w 4121794"/>
                  <a:gd name="connsiteY0" fmla="*/ 1258887 h 3687815"/>
                  <a:gd name="connsiteX1" fmla="*/ 1245221 w 4121794"/>
                  <a:gd name="connsiteY1" fmla="*/ 1042987 h 3687815"/>
                  <a:gd name="connsiteX2" fmla="*/ 495921 w 4121794"/>
                  <a:gd name="connsiteY2" fmla="*/ 814387 h 3687815"/>
                  <a:gd name="connsiteX3" fmla="*/ 621 w 4121794"/>
                  <a:gd name="connsiteY3" fmla="*/ 1487487 h 3687815"/>
                  <a:gd name="connsiteX4" fmla="*/ 407021 w 4121794"/>
                  <a:gd name="connsiteY4" fmla="*/ 2084387 h 3687815"/>
                  <a:gd name="connsiteX5" fmla="*/ 1003921 w 4121794"/>
                  <a:gd name="connsiteY5" fmla="*/ 2173287 h 3687815"/>
                  <a:gd name="connsiteX6" fmla="*/ 1130921 w 4121794"/>
                  <a:gd name="connsiteY6" fmla="*/ 2058987 h 3687815"/>
                  <a:gd name="connsiteX7" fmla="*/ 1143621 w 4121794"/>
                  <a:gd name="connsiteY7" fmla="*/ 2693987 h 3687815"/>
                  <a:gd name="connsiteX8" fmla="*/ 1753221 w 4121794"/>
                  <a:gd name="connsiteY8" fmla="*/ 3506787 h 3687815"/>
                  <a:gd name="connsiteX9" fmla="*/ 3404221 w 4121794"/>
                  <a:gd name="connsiteY9" fmla="*/ 3671887 h 3687815"/>
                  <a:gd name="connsiteX10" fmla="*/ 4039221 w 4121794"/>
                  <a:gd name="connsiteY10" fmla="*/ 3240087 h 3687815"/>
                  <a:gd name="connsiteX11" fmla="*/ 3988421 w 4121794"/>
                  <a:gd name="connsiteY11" fmla="*/ 1627187 h 3687815"/>
                  <a:gd name="connsiteX12" fmla="*/ 2896221 w 4121794"/>
                  <a:gd name="connsiteY12" fmla="*/ 750887 h 3687815"/>
                  <a:gd name="connsiteX13" fmla="*/ 2096121 w 4121794"/>
                  <a:gd name="connsiteY13" fmla="*/ 890587 h 3687815"/>
                  <a:gd name="connsiteX14" fmla="*/ 2070721 w 4121794"/>
                  <a:gd name="connsiteY14" fmla="*/ 763587 h 3687815"/>
                  <a:gd name="connsiteX15" fmla="*/ 1765921 w 4121794"/>
                  <a:gd name="connsiteY15" fmla="*/ 192087 h 3687815"/>
                  <a:gd name="connsiteX16" fmla="*/ 1308721 w 4121794"/>
                  <a:gd name="connsiteY16" fmla="*/ 1587 h 3687815"/>
                  <a:gd name="connsiteX17" fmla="*/ 826121 w 4121794"/>
                  <a:gd name="connsiteY17" fmla="*/ 128587 h 3687815"/>
                  <a:gd name="connsiteX18" fmla="*/ 635621 w 4121794"/>
                  <a:gd name="connsiteY18" fmla="*/ 573087 h 3687815"/>
                  <a:gd name="connsiteX19" fmla="*/ 699121 w 4121794"/>
                  <a:gd name="connsiteY19" fmla="*/ 776287 h 3687815"/>
                  <a:gd name="connsiteX0" fmla="*/ 1448421 w 4121794"/>
                  <a:gd name="connsiteY0" fmla="*/ 1258887 h 3677349"/>
                  <a:gd name="connsiteX1" fmla="*/ 1245221 w 4121794"/>
                  <a:gd name="connsiteY1" fmla="*/ 1042987 h 3677349"/>
                  <a:gd name="connsiteX2" fmla="*/ 495921 w 4121794"/>
                  <a:gd name="connsiteY2" fmla="*/ 814387 h 3677349"/>
                  <a:gd name="connsiteX3" fmla="*/ 621 w 4121794"/>
                  <a:gd name="connsiteY3" fmla="*/ 1487487 h 3677349"/>
                  <a:gd name="connsiteX4" fmla="*/ 407021 w 4121794"/>
                  <a:gd name="connsiteY4" fmla="*/ 2084387 h 3677349"/>
                  <a:gd name="connsiteX5" fmla="*/ 1003921 w 4121794"/>
                  <a:gd name="connsiteY5" fmla="*/ 2173287 h 3677349"/>
                  <a:gd name="connsiteX6" fmla="*/ 1130921 w 4121794"/>
                  <a:gd name="connsiteY6" fmla="*/ 2058987 h 3677349"/>
                  <a:gd name="connsiteX7" fmla="*/ 1143621 w 4121794"/>
                  <a:gd name="connsiteY7" fmla="*/ 2693987 h 3677349"/>
                  <a:gd name="connsiteX8" fmla="*/ 2007221 w 4121794"/>
                  <a:gd name="connsiteY8" fmla="*/ 3430587 h 3677349"/>
                  <a:gd name="connsiteX9" fmla="*/ 3404221 w 4121794"/>
                  <a:gd name="connsiteY9" fmla="*/ 3671887 h 3677349"/>
                  <a:gd name="connsiteX10" fmla="*/ 4039221 w 4121794"/>
                  <a:gd name="connsiteY10" fmla="*/ 3240087 h 3677349"/>
                  <a:gd name="connsiteX11" fmla="*/ 3988421 w 4121794"/>
                  <a:gd name="connsiteY11" fmla="*/ 1627187 h 3677349"/>
                  <a:gd name="connsiteX12" fmla="*/ 2896221 w 4121794"/>
                  <a:gd name="connsiteY12" fmla="*/ 750887 h 3677349"/>
                  <a:gd name="connsiteX13" fmla="*/ 2096121 w 4121794"/>
                  <a:gd name="connsiteY13" fmla="*/ 890587 h 3677349"/>
                  <a:gd name="connsiteX14" fmla="*/ 2070721 w 4121794"/>
                  <a:gd name="connsiteY14" fmla="*/ 763587 h 3677349"/>
                  <a:gd name="connsiteX15" fmla="*/ 1765921 w 4121794"/>
                  <a:gd name="connsiteY15" fmla="*/ 192087 h 3677349"/>
                  <a:gd name="connsiteX16" fmla="*/ 1308721 w 4121794"/>
                  <a:gd name="connsiteY16" fmla="*/ 1587 h 3677349"/>
                  <a:gd name="connsiteX17" fmla="*/ 826121 w 4121794"/>
                  <a:gd name="connsiteY17" fmla="*/ 128587 h 3677349"/>
                  <a:gd name="connsiteX18" fmla="*/ 635621 w 4121794"/>
                  <a:gd name="connsiteY18" fmla="*/ 573087 h 3677349"/>
                  <a:gd name="connsiteX19" fmla="*/ 699121 w 4121794"/>
                  <a:gd name="connsiteY19" fmla="*/ 776287 h 3677349"/>
                  <a:gd name="connsiteX0" fmla="*/ 1448421 w 4121794"/>
                  <a:gd name="connsiteY0" fmla="*/ 1258887 h 3677349"/>
                  <a:gd name="connsiteX1" fmla="*/ 1181721 w 4121794"/>
                  <a:gd name="connsiteY1" fmla="*/ 1144587 h 3677349"/>
                  <a:gd name="connsiteX2" fmla="*/ 495921 w 4121794"/>
                  <a:gd name="connsiteY2" fmla="*/ 814387 h 3677349"/>
                  <a:gd name="connsiteX3" fmla="*/ 621 w 4121794"/>
                  <a:gd name="connsiteY3" fmla="*/ 1487487 h 3677349"/>
                  <a:gd name="connsiteX4" fmla="*/ 407021 w 4121794"/>
                  <a:gd name="connsiteY4" fmla="*/ 2084387 h 3677349"/>
                  <a:gd name="connsiteX5" fmla="*/ 1003921 w 4121794"/>
                  <a:gd name="connsiteY5" fmla="*/ 2173287 h 3677349"/>
                  <a:gd name="connsiteX6" fmla="*/ 1130921 w 4121794"/>
                  <a:gd name="connsiteY6" fmla="*/ 2058987 h 3677349"/>
                  <a:gd name="connsiteX7" fmla="*/ 1143621 w 4121794"/>
                  <a:gd name="connsiteY7" fmla="*/ 2693987 h 3677349"/>
                  <a:gd name="connsiteX8" fmla="*/ 2007221 w 4121794"/>
                  <a:gd name="connsiteY8" fmla="*/ 3430587 h 3677349"/>
                  <a:gd name="connsiteX9" fmla="*/ 3404221 w 4121794"/>
                  <a:gd name="connsiteY9" fmla="*/ 3671887 h 3677349"/>
                  <a:gd name="connsiteX10" fmla="*/ 4039221 w 4121794"/>
                  <a:gd name="connsiteY10" fmla="*/ 3240087 h 3677349"/>
                  <a:gd name="connsiteX11" fmla="*/ 3988421 w 4121794"/>
                  <a:gd name="connsiteY11" fmla="*/ 1627187 h 3677349"/>
                  <a:gd name="connsiteX12" fmla="*/ 2896221 w 4121794"/>
                  <a:gd name="connsiteY12" fmla="*/ 750887 h 3677349"/>
                  <a:gd name="connsiteX13" fmla="*/ 2096121 w 4121794"/>
                  <a:gd name="connsiteY13" fmla="*/ 890587 h 3677349"/>
                  <a:gd name="connsiteX14" fmla="*/ 2070721 w 4121794"/>
                  <a:gd name="connsiteY14" fmla="*/ 763587 h 3677349"/>
                  <a:gd name="connsiteX15" fmla="*/ 1765921 w 4121794"/>
                  <a:gd name="connsiteY15" fmla="*/ 192087 h 3677349"/>
                  <a:gd name="connsiteX16" fmla="*/ 1308721 w 4121794"/>
                  <a:gd name="connsiteY16" fmla="*/ 1587 h 3677349"/>
                  <a:gd name="connsiteX17" fmla="*/ 826121 w 4121794"/>
                  <a:gd name="connsiteY17" fmla="*/ 128587 h 3677349"/>
                  <a:gd name="connsiteX18" fmla="*/ 635621 w 4121794"/>
                  <a:gd name="connsiteY18" fmla="*/ 573087 h 3677349"/>
                  <a:gd name="connsiteX19" fmla="*/ 699121 w 4121794"/>
                  <a:gd name="connsiteY19" fmla="*/ 776287 h 3677349"/>
                  <a:gd name="connsiteX0" fmla="*/ 1448421 w 4121794"/>
                  <a:gd name="connsiteY0" fmla="*/ 1397502 h 3815964"/>
                  <a:gd name="connsiteX1" fmla="*/ 1181721 w 4121794"/>
                  <a:gd name="connsiteY1" fmla="*/ 1283202 h 3815964"/>
                  <a:gd name="connsiteX2" fmla="*/ 495921 w 4121794"/>
                  <a:gd name="connsiteY2" fmla="*/ 953002 h 3815964"/>
                  <a:gd name="connsiteX3" fmla="*/ 621 w 4121794"/>
                  <a:gd name="connsiteY3" fmla="*/ 1626102 h 3815964"/>
                  <a:gd name="connsiteX4" fmla="*/ 407021 w 4121794"/>
                  <a:gd name="connsiteY4" fmla="*/ 2223002 h 3815964"/>
                  <a:gd name="connsiteX5" fmla="*/ 1003921 w 4121794"/>
                  <a:gd name="connsiteY5" fmla="*/ 2311902 h 3815964"/>
                  <a:gd name="connsiteX6" fmla="*/ 1130921 w 4121794"/>
                  <a:gd name="connsiteY6" fmla="*/ 2197602 h 3815964"/>
                  <a:gd name="connsiteX7" fmla="*/ 1143621 w 4121794"/>
                  <a:gd name="connsiteY7" fmla="*/ 2832602 h 3815964"/>
                  <a:gd name="connsiteX8" fmla="*/ 2007221 w 4121794"/>
                  <a:gd name="connsiteY8" fmla="*/ 3569202 h 3815964"/>
                  <a:gd name="connsiteX9" fmla="*/ 3404221 w 4121794"/>
                  <a:gd name="connsiteY9" fmla="*/ 3810502 h 3815964"/>
                  <a:gd name="connsiteX10" fmla="*/ 4039221 w 4121794"/>
                  <a:gd name="connsiteY10" fmla="*/ 3378702 h 3815964"/>
                  <a:gd name="connsiteX11" fmla="*/ 3988421 w 4121794"/>
                  <a:gd name="connsiteY11" fmla="*/ 1765802 h 3815964"/>
                  <a:gd name="connsiteX12" fmla="*/ 2896221 w 4121794"/>
                  <a:gd name="connsiteY12" fmla="*/ 889502 h 3815964"/>
                  <a:gd name="connsiteX13" fmla="*/ 2096121 w 4121794"/>
                  <a:gd name="connsiteY13" fmla="*/ 1029202 h 3815964"/>
                  <a:gd name="connsiteX14" fmla="*/ 2070721 w 4121794"/>
                  <a:gd name="connsiteY14" fmla="*/ 902202 h 3815964"/>
                  <a:gd name="connsiteX15" fmla="*/ 1765921 w 4121794"/>
                  <a:gd name="connsiteY15" fmla="*/ 330702 h 3815964"/>
                  <a:gd name="connsiteX16" fmla="*/ 1423021 w 4121794"/>
                  <a:gd name="connsiteY16" fmla="*/ 502 h 3815964"/>
                  <a:gd name="connsiteX17" fmla="*/ 826121 w 4121794"/>
                  <a:gd name="connsiteY17" fmla="*/ 267202 h 3815964"/>
                  <a:gd name="connsiteX18" fmla="*/ 635621 w 4121794"/>
                  <a:gd name="connsiteY18" fmla="*/ 711702 h 3815964"/>
                  <a:gd name="connsiteX19" fmla="*/ 699121 w 4121794"/>
                  <a:gd name="connsiteY19" fmla="*/ 914902 h 3815964"/>
                  <a:gd name="connsiteX0" fmla="*/ 1448421 w 4121794"/>
                  <a:gd name="connsiteY0" fmla="*/ 1411791 h 3830253"/>
                  <a:gd name="connsiteX1" fmla="*/ 1181721 w 4121794"/>
                  <a:gd name="connsiteY1" fmla="*/ 1297491 h 3830253"/>
                  <a:gd name="connsiteX2" fmla="*/ 495921 w 4121794"/>
                  <a:gd name="connsiteY2" fmla="*/ 967291 h 3830253"/>
                  <a:gd name="connsiteX3" fmla="*/ 621 w 4121794"/>
                  <a:gd name="connsiteY3" fmla="*/ 1640391 h 3830253"/>
                  <a:gd name="connsiteX4" fmla="*/ 407021 w 4121794"/>
                  <a:gd name="connsiteY4" fmla="*/ 2237291 h 3830253"/>
                  <a:gd name="connsiteX5" fmla="*/ 1003921 w 4121794"/>
                  <a:gd name="connsiteY5" fmla="*/ 2326191 h 3830253"/>
                  <a:gd name="connsiteX6" fmla="*/ 1130921 w 4121794"/>
                  <a:gd name="connsiteY6" fmla="*/ 2211891 h 3830253"/>
                  <a:gd name="connsiteX7" fmla="*/ 1143621 w 4121794"/>
                  <a:gd name="connsiteY7" fmla="*/ 2846891 h 3830253"/>
                  <a:gd name="connsiteX8" fmla="*/ 2007221 w 4121794"/>
                  <a:gd name="connsiteY8" fmla="*/ 3583491 h 3830253"/>
                  <a:gd name="connsiteX9" fmla="*/ 3404221 w 4121794"/>
                  <a:gd name="connsiteY9" fmla="*/ 3824791 h 3830253"/>
                  <a:gd name="connsiteX10" fmla="*/ 4039221 w 4121794"/>
                  <a:gd name="connsiteY10" fmla="*/ 3392991 h 3830253"/>
                  <a:gd name="connsiteX11" fmla="*/ 3988421 w 4121794"/>
                  <a:gd name="connsiteY11" fmla="*/ 1780091 h 3830253"/>
                  <a:gd name="connsiteX12" fmla="*/ 2896221 w 4121794"/>
                  <a:gd name="connsiteY12" fmla="*/ 903791 h 3830253"/>
                  <a:gd name="connsiteX13" fmla="*/ 2096121 w 4121794"/>
                  <a:gd name="connsiteY13" fmla="*/ 1043491 h 3830253"/>
                  <a:gd name="connsiteX14" fmla="*/ 2070721 w 4121794"/>
                  <a:gd name="connsiteY14" fmla="*/ 916491 h 3830253"/>
                  <a:gd name="connsiteX15" fmla="*/ 1765921 w 4121794"/>
                  <a:gd name="connsiteY15" fmla="*/ 344991 h 3830253"/>
                  <a:gd name="connsiteX16" fmla="*/ 1423021 w 4121794"/>
                  <a:gd name="connsiteY16" fmla="*/ 14791 h 3830253"/>
                  <a:gd name="connsiteX17" fmla="*/ 826121 w 4121794"/>
                  <a:gd name="connsiteY17" fmla="*/ 281491 h 3830253"/>
                  <a:gd name="connsiteX18" fmla="*/ 635621 w 4121794"/>
                  <a:gd name="connsiteY18" fmla="*/ 725991 h 3830253"/>
                  <a:gd name="connsiteX19" fmla="*/ 699121 w 4121794"/>
                  <a:gd name="connsiteY19" fmla="*/ 929191 h 3830253"/>
                  <a:gd name="connsiteX0" fmla="*/ 1448421 w 4121794"/>
                  <a:gd name="connsiteY0" fmla="*/ 1351676 h 3770138"/>
                  <a:gd name="connsiteX1" fmla="*/ 1181721 w 4121794"/>
                  <a:gd name="connsiteY1" fmla="*/ 1237376 h 3770138"/>
                  <a:gd name="connsiteX2" fmla="*/ 495921 w 4121794"/>
                  <a:gd name="connsiteY2" fmla="*/ 907176 h 3770138"/>
                  <a:gd name="connsiteX3" fmla="*/ 621 w 4121794"/>
                  <a:gd name="connsiteY3" fmla="*/ 1580276 h 3770138"/>
                  <a:gd name="connsiteX4" fmla="*/ 407021 w 4121794"/>
                  <a:gd name="connsiteY4" fmla="*/ 2177176 h 3770138"/>
                  <a:gd name="connsiteX5" fmla="*/ 1003921 w 4121794"/>
                  <a:gd name="connsiteY5" fmla="*/ 2266076 h 3770138"/>
                  <a:gd name="connsiteX6" fmla="*/ 1130921 w 4121794"/>
                  <a:gd name="connsiteY6" fmla="*/ 2151776 h 3770138"/>
                  <a:gd name="connsiteX7" fmla="*/ 1143621 w 4121794"/>
                  <a:gd name="connsiteY7" fmla="*/ 2786776 h 3770138"/>
                  <a:gd name="connsiteX8" fmla="*/ 2007221 w 4121794"/>
                  <a:gd name="connsiteY8" fmla="*/ 3523376 h 3770138"/>
                  <a:gd name="connsiteX9" fmla="*/ 3404221 w 4121794"/>
                  <a:gd name="connsiteY9" fmla="*/ 3764676 h 3770138"/>
                  <a:gd name="connsiteX10" fmla="*/ 4039221 w 4121794"/>
                  <a:gd name="connsiteY10" fmla="*/ 3332876 h 3770138"/>
                  <a:gd name="connsiteX11" fmla="*/ 3988421 w 4121794"/>
                  <a:gd name="connsiteY11" fmla="*/ 1719976 h 3770138"/>
                  <a:gd name="connsiteX12" fmla="*/ 2896221 w 4121794"/>
                  <a:gd name="connsiteY12" fmla="*/ 843676 h 3770138"/>
                  <a:gd name="connsiteX13" fmla="*/ 2096121 w 4121794"/>
                  <a:gd name="connsiteY13" fmla="*/ 983376 h 3770138"/>
                  <a:gd name="connsiteX14" fmla="*/ 2070721 w 4121794"/>
                  <a:gd name="connsiteY14" fmla="*/ 856376 h 3770138"/>
                  <a:gd name="connsiteX15" fmla="*/ 1765921 w 4121794"/>
                  <a:gd name="connsiteY15" fmla="*/ 284876 h 3770138"/>
                  <a:gd name="connsiteX16" fmla="*/ 1765921 w 4121794"/>
                  <a:gd name="connsiteY16" fmla="*/ 18176 h 3770138"/>
                  <a:gd name="connsiteX17" fmla="*/ 826121 w 4121794"/>
                  <a:gd name="connsiteY17" fmla="*/ 221376 h 3770138"/>
                  <a:gd name="connsiteX18" fmla="*/ 635621 w 4121794"/>
                  <a:gd name="connsiteY18" fmla="*/ 665876 h 3770138"/>
                  <a:gd name="connsiteX19" fmla="*/ 699121 w 4121794"/>
                  <a:gd name="connsiteY19" fmla="*/ 869076 h 3770138"/>
                  <a:gd name="connsiteX0" fmla="*/ 1448421 w 4121794"/>
                  <a:gd name="connsiteY0" fmla="*/ 1337417 h 3755879"/>
                  <a:gd name="connsiteX1" fmla="*/ 1181721 w 4121794"/>
                  <a:gd name="connsiteY1" fmla="*/ 1223117 h 3755879"/>
                  <a:gd name="connsiteX2" fmla="*/ 495921 w 4121794"/>
                  <a:gd name="connsiteY2" fmla="*/ 892917 h 3755879"/>
                  <a:gd name="connsiteX3" fmla="*/ 621 w 4121794"/>
                  <a:gd name="connsiteY3" fmla="*/ 1566017 h 3755879"/>
                  <a:gd name="connsiteX4" fmla="*/ 407021 w 4121794"/>
                  <a:gd name="connsiteY4" fmla="*/ 2162917 h 3755879"/>
                  <a:gd name="connsiteX5" fmla="*/ 1003921 w 4121794"/>
                  <a:gd name="connsiteY5" fmla="*/ 2251817 h 3755879"/>
                  <a:gd name="connsiteX6" fmla="*/ 1130921 w 4121794"/>
                  <a:gd name="connsiteY6" fmla="*/ 2137517 h 3755879"/>
                  <a:gd name="connsiteX7" fmla="*/ 1143621 w 4121794"/>
                  <a:gd name="connsiteY7" fmla="*/ 2772517 h 3755879"/>
                  <a:gd name="connsiteX8" fmla="*/ 2007221 w 4121794"/>
                  <a:gd name="connsiteY8" fmla="*/ 3509117 h 3755879"/>
                  <a:gd name="connsiteX9" fmla="*/ 3404221 w 4121794"/>
                  <a:gd name="connsiteY9" fmla="*/ 3750417 h 3755879"/>
                  <a:gd name="connsiteX10" fmla="*/ 4039221 w 4121794"/>
                  <a:gd name="connsiteY10" fmla="*/ 3318617 h 3755879"/>
                  <a:gd name="connsiteX11" fmla="*/ 3988421 w 4121794"/>
                  <a:gd name="connsiteY11" fmla="*/ 1705717 h 3755879"/>
                  <a:gd name="connsiteX12" fmla="*/ 2896221 w 4121794"/>
                  <a:gd name="connsiteY12" fmla="*/ 829417 h 3755879"/>
                  <a:gd name="connsiteX13" fmla="*/ 2096121 w 4121794"/>
                  <a:gd name="connsiteY13" fmla="*/ 969117 h 3755879"/>
                  <a:gd name="connsiteX14" fmla="*/ 2070721 w 4121794"/>
                  <a:gd name="connsiteY14" fmla="*/ 842117 h 3755879"/>
                  <a:gd name="connsiteX15" fmla="*/ 1867521 w 4121794"/>
                  <a:gd name="connsiteY15" fmla="*/ 372217 h 3755879"/>
                  <a:gd name="connsiteX16" fmla="*/ 1765921 w 4121794"/>
                  <a:gd name="connsiteY16" fmla="*/ 3917 h 3755879"/>
                  <a:gd name="connsiteX17" fmla="*/ 826121 w 4121794"/>
                  <a:gd name="connsiteY17" fmla="*/ 207117 h 3755879"/>
                  <a:gd name="connsiteX18" fmla="*/ 635621 w 4121794"/>
                  <a:gd name="connsiteY18" fmla="*/ 651617 h 3755879"/>
                  <a:gd name="connsiteX19" fmla="*/ 699121 w 4121794"/>
                  <a:gd name="connsiteY19" fmla="*/ 854817 h 3755879"/>
                  <a:gd name="connsiteX0" fmla="*/ 1448421 w 4121794"/>
                  <a:gd name="connsiteY0" fmla="*/ 1336458 h 3754920"/>
                  <a:gd name="connsiteX1" fmla="*/ 1181721 w 4121794"/>
                  <a:gd name="connsiteY1" fmla="*/ 1222158 h 3754920"/>
                  <a:gd name="connsiteX2" fmla="*/ 495921 w 4121794"/>
                  <a:gd name="connsiteY2" fmla="*/ 891958 h 3754920"/>
                  <a:gd name="connsiteX3" fmla="*/ 621 w 4121794"/>
                  <a:gd name="connsiteY3" fmla="*/ 1565058 h 3754920"/>
                  <a:gd name="connsiteX4" fmla="*/ 407021 w 4121794"/>
                  <a:gd name="connsiteY4" fmla="*/ 2161958 h 3754920"/>
                  <a:gd name="connsiteX5" fmla="*/ 1003921 w 4121794"/>
                  <a:gd name="connsiteY5" fmla="*/ 2250858 h 3754920"/>
                  <a:gd name="connsiteX6" fmla="*/ 1130921 w 4121794"/>
                  <a:gd name="connsiteY6" fmla="*/ 2136558 h 3754920"/>
                  <a:gd name="connsiteX7" fmla="*/ 1143621 w 4121794"/>
                  <a:gd name="connsiteY7" fmla="*/ 2771558 h 3754920"/>
                  <a:gd name="connsiteX8" fmla="*/ 2007221 w 4121794"/>
                  <a:gd name="connsiteY8" fmla="*/ 3508158 h 3754920"/>
                  <a:gd name="connsiteX9" fmla="*/ 3404221 w 4121794"/>
                  <a:gd name="connsiteY9" fmla="*/ 3749458 h 3754920"/>
                  <a:gd name="connsiteX10" fmla="*/ 4039221 w 4121794"/>
                  <a:gd name="connsiteY10" fmla="*/ 3317658 h 3754920"/>
                  <a:gd name="connsiteX11" fmla="*/ 3988421 w 4121794"/>
                  <a:gd name="connsiteY11" fmla="*/ 1704758 h 3754920"/>
                  <a:gd name="connsiteX12" fmla="*/ 2896221 w 4121794"/>
                  <a:gd name="connsiteY12" fmla="*/ 828458 h 3754920"/>
                  <a:gd name="connsiteX13" fmla="*/ 2096121 w 4121794"/>
                  <a:gd name="connsiteY13" fmla="*/ 968158 h 3754920"/>
                  <a:gd name="connsiteX14" fmla="*/ 2070721 w 4121794"/>
                  <a:gd name="connsiteY14" fmla="*/ 841158 h 3754920"/>
                  <a:gd name="connsiteX15" fmla="*/ 1702421 w 4121794"/>
                  <a:gd name="connsiteY15" fmla="*/ 345858 h 3754920"/>
                  <a:gd name="connsiteX16" fmla="*/ 1765921 w 4121794"/>
                  <a:gd name="connsiteY16" fmla="*/ 2958 h 3754920"/>
                  <a:gd name="connsiteX17" fmla="*/ 826121 w 4121794"/>
                  <a:gd name="connsiteY17" fmla="*/ 206158 h 3754920"/>
                  <a:gd name="connsiteX18" fmla="*/ 635621 w 4121794"/>
                  <a:gd name="connsiteY18" fmla="*/ 650658 h 3754920"/>
                  <a:gd name="connsiteX19" fmla="*/ 699121 w 4121794"/>
                  <a:gd name="connsiteY19" fmla="*/ 853858 h 3754920"/>
                  <a:gd name="connsiteX0" fmla="*/ 1448421 w 4121794"/>
                  <a:gd name="connsiteY0" fmla="*/ 1336458 h 3754920"/>
                  <a:gd name="connsiteX1" fmla="*/ 1181721 w 4121794"/>
                  <a:gd name="connsiteY1" fmla="*/ 1222158 h 3754920"/>
                  <a:gd name="connsiteX2" fmla="*/ 495921 w 4121794"/>
                  <a:gd name="connsiteY2" fmla="*/ 891958 h 3754920"/>
                  <a:gd name="connsiteX3" fmla="*/ 621 w 4121794"/>
                  <a:gd name="connsiteY3" fmla="*/ 1565058 h 3754920"/>
                  <a:gd name="connsiteX4" fmla="*/ 407021 w 4121794"/>
                  <a:gd name="connsiteY4" fmla="*/ 2161958 h 3754920"/>
                  <a:gd name="connsiteX5" fmla="*/ 1003921 w 4121794"/>
                  <a:gd name="connsiteY5" fmla="*/ 2250858 h 3754920"/>
                  <a:gd name="connsiteX6" fmla="*/ 1130921 w 4121794"/>
                  <a:gd name="connsiteY6" fmla="*/ 2136558 h 3754920"/>
                  <a:gd name="connsiteX7" fmla="*/ 1143621 w 4121794"/>
                  <a:gd name="connsiteY7" fmla="*/ 2771558 h 3754920"/>
                  <a:gd name="connsiteX8" fmla="*/ 2007221 w 4121794"/>
                  <a:gd name="connsiteY8" fmla="*/ 3508158 h 3754920"/>
                  <a:gd name="connsiteX9" fmla="*/ 3404221 w 4121794"/>
                  <a:gd name="connsiteY9" fmla="*/ 3749458 h 3754920"/>
                  <a:gd name="connsiteX10" fmla="*/ 4039221 w 4121794"/>
                  <a:gd name="connsiteY10" fmla="*/ 3317658 h 3754920"/>
                  <a:gd name="connsiteX11" fmla="*/ 3988421 w 4121794"/>
                  <a:gd name="connsiteY11" fmla="*/ 1704758 h 3754920"/>
                  <a:gd name="connsiteX12" fmla="*/ 2896221 w 4121794"/>
                  <a:gd name="connsiteY12" fmla="*/ 828458 h 3754920"/>
                  <a:gd name="connsiteX13" fmla="*/ 2096121 w 4121794"/>
                  <a:gd name="connsiteY13" fmla="*/ 968158 h 3754920"/>
                  <a:gd name="connsiteX14" fmla="*/ 2096121 w 4121794"/>
                  <a:gd name="connsiteY14" fmla="*/ 676058 h 3754920"/>
                  <a:gd name="connsiteX15" fmla="*/ 1702421 w 4121794"/>
                  <a:gd name="connsiteY15" fmla="*/ 345858 h 3754920"/>
                  <a:gd name="connsiteX16" fmla="*/ 1765921 w 4121794"/>
                  <a:gd name="connsiteY16" fmla="*/ 2958 h 3754920"/>
                  <a:gd name="connsiteX17" fmla="*/ 826121 w 4121794"/>
                  <a:gd name="connsiteY17" fmla="*/ 206158 h 3754920"/>
                  <a:gd name="connsiteX18" fmla="*/ 635621 w 4121794"/>
                  <a:gd name="connsiteY18" fmla="*/ 650658 h 3754920"/>
                  <a:gd name="connsiteX19" fmla="*/ 699121 w 4121794"/>
                  <a:gd name="connsiteY19" fmla="*/ 853858 h 3754920"/>
                  <a:gd name="connsiteX0" fmla="*/ 1448421 w 4121794"/>
                  <a:gd name="connsiteY0" fmla="*/ 1336458 h 3754920"/>
                  <a:gd name="connsiteX1" fmla="*/ 1181721 w 4121794"/>
                  <a:gd name="connsiteY1" fmla="*/ 1222158 h 3754920"/>
                  <a:gd name="connsiteX2" fmla="*/ 495921 w 4121794"/>
                  <a:gd name="connsiteY2" fmla="*/ 891958 h 3754920"/>
                  <a:gd name="connsiteX3" fmla="*/ 621 w 4121794"/>
                  <a:gd name="connsiteY3" fmla="*/ 1565058 h 3754920"/>
                  <a:gd name="connsiteX4" fmla="*/ 407021 w 4121794"/>
                  <a:gd name="connsiteY4" fmla="*/ 2161958 h 3754920"/>
                  <a:gd name="connsiteX5" fmla="*/ 1003921 w 4121794"/>
                  <a:gd name="connsiteY5" fmla="*/ 2250858 h 3754920"/>
                  <a:gd name="connsiteX6" fmla="*/ 1130921 w 4121794"/>
                  <a:gd name="connsiteY6" fmla="*/ 2136558 h 3754920"/>
                  <a:gd name="connsiteX7" fmla="*/ 1143621 w 4121794"/>
                  <a:gd name="connsiteY7" fmla="*/ 2771558 h 3754920"/>
                  <a:gd name="connsiteX8" fmla="*/ 2007221 w 4121794"/>
                  <a:gd name="connsiteY8" fmla="*/ 3508158 h 3754920"/>
                  <a:gd name="connsiteX9" fmla="*/ 3404221 w 4121794"/>
                  <a:gd name="connsiteY9" fmla="*/ 3749458 h 3754920"/>
                  <a:gd name="connsiteX10" fmla="*/ 4039221 w 4121794"/>
                  <a:gd name="connsiteY10" fmla="*/ 3317658 h 3754920"/>
                  <a:gd name="connsiteX11" fmla="*/ 3988421 w 4121794"/>
                  <a:gd name="connsiteY11" fmla="*/ 1704758 h 3754920"/>
                  <a:gd name="connsiteX12" fmla="*/ 2896221 w 4121794"/>
                  <a:gd name="connsiteY12" fmla="*/ 828458 h 3754920"/>
                  <a:gd name="connsiteX13" fmla="*/ 1956421 w 4121794"/>
                  <a:gd name="connsiteY13" fmla="*/ 968158 h 3754920"/>
                  <a:gd name="connsiteX14" fmla="*/ 2096121 w 4121794"/>
                  <a:gd name="connsiteY14" fmla="*/ 676058 h 3754920"/>
                  <a:gd name="connsiteX15" fmla="*/ 1702421 w 4121794"/>
                  <a:gd name="connsiteY15" fmla="*/ 345858 h 3754920"/>
                  <a:gd name="connsiteX16" fmla="*/ 1765921 w 4121794"/>
                  <a:gd name="connsiteY16" fmla="*/ 2958 h 3754920"/>
                  <a:gd name="connsiteX17" fmla="*/ 826121 w 4121794"/>
                  <a:gd name="connsiteY17" fmla="*/ 206158 h 3754920"/>
                  <a:gd name="connsiteX18" fmla="*/ 635621 w 4121794"/>
                  <a:gd name="connsiteY18" fmla="*/ 650658 h 3754920"/>
                  <a:gd name="connsiteX19" fmla="*/ 699121 w 4121794"/>
                  <a:gd name="connsiteY19" fmla="*/ 853858 h 3754920"/>
                  <a:gd name="connsiteX0" fmla="*/ 1448421 w 4121794"/>
                  <a:gd name="connsiteY0" fmla="*/ 1336458 h 3754920"/>
                  <a:gd name="connsiteX1" fmla="*/ 1181721 w 4121794"/>
                  <a:gd name="connsiteY1" fmla="*/ 1222158 h 3754920"/>
                  <a:gd name="connsiteX2" fmla="*/ 495921 w 4121794"/>
                  <a:gd name="connsiteY2" fmla="*/ 891958 h 3754920"/>
                  <a:gd name="connsiteX3" fmla="*/ 621 w 4121794"/>
                  <a:gd name="connsiteY3" fmla="*/ 1565058 h 3754920"/>
                  <a:gd name="connsiteX4" fmla="*/ 407021 w 4121794"/>
                  <a:gd name="connsiteY4" fmla="*/ 2161958 h 3754920"/>
                  <a:gd name="connsiteX5" fmla="*/ 1003921 w 4121794"/>
                  <a:gd name="connsiteY5" fmla="*/ 2250858 h 3754920"/>
                  <a:gd name="connsiteX6" fmla="*/ 1130921 w 4121794"/>
                  <a:gd name="connsiteY6" fmla="*/ 2136558 h 3754920"/>
                  <a:gd name="connsiteX7" fmla="*/ 1143621 w 4121794"/>
                  <a:gd name="connsiteY7" fmla="*/ 2771558 h 3754920"/>
                  <a:gd name="connsiteX8" fmla="*/ 2007221 w 4121794"/>
                  <a:gd name="connsiteY8" fmla="*/ 3508158 h 3754920"/>
                  <a:gd name="connsiteX9" fmla="*/ 3404221 w 4121794"/>
                  <a:gd name="connsiteY9" fmla="*/ 3749458 h 3754920"/>
                  <a:gd name="connsiteX10" fmla="*/ 4039221 w 4121794"/>
                  <a:gd name="connsiteY10" fmla="*/ 3317658 h 3754920"/>
                  <a:gd name="connsiteX11" fmla="*/ 3988421 w 4121794"/>
                  <a:gd name="connsiteY11" fmla="*/ 1704758 h 3754920"/>
                  <a:gd name="connsiteX12" fmla="*/ 2896221 w 4121794"/>
                  <a:gd name="connsiteY12" fmla="*/ 828458 h 3754920"/>
                  <a:gd name="connsiteX13" fmla="*/ 1956421 w 4121794"/>
                  <a:gd name="connsiteY13" fmla="*/ 968158 h 3754920"/>
                  <a:gd name="connsiteX14" fmla="*/ 2185021 w 4121794"/>
                  <a:gd name="connsiteY14" fmla="*/ 803058 h 3754920"/>
                  <a:gd name="connsiteX15" fmla="*/ 1702421 w 4121794"/>
                  <a:gd name="connsiteY15" fmla="*/ 345858 h 3754920"/>
                  <a:gd name="connsiteX16" fmla="*/ 1765921 w 4121794"/>
                  <a:gd name="connsiteY16" fmla="*/ 2958 h 3754920"/>
                  <a:gd name="connsiteX17" fmla="*/ 826121 w 4121794"/>
                  <a:gd name="connsiteY17" fmla="*/ 206158 h 3754920"/>
                  <a:gd name="connsiteX18" fmla="*/ 635621 w 4121794"/>
                  <a:gd name="connsiteY18" fmla="*/ 650658 h 3754920"/>
                  <a:gd name="connsiteX19" fmla="*/ 699121 w 4121794"/>
                  <a:gd name="connsiteY19" fmla="*/ 853858 h 3754920"/>
                  <a:gd name="connsiteX0" fmla="*/ 1448421 w 4121794"/>
                  <a:gd name="connsiteY0" fmla="*/ 1336458 h 3754920"/>
                  <a:gd name="connsiteX1" fmla="*/ 1181721 w 4121794"/>
                  <a:gd name="connsiteY1" fmla="*/ 1222158 h 3754920"/>
                  <a:gd name="connsiteX2" fmla="*/ 495921 w 4121794"/>
                  <a:gd name="connsiteY2" fmla="*/ 891958 h 3754920"/>
                  <a:gd name="connsiteX3" fmla="*/ 621 w 4121794"/>
                  <a:gd name="connsiteY3" fmla="*/ 1565058 h 3754920"/>
                  <a:gd name="connsiteX4" fmla="*/ 407021 w 4121794"/>
                  <a:gd name="connsiteY4" fmla="*/ 2161958 h 3754920"/>
                  <a:gd name="connsiteX5" fmla="*/ 1003921 w 4121794"/>
                  <a:gd name="connsiteY5" fmla="*/ 2250858 h 3754920"/>
                  <a:gd name="connsiteX6" fmla="*/ 1130921 w 4121794"/>
                  <a:gd name="connsiteY6" fmla="*/ 2136558 h 3754920"/>
                  <a:gd name="connsiteX7" fmla="*/ 1143621 w 4121794"/>
                  <a:gd name="connsiteY7" fmla="*/ 2771558 h 3754920"/>
                  <a:gd name="connsiteX8" fmla="*/ 2007221 w 4121794"/>
                  <a:gd name="connsiteY8" fmla="*/ 3508158 h 3754920"/>
                  <a:gd name="connsiteX9" fmla="*/ 3404221 w 4121794"/>
                  <a:gd name="connsiteY9" fmla="*/ 3749458 h 3754920"/>
                  <a:gd name="connsiteX10" fmla="*/ 4039221 w 4121794"/>
                  <a:gd name="connsiteY10" fmla="*/ 3317658 h 3754920"/>
                  <a:gd name="connsiteX11" fmla="*/ 3988421 w 4121794"/>
                  <a:gd name="connsiteY11" fmla="*/ 1704758 h 3754920"/>
                  <a:gd name="connsiteX12" fmla="*/ 2896221 w 4121794"/>
                  <a:gd name="connsiteY12" fmla="*/ 828458 h 3754920"/>
                  <a:gd name="connsiteX13" fmla="*/ 2070721 w 4121794"/>
                  <a:gd name="connsiteY13" fmla="*/ 968158 h 3754920"/>
                  <a:gd name="connsiteX14" fmla="*/ 2185021 w 4121794"/>
                  <a:gd name="connsiteY14" fmla="*/ 803058 h 3754920"/>
                  <a:gd name="connsiteX15" fmla="*/ 1702421 w 4121794"/>
                  <a:gd name="connsiteY15" fmla="*/ 345858 h 3754920"/>
                  <a:gd name="connsiteX16" fmla="*/ 1765921 w 4121794"/>
                  <a:gd name="connsiteY16" fmla="*/ 2958 h 3754920"/>
                  <a:gd name="connsiteX17" fmla="*/ 826121 w 4121794"/>
                  <a:gd name="connsiteY17" fmla="*/ 206158 h 3754920"/>
                  <a:gd name="connsiteX18" fmla="*/ 635621 w 4121794"/>
                  <a:gd name="connsiteY18" fmla="*/ 650658 h 3754920"/>
                  <a:gd name="connsiteX19" fmla="*/ 699121 w 4121794"/>
                  <a:gd name="connsiteY19" fmla="*/ 853858 h 3754920"/>
                  <a:gd name="connsiteX0" fmla="*/ 1448421 w 4129757"/>
                  <a:gd name="connsiteY0" fmla="*/ 1336458 h 3754920"/>
                  <a:gd name="connsiteX1" fmla="*/ 1181721 w 4129757"/>
                  <a:gd name="connsiteY1" fmla="*/ 1222158 h 3754920"/>
                  <a:gd name="connsiteX2" fmla="*/ 495921 w 4129757"/>
                  <a:gd name="connsiteY2" fmla="*/ 891958 h 3754920"/>
                  <a:gd name="connsiteX3" fmla="*/ 621 w 4129757"/>
                  <a:gd name="connsiteY3" fmla="*/ 1565058 h 3754920"/>
                  <a:gd name="connsiteX4" fmla="*/ 407021 w 4129757"/>
                  <a:gd name="connsiteY4" fmla="*/ 2161958 h 3754920"/>
                  <a:gd name="connsiteX5" fmla="*/ 1003921 w 4129757"/>
                  <a:gd name="connsiteY5" fmla="*/ 2250858 h 3754920"/>
                  <a:gd name="connsiteX6" fmla="*/ 1130921 w 4129757"/>
                  <a:gd name="connsiteY6" fmla="*/ 2136558 h 3754920"/>
                  <a:gd name="connsiteX7" fmla="*/ 1143621 w 4129757"/>
                  <a:gd name="connsiteY7" fmla="*/ 2771558 h 3754920"/>
                  <a:gd name="connsiteX8" fmla="*/ 2007221 w 4129757"/>
                  <a:gd name="connsiteY8" fmla="*/ 3508158 h 3754920"/>
                  <a:gd name="connsiteX9" fmla="*/ 3404221 w 4129757"/>
                  <a:gd name="connsiteY9" fmla="*/ 3749458 h 3754920"/>
                  <a:gd name="connsiteX10" fmla="*/ 4039221 w 4129757"/>
                  <a:gd name="connsiteY10" fmla="*/ 3317658 h 3754920"/>
                  <a:gd name="connsiteX11" fmla="*/ 3988421 w 4129757"/>
                  <a:gd name="connsiteY11" fmla="*/ 1704758 h 3754920"/>
                  <a:gd name="connsiteX12" fmla="*/ 2769221 w 4129757"/>
                  <a:gd name="connsiteY12" fmla="*/ 904658 h 3754920"/>
                  <a:gd name="connsiteX13" fmla="*/ 2070721 w 4129757"/>
                  <a:gd name="connsiteY13" fmla="*/ 968158 h 3754920"/>
                  <a:gd name="connsiteX14" fmla="*/ 2185021 w 4129757"/>
                  <a:gd name="connsiteY14" fmla="*/ 803058 h 3754920"/>
                  <a:gd name="connsiteX15" fmla="*/ 1702421 w 4129757"/>
                  <a:gd name="connsiteY15" fmla="*/ 345858 h 3754920"/>
                  <a:gd name="connsiteX16" fmla="*/ 1765921 w 4129757"/>
                  <a:gd name="connsiteY16" fmla="*/ 2958 h 3754920"/>
                  <a:gd name="connsiteX17" fmla="*/ 826121 w 4129757"/>
                  <a:gd name="connsiteY17" fmla="*/ 206158 h 3754920"/>
                  <a:gd name="connsiteX18" fmla="*/ 635621 w 4129757"/>
                  <a:gd name="connsiteY18" fmla="*/ 650658 h 3754920"/>
                  <a:gd name="connsiteX19" fmla="*/ 699121 w 4129757"/>
                  <a:gd name="connsiteY19" fmla="*/ 853858 h 3754920"/>
                  <a:gd name="connsiteX0" fmla="*/ 1448421 w 4103203"/>
                  <a:gd name="connsiteY0" fmla="*/ 1336458 h 3754920"/>
                  <a:gd name="connsiteX1" fmla="*/ 1181721 w 4103203"/>
                  <a:gd name="connsiteY1" fmla="*/ 1222158 h 3754920"/>
                  <a:gd name="connsiteX2" fmla="*/ 495921 w 4103203"/>
                  <a:gd name="connsiteY2" fmla="*/ 891958 h 3754920"/>
                  <a:gd name="connsiteX3" fmla="*/ 621 w 4103203"/>
                  <a:gd name="connsiteY3" fmla="*/ 1565058 h 3754920"/>
                  <a:gd name="connsiteX4" fmla="*/ 407021 w 4103203"/>
                  <a:gd name="connsiteY4" fmla="*/ 2161958 h 3754920"/>
                  <a:gd name="connsiteX5" fmla="*/ 1003921 w 4103203"/>
                  <a:gd name="connsiteY5" fmla="*/ 2250858 h 3754920"/>
                  <a:gd name="connsiteX6" fmla="*/ 1130921 w 4103203"/>
                  <a:gd name="connsiteY6" fmla="*/ 2136558 h 3754920"/>
                  <a:gd name="connsiteX7" fmla="*/ 1143621 w 4103203"/>
                  <a:gd name="connsiteY7" fmla="*/ 2771558 h 3754920"/>
                  <a:gd name="connsiteX8" fmla="*/ 2007221 w 4103203"/>
                  <a:gd name="connsiteY8" fmla="*/ 3508158 h 3754920"/>
                  <a:gd name="connsiteX9" fmla="*/ 3404221 w 4103203"/>
                  <a:gd name="connsiteY9" fmla="*/ 3749458 h 3754920"/>
                  <a:gd name="connsiteX10" fmla="*/ 4039221 w 4103203"/>
                  <a:gd name="connsiteY10" fmla="*/ 3317658 h 3754920"/>
                  <a:gd name="connsiteX11" fmla="*/ 3937621 w 4103203"/>
                  <a:gd name="connsiteY11" fmla="*/ 1882558 h 3754920"/>
                  <a:gd name="connsiteX12" fmla="*/ 2769221 w 4103203"/>
                  <a:gd name="connsiteY12" fmla="*/ 904658 h 3754920"/>
                  <a:gd name="connsiteX13" fmla="*/ 2070721 w 4103203"/>
                  <a:gd name="connsiteY13" fmla="*/ 968158 h 3754920"/>
                  <a:gd name="connsiteX14" fmla="*/ 2185021 w 4103203"/>
                  <a:gd name="connsiteY14" fmla="*/ 803058 h 3754920"/>
                  <a:gd name="connsiteX15" fmla="*/ 1702421 w 4103203"/>
                  <a:gd name="connsiteY15" fmla="*/ 345858 h 3754920"/>
                  <a:gd name="connsiteX16" fmla="*/ 1765921 w 4103203"/>
                  <a:gd name="connsiteY16" fmla="*/ 2958 h 3754920"/>
                  <a:gd name="connsiteX17" fmla="*/ 826121 w 4103203"/>
                  <a:gd name="connsiteY17" fmla="*/ 206158 h 3754920"/>
                  <a:gd name="connsiteX18" fmla="*/ 635621 w 4103203"/>
                  <a:gd name="connsiteY18" fmla="*/ 650658 h 3754920"/>
                  <a:gd name="connsiteX19" fmla="*/ 699121 w 4103203"/>
                  <a:gd name="connsiteY19" fmla="*/ 853858 h 3754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103203" h="3754920">
                    <a:moveTo>
                      <a:pt x="1448421" y="1336458"/>
                    </a:moveTo>
                    <a:cubicBezTo>
                      <a:pt x="1426196" y="1265549"/>
                      <a:pt x="1340471" y="1296241"/>
                      <a:pt x="1181721" y="1222158"/>
                    </a:cubicBezTo>
                    <a:cubicBezTo>
                      <a:pt x="1022971" y="1148075"/>
                      <a:pt x="692771" y="834808"/>
                      <a:pt x="495921" y="891958"/>
                    </a:cubicBezTo>
                    <a:cubicBezTo>
                      <a:pt x="299071" y="949108"/>
                      <a:pt x="15438" y="1353391"/>
                      <a:pt x="621" y="1565058"/>
                    </a:cubicBezTo>
                    <a:cubicBezTo>
                      <a:pt x="-14196" y="1776725"/>
                      <a:pt x="239804" y="2047658"/>
                      <a:pt x="407021" y="2161958"/>
                    </a:cubicBezTo>
                    <a:cubicBezTo>
                      <a:pt x="574238" y="2276258"/>
                      <a:pt x="883271" y="2255091"/>
                      <a:pt x="1003921" y="2250858"/>
                    </a:cubicBezTo>
                    <a:cubicBezTo>
                      <a:pt x="1124571" y="2246625"/>
                      <a:pt x="1107638" y="2049775"/>
                      <a:pt x="1130921" y="2136558"/>
                    </a:cubicBezTo>
                    <a:cubicBezTo>
                      <a:pt x="1154204" y="2223341"/>
                      <a:pt x="997571" y="2542958"/>
                      <a:pt x="1143621" y="2771558"/>
                    </a:cubicBezTo>
                    <a:cubicBezTo>
                      <a:pt x="1289671" y="3000158"/>
                      <a:pt x="1630454" y="3345175"/>
                      <a:pt x="2007221" y="3508158"/>
                    </a:cubicBezTo>
                    <a:cubicBezTo>
                      <a:pt x="2383988" y="3671141"/>
                      <a:pt x="3065554" y="3781208"/>
                      <a:pt x="3404221" y="3749458"/>
                    </a:cubicBezTo>
                    <a:cubicBezTo>
                      <a:pt x="3742888" y="3717708"/>
                      <a:pt x="3950321" y="3628808"/>
                      <a:pt x="4039221" y="3317658"/>
                    </a:cubicBezTo>
                    <a:cubicBezTo>
                      <a:pt x="4128121" y="3006508"/>
                      <a:pt x="4149288" y="2284725"/>
                      <a:pt x="3937621" y="1882558"/>
                    </a:cubicBezTo>
                    <a:cubicBezTo>
                      <a:pt x="3725954" y="1480391"/>
                      <a:pt x="3080371" y="1057058"/>
                      <a:pt x="2769221" y="904658"/>
                    </a:cubicBezTo>
                    <a:cubicBezTo>
                      <a:pt x="2458071" y="752258"/>
                      <a:pt x="2168088" y="985091"/>
                      <a:pt x="2070721" y="968158"/>
                    </a:cubicBezTo>
                    <a:cubicBezTo>
                      <a:pt x="1973354" y="951225"/>
                      <a:pt x="2246404" y="906775"/>
                      <a:pt x="2185021" y="803058"/>
                    </a:cubicBezTo>
                    <a:cubicBezTo>
                      <a:pt x="2123638" y="699341"/>
                      <a:pt x="1772271" y="479208"/>
                      <a:pt x="1702421" y="345858"/>
                    </a:cubicBezTo>
                    <a:cubicBezTo>
                      <a:pt x="1632571" y="212508"/>
                      <a:pt x="1911971" y="26241"/>
                      <a:pt x="1765921" y="2958"/>
                    </a:cubicBezTo>
                    <a:cubicBezTo>
                      <a:pt x="1619871" y="-20325"/>
                      <a:pt x="1014504" y="98208"/>
                      <a:pt x="826121" y="206158"/>
                    </a:cubicBezTo>
                    <a:cubicBezTo>
                      <a:pt x="637738" y="314108"/>
                      <a:pt x="656788" y="542708"/>
                      <a:pt x="635621" y="650658"/>
                    </a:cubicBezTo>
                    <a:cubicBezTo>
                      <a:pt x="614454" y="758608"/>
                      <a:pt x="667371" y="810466"/>
                      <a:pt x="699121" y="853858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6F6B273-ED06-44C3-8ADB-094DD1AA8451}"/>
                  </a:ext>
                </a:extLst>
              </p:cNvPr>
              <p:cNvSpPr/>
              <p:nvPr/>
            </p:nvSpPr>
            <p:spPr>
              <a:xfrm rot="21071192">
                <a:off x="2428102" y="2941729"/>
                <a:ext cx="480793" cy="195055"/>
              </a:xfrm>
              <a:custGeom>
                <a:avLst/>
                <a:gdLst>
                  <a:gd name="connsiteX0" fmla="*/ 65393 w 665136"/>
                  <a:gd name="connsiteY0" fmla="*/ 221189 h 234694"/>
                  <a:gd name="connsiteX1" fmla="*/ 230493 w 665136"/>
                  <a:gd name="connsiteY1" fmla="*/ 106889 h 234694"/>
                  <a:gd name="connsiteX2" fmla="*/ 560693 w 665136"/>
                  <a:gd name="connsiteY2" fmla="*/ 68789 h 234694"/>
                  <a:gd name="connsiteX3" fmla="*/ 662293 w 665136"/>
                  <a:gd name="connsiteY3" fmla="*/ 68789 h 234694"/>
                  <a:gd name="connsiteX4" fmla="*/ 471793 w 665136"/>
                  <a:gd name="connsiteY4" fmla="*/ 5289 h 234694"/>
                  <a:gd name="connsiteX5" fmla="*/ 205093 w 665136"/>
                  <a:gd name="connsiteY5" fmla="*/ 17989 h 234694"/>
                  <a:gd name="connsiteX6" fmla="*/ 14593 w 665136"/>
                  <a:gd name="connsiteY6" fmla="*/ 132289 h 234694"/>
                  <a:gd name="connsiteX7" fmla="*/ 14593 w 665136"/>
                  <a:gd name="connsiteY7" fmla="*/ 221189 h 234694"/>
                  <a:gd name="connsiteX8" fmla="*/ 65393 w 665136"/>
                  <a:gd name="connsiteY8" fmla="*/ 221189 h 23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5136" h="234694">
                    <a:moveTo>
                      <a:pt x="65393" y="221189"/>
                    </a:moveTo>
                    <a:cubicBezTo>
                      <a:pt x="101376" y="202139"/>
                      <a:pt x="147943" y="132289"/>
                      <a:pt x="230493" y="106889"/>
                    </a:cubicBezTo>
                    <a:cubicBezTo>
                      <a:pt x="313043" y="81489"/>
                      <a:pt x="488726" y="75139"/>
                      <a:pt x="560693" y="68789"/>
                    </a:cubicBezTo>
                    <a:cubicBezTo>
                      <a:pt x="632660" y="62439"/>
                      <a:pt x="677110" y="79372"/>
                      <a:pt x="662293" y="68789"/>
                    </a:cubicBezTo>
                    <a:cubicBezTo>
                      <a:pt x="647476" y="58206"/>
                      <a:pt x="547993" y="13756"/>
                      <a:pt x="471793" y="5289"/>
                    </a:cubicBezTo>
                    <a:cubicBezTo>
                      <a:pt x="395593" y="-3178"/>
                      <a:pt x="281293" y="-3178"/>
                      <a:pt x="205093" y="17989"/>
                    </a:cubicBezTo>
                    <a:cubicBezTo>
                      <a:pt x="128893" y="39156"/>
                      <a:pt x="46343" y="98422"/>
                      <a:pt x="14593" y="132289"/>
                    </a:cubicBezTo>
                    <a:cubicBezTo>
                      <a:pt x="-17157" y="166156"/>
                      <a:pt x="12476" y="204256"/>
                      <a:pt x="14593" y="221189"/>
                    </a:cubicBezTo>
                    <a:cubicBezTo>
                      <a:pt x="16710" y="238122"/>
                      <a:pt x="29410" y="240239"/>
                      <a:pt x="65393" y="221189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D38387F-EB40-4AAE-8DAB-5F302261389A}"/>
                  </a:ext>
                </a:extLst>
              </p:cNvPr>
              <p:cNvSpPr/>
              <p:nvPr/>
            </p:nvSpPr>
            <p:spPr>
              <a:xfrm rot="15030189" flipH="1">
                <a:off x="2590537" y="2500082"/>
                <a:ext cx="533926" cy="189040"/>
              </a:xfrm>
              <a:custGeom>
                <a:avLst/>
                <a:gdLst>
                  <a:gd name="connsiteX0" fmla="*/ 65393 w 665136"/>
                  <a:gd name="connsiteY0" fmla="*/ 221189 h 234694"/>
                  <a:gd name="connsiteX1" fmla="*/ 230493 w 665136"/>
                  <a:gd name="connsiteY1" fmla="*/ 106889 h 234694"/>
                  <a:gd name="connsiteX2" fmla="*/ 560693 w 665136"/>
                  <a:gd name="connsiteY2" fmla="*/ 68789 h 234694"/>
                  <a:gd name="connsiteX3" fmla="*/ 662293 w 665136"/>
                  <a:gd name="connsiteY3" fmla="*/ 68789 h 234694"/>
                  <a:gd name="connsiteX4" fmla="*/ 471793 w 665136"/>
                  <a:gd name="connsiteY4" fmla="*/ 5289 h 234694"/>
                  <a:gd name="connsiteX5" fmla="*/ 205093 w 665136"/>
                  <a:gd name="connsiteY5" fmla="*/ 17989 h 234694"/>
                  <a:gd name="connsiteX6" fmla="*/ 14593 w 665136"/>
                  <a:gd name="connsiteY6" fmla="*/ 132289 h 234694"/>
                  <a:gd name="connsiteX7" fmla="*/ 14593 w 665136"/>
                  <a:gd name="connsiteY7" fmla="*/ 221189 h 234694"/>
                  <a:gd name="connsiteX8" fmla="*/ 65393 w 665136"/>
                  <a:gd name="connsiteY8" fmla="*/ 221189 h 23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5136" h="234694">
                    <a:moveTo>
                      <a:pt x="65393" y="221189"/>
                    </a:moveTo>
                    <a:cubicBezTo>
                      <a:pt x="101376" y="202139"/>
                      <a:pt x="147943" y="132289"/>
                      <a:pt x="230493" y="106889"/>
                    </a:cubicBezTo>
                    <a:cubicBezTo>
                      <a:pt x="313043" y="81489"/>
                      <a:pt x="488726" y="75139"/>
                      <a:pt x="560693" y="68789"/>
                    </a:cubicBezTo>
                    <a:cubicBezTo>
                      <a:pt x="632660" y="62439"/>
                      <a:pt x="677110" y="79372"/>
                      <a:pt x="662293" y="68789"/>
                    </a:cubicBezTo>
                    <a:cubicBezTo>
                      <a:pt x="647476" y="58206"/>
                      <a:pt x="547993" y="13756"/>
                      <a:pt x="471793" y="5289"/>
                    </a:cubicBezTo>
                    <a:cubicBezTo>
                      <a:pt x="395593" y="-3178"/>
                      <a:pt x="281293" y="-3178"/>
                      <a:pt x="205093" y="17989"/>
                    </a:cubicBezTo>
                    <a:cubicBezTo>
                      <a:pt x="128893" y="39156"/>
                      <a:pt x="46343" y="98422"/>
                      <a:pt x="14593" y="132289"/>
                    </a:cubicBezTo>
                    <a:cubicBezTo>
                      <a:pt x="-17157" y="166156"/>
                      <a:pt x="12476" y="204256"/>
                      <a:pt x="14593" y="221189"/>
                    </a:cubicBezTo>
                    <a:cubicBezTo>
                      <a:pt x="16710" y="238122"/>
                      <a:pt x="29410" y="240239"/>
                      <a:pt x="65393" y="221189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CDC2B73-3C4F-4090-B0B4-601DF051B146}"/>
                  </a:ext>
                </a:extLst>
              </p:cNvPr>
              <p:cNvSpPr/>
              <p:nvPr/>
            </p:nvSpPr>
            <p:spPr>
              <a:xfrm flipH="1" flipV="1">
                <a:off x="2921000" y="2400300"/>
                <a:ext cx="2400300" cy="2082799"/>
              </a:xfrm>
              <a:custGeom>
                <a:avLst/>
                <a:gdLst>
                  <a:gd name="connsiteX0" fmla="*/ 1828800 w 1877051"/>
                  <a:gd name="connsiteY0" fmla="*/ 1638300 h 1678057"/>
                  <a:gd name="connsiteX1" fmla="*/ 1803400 w 1877051"/>
                  <a:gd name="connsiteY1" fmla="*/ 1549400 h 1678057"/>
                  <a:gd name="connsiteX2" fmla="*/ 1130300 w 1877051"/>
                  <a:gd name="connsiteY2" fmla="*/ 571500 h 1678057"/>
                  <a:gd name="connsiteX3" fmla="*/ 0 w 1877051"/>
                  <a:gd name="connsiteY3" fmla="*/ 0 h 1678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7051" h="1678057">
                    <a:moveTo>
                      <a:pt x="1828800" y="1638300"/>
                    </a:moveTo>
                    <a:cubicBezTo>
                      <a:pt x="1874308" y="1682750"/>
                      <a:pt x="1919817" y="1727200"/>
                      <a:pt x="1803400" y="1549400"/>
                    </a:cubicBezTo>
                    <a:cubicBezTo>
                      <a:pt x="1686983" y="1371600"/>
                      <a:pt x="1430867" y="829733"/>
                      <a:pt x="1130300" y="571500"/>
                    </a:cubicBezTo>
                    <a:cubicBezTo>
                      <a:pt x="829733" y="313267"/>
                      <a:pt x="414866" y="156633"/>
                      <a:pt x="0" y="0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EBA40DC-D2F4-427B-830F-9ACBBF71D920}"/>
                  </a:ext>
                </a:extLst>
              </p:cNvPr>
              <p:cNvSpPr/>
              <p:nvPr/>
            </p:nvSpPr>
            <p:spPr>
              <a:xfrm rot="1637916">
                <a:off x="2911534" y="2300156"/>
                <a:ext cx="480793" cy="195055"/>
              </a:xfrm>
              <a:custGeom>
                <a:avLst/>
                <a:gdLst>
                  <a:gd name="connsiteX0" fmla="*/ 65393 w 665136"/>
                  <a:gd name="connsiteY0" fmla="*/ 221189 h 234694"/>
                  <a:gd name="connsiteX1" fmla="*/ 230493 w 665136"/>
                  <a:gd name="connsiteY1" fmla="*/ 106889 h 234694"/>
                  <a:gd name="connsiteX2" fmla="*/ 560693 w 665136"/>
                  <a:gd name="connsiteY2" fmla="*/ 68789 h 234694"/>
                  <a:gd name="connsiteX3" fmla="*/ 662293 w 665136"/>
                  <a:gd name="connsiteY3" fmla="*/ 68789 h 234694"/>
                  <a:gd name="connsiteX4" fmla="*/ 471793 w 665136"/>
                  <a:gd name="connsiteY4" fmla="*/ 5289 h 234694"/>
                  <a:gd name="connsiteX5" fmla="*/ 205093 w 665136"/>
                  <a:gd name="connsiteY5" fmla="*/ 17989 h 234694"/>
                  <a:gd name="connsiteX6" fmla="*/ 14593 w 665136"/>
                  <a:gd name="connsiteY6" fmla="*/ 132289 h 234694"/>
                  <a:gd name="connsiteX7" fmla="*/ 14593 w 665136"/>
                  <a:gd name="connsiteY7" fmla="*/ 221189 h 234694"/>
                  <a:gd name="connsiteX8" fmla="*/ 65393 w 665136"/>
                  <a:gd name="connsiteY8" fmla="*/ 221189 h 23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5136" h="234694">
                    <a:moveTo>
                      <a:pt x="65393" y="221189"/>
                    </a:moveTo>
                    <a:cubicBezTo>
                      <a:pt x="101376" y="202139"/>
                      <a:pt x="147943" y="132289"/>
                      <a:pt x="230493" y="106889"/>
                    </a:cubicBezTo>
                    <a:cubicBezTo>
                      <a:pt x="313043" y="81489"/>
                      <a:pt x="488726" y="75139"/>
                      <a:pt x="560693" y="68789"/>
                    </a:cubicBezTo>
                    <a:cubicBezTo>
                      <a:pt x="632660" y="62439"/>
                      <a:pt x="677110" y="79372"/>
                      <a:pt x="662293" y="68789"/>
                    </a:cubicBezTo>
                    <a:cubicBezTo>
                      <a:pt x="647476" y="58206"/>
                      <a:pt x="547993" y="13756"/>
                      <a:pt x="471793" y="5289"/>
                    </a:cubicBezTo>
                    <a:cubicBezTo>
                      <a:pt x="395593" y="-3178"/>
                      <a:pt x="281293" y="-3178"/>
                      <a:pt x="205093" y="17989"/>
                    </a:cubicBezTo>
                    <a:cubicBezTo>
                      <a:pt x="128893" y="39156"/>
                      <a:pt x="46343" y="98422"/>
                      <a:pt x="14593" y="132289"/>
                    </a:cubicBezTo>
                    <a:cubicBezTo>
                      <a:pt x="-17157" y="166156"/>
                      <a:pt x="12476" y="204256"/>
                      <a:pt x="14593" y="221189"/>
                    </a:cubicBezTo>
                    <a:cubicBezTo>
                      <a:pt x="16710" y="238122"/>
                      <a:pt x="29410" y="240239"/>
                      <a:pt x="65393" y="221189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3376CA6-A321-4C1A-82CA-9E4FB79487DD}"/>
                  </a:ext>
                </a:extLst>
              </p:cNvPr>
              <p:cNvSpPr/>
              <p:nvPr/>
            </p:nvSpPr>
            <p:spPr>
              <a:xfrm rot="15030189" flipH="1">
                <a:off x="3224321" y="2069548"/>
                <a:ext cx="533926" cy="189040"/>
              </a:xfrm>
              <a:custGeom>
                <a:avLst/>
                <a:gdLst>
                  <a:gd name="connsiteX0" fmla="*/ 65393 w 665136"/>
                  <a:gd name="connsiteY0" fmla="*/ 221189 h 234694"/>
                  <a:gd name="connsiteX1" fmla="*/ 230493 w 665136"/>
                  <a:gd name="connsiteY1" fmla="*/ 106889 h 234694"/>
                  <a:gd name="connsiteX2" fmla="*/ 560693 w 665136"/>
                  <a:gd name="connsiteY2" fmla="*/ 68789 h 234694"/>
                  <a:gd name="connsiteX3" fmla="*/ 662293 w 665136"/>
                  <a:gd name="connsiteY3" fmla="*/ 68789 h 234694"/>
                  <a:gd name="connsiteX4" fmla="*/ 471793 w 665136"/>
                  <a:gd name="connsiteY4" fmla="*/ 5289 h 234694"/>
                  <a:gd name="connsiteX5" fmla="*/ 205093 w 665136"/>
                  <a:gd name="connsiteY5" fmla="*/ 17989 h 234694"/>
                  <a:gd name="connsiteX6" fmla="*/ 14593 w 665136"/>
                  <a:gd name="connsiteY6" fmla="*/ 132289 h 234694"/>
                  <a:gd name="connsiteX7" fmla="*/ 14593 w 665136"/>
                  <a:gd name="connsiteY7" fmla="*/ 221189 h 234694"/>
                  <a:gd name="connsiteX8" fmla="*/ 65393 w 665136"/>
                  <a:gd name="connsiteY8" fmla="*/ 221189 h 23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5136" h="234694">
                    <a:moveTo>
                      <a:pt x="65393" y="221189"/>
                    </a:moveTo>
                    <a:cubicBezTo>
                      <a:pt x="101376" y="202139"/>
                      <a:pt x="147943" y="132289"/>
                      <a:pt x="230493" y="106889"/>
                    </a:cubicBezTo>
                    <a:cubicBezTo>
                      <a:pt x="313043" y="81489"/>
                      <a:pt x="488726" y="75139"/>
                      <a:pt x="560693" y="68789"/>
                    </a:cubicBezTo>
                    <a:cubicBezTo>
                      <a:pt x="632660" y="62439"/>
                      <a:pt x="677110" y="79372"/>
                      <a:pt x="662293" y="68789"/>
                    </a:cubicBezTo>
                    <a:cubicBezTo>
                      <a:pt x="647476" y="58206"/>
                      <a:pt x="547993" y="13756"/>
                      <a:pt x="471793" y="5289"/>
                    </a:cubicBezTo>
                    <a:cubicBezTo>
                      <a:pt x="395593" y="-3178"/>
                      <a:pt x="281293" y="-3178"/>
                      <a:pt x="205093" y="17989"/>
                    </a:cubicBezTo>
                    <a:cubicBezTo>
                      <a:pt x="128893" y="39156"/>
                      <a:pt x="46343" y="98422"/>
                      <a:pt x="14593" y="132289"/>
                    </a:cubicBezTo>
                    <a:cubicBezTo>
                      <a:pt x="-17157" y="166156"/>
                      <a:pt x="12476" y="204256"/>
                      <a:pt x="14593" y="221189"/>
                    </a:cubicBezTo>
                    <a:cubicBezTo>
                      <a:pt x="16710" y="238122"/>
                      <a:pt x="29410" y="240239"/>
                      <a:pt x="65393" y="221189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9907DA0-33B4-4F96-9D65-66A24C43F471}"/>
                  </a:ext>
                </a:extLst>
              </p:cNvPr>
              <p:cNvSpPr/>
              <p:nvPr/>
            </p:nvSpPr>
            <p:spPr>
              <a:xfrm>
                <a:off x="1641002" y="2461183"/>
                <a:ext cx="111868" cy="147332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A571275-F3B7-41D6-9B43-8991B3E47DCE}"/>
                  </a:ext>
                </a:extLst>
              </p:cNvPr>
              <p:cNvSpPr/>
              <p:nvPr/>
            </p:nvSpPr>
            <p:spPr>
              <a:xfrm>
                <a:off x="3593614" y="98521"/>
                <a:ext cx="2413486" cy="2833648"/>
              </a:xfrm>
              <a:custGeom>
                <a:avLst/>
                <a:gdLst>
                  <a:gd name="connsiteX0" fmla="*/ 216386 w 2413486"/>
                  <a:gd name="connsiteY0" fmla="*/ 2771679 h 2833648"/>
                  <a:gd name="connsiteX1" fmla="*/ 190986 w 2413486"/>
                  <a:gd name="connsiteY1" fmla="*/ 2695479 h 2833648"/>
                  <a:gd name="connsiteX2" fmla="*/ 486 w 2413486"/>
                  <a:gd name="connsiteY2" fmla="*/ 1552479 h 2833648"/>
                  <a:gd name="connsiteX3" fmla="*/ 254486 w 2413486"/>
                  <a:gd name="connsiteY3" fmla="*/ 244379 h 2833648"/>
                  <a:gd name="connsiteX4" fmla="*/ 1054586 w 2413486"/>
                  <a:gd name="connsiteY4" fmla="*/ 28479 h 2833648"/>
                  <a:gd name="connsiteX5" fmla="*/ 2007086 w 2413486"/>
                  <a:gd name="connsiteY5" fmla="*/ 612679 h 2833648"/>
                  <a:gd name="connsiteX6" fmla="*/ 2413486 w 2413486"/>
                  <a:gd name="connsiteY6" fmla="*/ 1298479 h 2833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486" h="2833648">
                    <a:moveTo>
                      <a:pt x="216386" y="2771679"/>
                    </a:moveTo>
                    <a:cubicBezTo>
                      <a:pt x="221677" y="2835179"/>
                      <a:pt x="226969" y="2898679"/>
                      <a:pt x="190986" y="2695479"/>
                    </a:cubicBezTo>
                    <a:cubicBezTo>
                      <a:pt x="155003" y="2492279"/>
                      <a:pt x="-10097" y="1960996"/>
                      <a:pt x="486" y="1552479"/>
                    </a:cubicBezTo>
                    <a:cubicBezTo>
                      <a:pt x="11069" y="1143962"/>
                      <a:pt x="78803" y="498379"/>
                      <a:pt x="254486" y="244379"/>
                    </a:cubicBezTo>
                    <a:cubicBezTo>
                      <a:pt x="430169" y="-9621"/>
                      <a:pt x="762486" y="-32904"/>
                      <a:pt x="1054586" y="28479"/>
                    </a:cubicBezTo>
                    <a:cubicBezTo>
                      <a:pt x="1346686" y="89862"/>
                      <a:pt x="1780603" y="401012"/>
                      <a:pt x="2007086" y="612679"/>
                    </a:cubicBezTo>
                    <a:cubicBezTo>
                      <a:pt x="2233569" y="824346"/>
                      <a:pt x="2323527" y="1061412"/>
                      <a:pt x="2413486" y="1298479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CEEEF3E-8B95-4C5E-B663-452343467653}"/>
                  </a:ext>
                </a:extLst>
              </p:cNvPr>
              <p:cNvSpPr/>
              <p:nvPr/>
            </p:nvSpPr>
            <p:spPr>
              <a:xfrm>
                <a:off x="4151946" y="673099"/>
                <a:ext cx="1351382" cy="2042235"/>
              </a:xfrm>
              <a:custGeom>
                <a:avLst/>
                <a:gdLst>
                  <a:gd name="connsiteX0" fmla="*/ 216386 w 2413486"/>
                  <a:gd name="connsiteY0" fmla="*/ 2771679 h 2833648"/>
                  <a:gd name="connsiteX1" fmla="*/ 190986 w 2413486"/>
                  <a:gd name="connsiteY1" fmla="*/ 2695479 h 2833648"/>
                  <a:gd name="connsiteX2" fmla="*/ 486 w 2413486"/>
                  <a:gd name="connsiteY2" fmla="*/ 1552479 h 2833648"/>
                  <a:gd name="connsiteX3" fmla="*/ 254486 w 2413486"/>
                  <a:gd name="connsiteY3" fmla="*/ 244379 h 2833648"/>
                  <a:gd name="connsiteX4" fmla="*/ 1054586 w 2413486"/>
                  <a:gd name="connsiteY4" fmla="*/ 28479 h 2833648"/>
                  <a:gd name="connsiteX5" fmla="*/ 2007086 w 2413486"/>
                  <a:gd name="connsiteY5" fmla="*/ 612679 h 2833648"/>
                  <a:gd name="connsiteX6" fmla="*/ 2413486 w 2413486"/>
                  <a:gd name="connsiteY6" fmla="*/ 1298479 h 2833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486" h="2833648">
                    <a:moveTo>
                      <a:pt x="216386" y="2771679"/>
                    </a:moveTo>
                    <a:cubicBezTo>
                      <a:pt x="221677" y="2835179"/>
                      <a:pt x="226969" y="2898679"/>
                      <a:pt x="190986" y="2695479"/>
                    </a:cubicBezTo>
                    <a:cubicBezTo>
                      <a:pt x="155003" y="2492279"/>
                      <a:pt x="-10097" y="1960996"/>
                      <a:pt x="486" y="1552479"/>
                    </a:cubicBezTo>
                    <a:cubicBezTo>
                      <a:pt x="11069" y="1143962"/>
                      <a:pt x="78803" y="498379"/>
                      <a:pt x="254486" y="244379"/>
                    </a:cubicBezTo>
                    <a:cubicBezTo>
                      <a:pt x="430169" y="-9621"/>
                      <a:pt x="762486" y="-32904"/>
                      <a:pt x="1054586" y="28479"/>
                    </a:cubicBezTo>
                    <a:cubicBezTo>
                      <a:pt x="1346686" y="89862"/>
                      <a:pt x="1780603" y="401012"/>
                      <a:pt x="2007086" y="612679"/>
                    </a:cubicBezTo>
                    <a:cubicBezTo>
                      <a:pt x="2233569" y="824346"/>
                      <a:pt x="2323527" y="1061412"/>
                      <a:pt x="2413486" y="1298479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135E502-3CBC-4CB5-8E80-1BDAAF9CB38F}"/>
                  </a:ext>
                </a:extLst>
              </p:cNvPr>
              <p:cNvSpPr/>
              <p:nvPr/>
            </p:nvSpPr>
            <p:spPr>
              <a:xfrm rot="1637916">
                <a:off x="3814983" y="2835904"/>
                <a:ext cx="227805" cy="140286"/>
              </a:xfrm>
              <a:custGeom>
                <a:avLst/>
                <a:gdLst>
                  <a:gd name="connsiteX0" fmla="*/ 65393 w 665136"/>
                  <a:gd name="connsiteY0" fmla="*/ 221189 h 234694"/>
                  <a:gd name="connsiteX1" fmla="*/ 230493 w 665136"/>
                  <a:gd name="connsiteY1" fmla="*/ 106889 h 234694"/>
                  <a:gd name="connsiteX2" fmla="*/ 560693 w 665136"/>
                  <a:gd name="connsiteY2" fmla="*/ 68789 h 234694"/>
                  <a:gd name="connsiteX3" fmla="*/ 662293 w 665136"/>
                  <a:gd name="connsiteY3" fmla="*/ 68789 h 234694"/>
                  <a:gd name="connsiteX4" fmla="*/ 471793 w 665136"/>
                  <a:gd name="connsiteY4" fmla="*/ 5289 h 234694"/>
                  <a:gd name="connsiteX5" fmla="*/ 205093 w 665136"/>
                  <a:gd name="connsiteY5" fmla="*/ 17989 h 234694"/>
                  <a:gd name="connsiteX6" fmla="*/ 14593 w 665136"/>
                  <a:gd name="connsiteY6" fmla="*/ 132289 h 234694"/>
                  <a:gd name="connsiteX7" fmla="*/ 14593 w 665136"/>
                  <a:gd name="connsiteY7" fmla="*/ 221189 h 234694"/>
                  <a:gd name="connsiteX8" fmla="*/ 65393 w 665136"/>
                  <a:gd name="connsiteY8" fmla="*/ 221189 h 23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5136" h="234694">
                    <a:moveTo>
                      <a:pt x="65393" y="221189"/>
                    </a:moveTo>
                    <a:cubicBezTo>
                      <a:pt x="101376" y="202139"/>
                      <a:pt x="147943" y="132289"/>
                      <a:pt x="230493" y="106889"/>
                    </a:cubicBezTo>
                    <a:cubicBezTo>
                      <a:pt x="313043" y="81489"/>
                      <a:pt x="488726" y="75139"/>
                      <a:pt x="560693" y="68789"/>
                    </a:cubicBezTo>
                    <a:cubicBezTo>
                      <a:pt x="632660" y="62439"/>
                      <a:pt x="677110" y="79372"/>
                      <a:pt x="662293" y="68789"/>
                    </a:cubicBezTo>
                    <a:cubicBezTo>
                      <a:pt x="647476" y="58206"/>
                      <a:pt x="547993" y="13756"/>
                      <a:pt x="471793" y="5289"/>
                    </a:cubicBezTo>
                    <a:cubicBezTo>
                      <a:pt x="395593" y="-3178"/>
                      <a:pt x="281293" y="-3178"/>
                      <a:pt x="205093" y="17989"/>
                    </a:cubicBezTo>
                    <a:cubicBezTo>
                      <a:pt x="128893" y="39156"/>
                      <a:pt x="46343" y="98422"/>
                      <a:pt x="14593" y="132289"/>
                    </a:cubicBezTo>
                    <a:cubicBezTo>
                      <a:pt x="-17157" y="166156"/>
                      <a:pt x="12476" y="204256"/>
                      <a:pt x="14593" y="221189"/>
                    </a:cubicBezTo>
                    <a:cubicBezTo>
                      <a:pt x="16710" y="238122"/>
                      <a:pt x="29410" y="240239"/>
                      <a:pt x="65393" y="221189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202B1FF-1517-42C1-96D9-051B10076122}"/>
                  </a:ext>
                </a:extLst>
              </p:cNvPr>
              <p:cNvSpPr/>
              <p:nvPr/>
            </p:nvSpPr>
            <p:spPr>
              <a:xfrm rot="17519136" flipH="1">
                <a:off x="4078443" y="2797909"/>
                <a:ext cx="258328" cy="118913"/>
              </a:xfrm>
              <a:custGeom>
                <a:avLst/>
                <a:gdLst>
                  <a:gd name="connsiteX0" fmla="*/ 65393 w 665136"/>
                  <a:gd name="connsiteY0" fmla="*/ 221189 h 234694"/>
                  <a:gd name="connsiteX1" fmla="*/ 230493 w 665136"/>
                  <a:gd name="connsiteY1" fmla="*/ 106889 h 234694"/>
                  <a:gd name="connsiteX2" fmla="*/ 560693 w 665136"/>
                  <a:gd name="connsiteY2" fmla="*/ 68789 h 234694"/>
                  <a:gd name="connsiteX3" fmla="*/ 662293 w 665136"/>
                  <a:gd name="connsiteY3" fmla="*/ 68789 h 234694"/>
                  <a:gd name="connsiteX4" fmla="*/ 471793 w 665136"/>
                  <a:gd name="connsiteY4" fmla="*/ 5289 h 234694"/>
                  <a:gd name="connsiteX5" fmla="*/ 205093 w 665136"/>
                  <a:gd name="connsiteY5" fmla="*/ 17989 h 234694"/>
                  <a:gd name="connsiteX6" fmla="*/ 14593 w 665136"/>
                  <a:gd name="connsiteY6" fmla="*/ 132289 h 234694"/>
                  <a:gd name="connsiteX7" fmla="*/ 14593 w 665136"/>
                  <a:gd name="connsiteY7" fmla="*/ 221189 h 234694"/>
                  <a:gd name="connsiteX8" fmla="*/ 65393 w 665136"/>
                  <a:gd name="connsiteY8" fmla="*/ 221189 h 234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5136" h="234694">
                    <a:moveTo>
                      <a:pt x="65393" y="221189"/>
                    </a:moveTo>
                    <a:cubicBezTo>
                      <a:pt x="101376" y="202139"/>
                      <a:pt x="147943" y="132289"/>
                      <a:pt x="230493" y="106889"/>
                    </a:cubicBezTo>
                    <a:cubicBezTo>
                      <a:pt x="313043" y="81489"/>
                      <a:pt x="488726" y="75139"/>
                      <a:pt x="560693" y="68789"/>
                    </a:cubicBezTo>
                    <a:cubicBezTo>
                      <a:pt x="632660" y="62439"/>
                      <a:pt x="677110" y="79372"/>
                      <a:pt x="662293" y="68789"/>
                    </a:cubicBezTo>
                    <a:cubicBezTo>
                      <a:pt x="647476" y="58206"/>
                      <a:pt x="547993" y="13756"/>
                      <a:pt x="471793" y="5289"/>
                    </a:cubicBezTo>
                    <a:cubicBezTo>
                      <a:pt x="395593" y="-3178"/>
                      <a:pt x="281293" y="-3178"/>
                      <a:pt x="205093" y="17989"/>
                    </a:cubicBezTo>
                    <a:cubicBezTo>
                      <a:pt x="128893" y="39156"/>
                      <a:pt x="46343" y="98422"/>
                      <a:pt x="14593" y="132289"/>
                    </a:cubicBezTo>
                    <a:cubicBezTo>
                      <a:pt x="-17157" y="166156"/>
                      <a:pt x="12476" y="204256"/>
                      <a:pt x="14593" y="221189"/>
                    </a:cubicBezTo>
                    <a:cubicBezTo>
                      <a:pt x="16710" y="238122"/>
                      <a:pt x="29410" y="240239"/>
                      <a:pt x="65393" y="221189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728E711-E8A1-4140-BA0F-627E12F95489}"/>
                  </a:ext>
                </a:extLst>
              </p:cNvPr>
              <p:cNvSpPr/>
              <p:nvPr/>
            </p:nvSpPr>
            <p:spPr>
              <a:xfrm>
                <a:off x="2930028" y="2475717"/>
                <a:ext cx="140371" cy="172700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rgbClr val="5E00BC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093FAF98-03D6-4F29-8CA4-B5166A7DC484}"/>
                  </a:ext>
                </a:extLst>
              </p:cNvPr>
              <p:cNvSpPr/>
              <p:nvPr/>
            </p:nvSpPr>
            <p:spPr>
              <a:xfrm>
                <a:off x="3624562" y="1641888"/>
                <a:ext cx="514922" cy="566404"/>
              </a:xfrm>
              <a:custGeom>
                <a:avLst/>
                <a:gdLst>
                  <a:gd name="connsiteX0" fmla="*/ 0 w 416453"/>
                  <a:gd name="connsiteY0" fmla="*/ 0 h 566404"/>
                  <a:gd name="connsiteX1" fmla="*/ 416453 w 416453"/>
                  <a:gd name="connsiteY1" fmla="*/ 0 h 566404"/>
                  <a:gd name="connsiteX2" fmla="*/ 416453 w 416453"/>
                  <a:gd name="connsiteY2" fmla="*/ 566404 h 566404"/>
                  <a:gd name="connsiteX3" fmla="*/ 0 w 416453"/>
                  <a:gd name="connsiteY3" fmla="*/ 566404 h 566404"/>
                  <a:gd name="connsiteX4" fmla="*/ 0 w 416453"/>
                  <a:gd name="connsiteY4" fmla="*/ 0 h 566404"/>
                  <a:gd name="connsiteX0" fmla="*/ 80865 w 497318"/>
                  <a:gd name="connsiteY0" fmla="*/ 0 h 566404"/>
                  <a:gd name="connsiteX1" fmla="*/ 497318 w 497318"/>
                  <a:gd name="connsiteY1" fmla="*/ 0 h 566404"/>
                  <a:gd name="connsiteX2" fmla="*/ 497318 w 497318"/>
                  <a:gd name="connsiteY2" fmla="*/ 566404 h 566404"/>
                  <a:gd name="connsiteX3" fmla="*/ 80865 w 497318"/>
                  <a:gd name="connsiteY3" fmla="*/ 566404 h 566404"/>
                  <a:gd name="connsiteX4" fmla="*/ 0 w 497318"/>
                  <a:gd name="connsiteY4" fmla="*/ 236184 h 566404"/>
                  <a:gd name="connsiteX5" fmla="*/ 80865 w 497318"/>
                  <a:gd name="connsiteY5" fmla="*/ 0 h 566404"/>
                  <a:gd name="connsiteX0" fmla="*/ 80865 w 533408"/>
                  <a:gd name="connsiteY0" fmla="*/ 0 h 566404"/>
                  <a:gd name="connsiteX1" fmla="*/ 497318 w 533408"/>
                  <a:gd name="connsiteY1" fmla="*/ 0 h 566404"/>
                  <a:gd name="connsiteX2" fmla="*/ 533400 w 533408"/>
                  <a:gd name="connsiteY2" fmla="*/ 274284 h 566404"/>
                  <a:gd name="connsiteX3" fmla="*/ 497318 w 533408"/>
                  <a:gd name="connsiteY3" fmla="*/ 566404 h 566404"/>
                  <a:gd name="connsiteX4" fmla="*/ 80865 w 533408"/>
                  <a:gd name="connsiteY4" fmla="*/ 566404 h 566404"/>
                  <a:gd name="connsiteX5" fmla="*/ 0 w 533408"/>
                  <a:gd name="connsiteY5" fmla="*/ 236184 h 566404"/>
                  <a:gd name="connsiteX6" fmla="*/ 80865 w 533408"/>
                  <a:gd name="connsiteY6" fmla="*/ 0 h 566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3408" h="566404">
                    <a:moveTo>
                      <a:pt x="80865" y="0"/>
                    </a:moveTo>
                    <a:lnTo>
                      <a:pt x="497318" y="0"/>
                    </a:lnTo>
                    <a:cubicBezTo>
                      <a:pt x="496645" y="82961"/>
                      <a:pt x="534073" y="191323"/>
                      <a:pt x="533400" y="274284"/>
                    </a:cubicBezTo>
                    <a:lnTo>
                      <a:pt x="497318" y="566404"/>
                    </a:lnTo>
                    <a:lnTo>
                      <a:pt x="80865" y="566404"/>
                    </a:lnTo>
                    <a:cubicBezTo>
                      <a:pt x="70843" y="460564"/>
                      <a:pt x="10022" y="342024"/>
                      <a:pt x="0" y="236184"/>
                    </a:cubicBezTo>
                    <a:lnTo>
                      <a:pt x="80865" y="0"/>
                    </a:ln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1CC8814-0F8B-4B35-B286-F3DCA0ED885D}"/>
                </a:ext>
              </a:extLst>
            </p:cNvPr>
            <p:cNvSpPr txBox="1"/>
            <p:nvPr/>
          </p:nvSpPr>
          <p:spPr>
            <a:xfrm>
              <a:off x="2545290" y="1806445"/>
              <a:ext cx="749478" cy="331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SVR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D7A41B0-2B62-48FE-8228-7160E9229CD7}"/>
                </a:ext>
              </a:extLst>
            </p:cNvPr>
            <p:cNvSpPr txBox="1"/>
            <p:nvPr/>
          </p:nvSpPr>
          <p:spPr>
            <a:xfrm>
              <a:off x="804808" y="4775276"/>
              <a:ext cx="566105" cy="331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CVP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863CEFE-99DD-4106-B245-7CA1B0282269}"/>
                </a:ext>
              </a:extLst>
            </p:cNvPr>
            <p:cNvCxnSpPr>
              <a:cxnSpLocks/>
            </p:cNvCxnSpPr>
            <p:nvPr/>
          </p:nvCxnSpPr>
          <p:spPr>
            <a:xfrm>
              <a:off x="845712" y="3923825"/>
              <a:ext cx="0" cy="17941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81E5495-DDCD-40D2-ABCE-3F541A512BF3}"/>
                </a:ext>
              </a:extLst>
            </p:cNvPr>
            <p:cNvCxnSpPr>
              <a:cxnSpLocks/>
            </p:cNvCxnSpPr>
            <p:nvPr/>
          </p:nvCxnSpPr>
          <p:spPr>
            <a:xfrm>
              <a:off x="1329834" y="4107517"/>
              <a:ext cx="27748" cy="15380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Hypovolemic">
            <a:extLst>
              <a:ext uri="{FF2B5EF4-FFF2-40B4-BE49-F238E27FC236}">
                <a16:creationId xmlns:a16="http://schemas.microsoft.com/office/drawing/2014/main" id="{14B1275E-2686-449F-9AB7-39FE08115B9C}"/>
              </a:ext>
            </a:extLst>
          </p:cNvPr>
          <p:cNvSpPr txBox="1"/>
          <p:nvPr/>
        </p:nvSpPr>
        <p:spPr>
          <a:xfrm>
            <a:off x="5579488" y="885883"/>
            <a:ext cx="1739150" cy="35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HYPOVOLEMIC</a:t>
            </a:r>
          </a:p>
        </p:txBody>
      </p:sp>
      <p:sp>
        <p:nvSpPr>
          <p:cNvPr id="136" name="Distributive">
            <a:extLst>
              <a:ext uri="{FF2B5EF4-FFF2-40B4-BE49-F238E27FC236}">
                <a16:creationId xmlns:a16="http://schemas.microsoft.com/office/drawing/2014/main" id="{13E6FD15-89E4-4C73-85F5-B922D162912B}"/>
              </a:ext>
            </a:extLst>
          </p:cNvPr>
          <p:cNvSpPr txBox="1"/>
          <p:nvPr/>
        </p:nvSpPr>
        <p:spPr>
          <a:xfrm>
            <a:off x="5619485" y="2955697"/>
            <a:ext cx="1739150" cy="1194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DISTRIBUTIVE</a:t>
            </a:r>
          </a:p>
          <a:p>
            <a:pPr marL="177800"/>
            <a:r>
              <a:rPr lang="en-US" sz="1400" dirty="0"/>
              <a:t>Sepsis</a:t>
            </a:r>
          </a:p>
          <a:p>
            <a:pPr marL="177800"/>
            <a:r>
              <a:rPr lang="en-US" sz="1400" dirty="0"/>
              <a:t>Neurogenic</a:t>
            </a:r>
          </a:p>
          <a:p>
            <a:pPr marL="177800"/>
            <a:r>
              <a:rPr lang="en-US" sz="1400" dirty="0"/>
              <a:t>Anaphylactic</a:t>
            </a:r>
          </a:p>
          <a:p>
            <a:pPr marL="177800"/>
            <a:r>
              <a:rPr lang="en-US" sz="1400" dirty="0"/>
              <a:t>Adrenal crisis</a:t>
            </a:r>
          </a:p>
        </p:txBody>
      </p:sp>
      <p:sp>
        <p:nvSpPr>
          <p:cNvPr id="144" name="Hypovolemia treatment">
            <a:extLst>
              <a:ext uri="{FF2B5EF4-FFF2-40B4-BE49-F238E27FC236}">
                <a16:creationId xmlns:a16="http://schemas.microsoft.com/office/drawing/2014/main" id="{128AB298-66AE-455B-9381-C7FFAD176EBA}"/>
              </a:ext>
            </a:extLst>
          </p:cNvPr>
          <p:cNvSpPr txBox="1"/>
          <p:nvPr/>
        </p:nvSpPr>
        <p:spPr>
          <a:xfrm>
            <a:off x="10783774" y="907190"/>
            <a:ext cx="1115983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Volume</a:t>
            </a:r>
          </a:p>
        </p:txBody>
      </p:sp>
      <p:grpSp>
        <p:nvGrpSpPr>
          <p:cNvPr id="38" name="Hypovolemia features">
            <a:extLst>
              <a:ext uri="{FF2B5EF4-FFF2-40B4-BE49-F238E27FC236}">
                <a16:creationId xmlns:a16="http://schemas.microsoft.com/office/drawing/2014/main" id="{BE413284-4346-4892-83AA-F25ADA773DE9}"/>
              </a:ext>
            </a:extLst>
          </p:cNvPr>
          <p:cNvGrpSpPr/>
          <p:nvPr/>
        </p:nvGrpSpPr>
        <p:grpSpPr>
          <a:xfrm>
            <a:off x="7158729" y="859244"/>
            <a:ext cx="3488287" cy="391475"/>
            <a:chOff x="7158729" y="695016"/>
            <a:chExt cx="3488287" cy="391475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8F7377E-5575-4F05-B809-098269A17142}"/>
                </a:ext>
              </a:extLst>
            </p:cNvPr>
            <p:cNvSpPr txBox="1"/>
            <p:nvPr/>
          </p:nvSpPr>
          <p:spPr>
            <a:xfrm>
              <a:off x="7158729" y="695016"/>
              <a:ext cx="1115983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↓↓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632CB3F-1C4C-42F3-8266-23133F139D86}"/>
                </a:ext>
              </a:extLst>
            </p:cNvPr>
            <p:cNvSpPr txBox="1"/>
            <p:nvPr/>
          </p:nvSpPr>
          <p:spPr>
            <a:xfrm>
              <a:off x="8405975" y="707220"/>
              <a:ext cx="1115983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29C5D1D-7DA1-4583-97D2-0125AD9C4961}"/>
                </a:ext>
              </a:extLst>
            </p:cNvPr>
            <p:cNvSpPr txBox="1"/>
            <p:nvPr/>
          </p:nvSpPr>
          <p:spPr>
            <a:xfrm>
              <a:off x="9531033" y="728037"/>
              <a:ext cx="1115983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</p:grpSp>
      <p:sp>
        <p:nvSpPr>
          <p:cNvPr id="152" name="Cardiogenic treatment">
            <a:extLst>
              <a:ext uri="{FF2B5EF4-FFF2-40B4-BE49-F238E27FC236}">
                <a16:creationId xmlns:a16="http://schemas.microsoft.com/office/drawing/2014/main" id="{B4D2F910-547C-43AC-8A2A-6E6D864CB5F6}"/>
              </a:ext>
            </a:extLst>
          </p:cNvPr>
          <p:cNvSpPr txBox="1"/>
          <p:nvPr/>
        </p:nvSpPr>
        <p:spPr>
          <a:xfrm>
            <a:off x="10786739" y="1420380"/>
            <a:ext cx="1115983" cy="567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Inotropes ± diuresis</a:t>
            </a:r>
          </a:p>
        </p:txBody>
      </p:sp>
      <p:grpSp>
        <p:nvGrpSpPr>
          <p:cNvPr id="42" name="Cardiogenic features">
            <a:extLst>
              <a:ext uri="{FF2B5EF4-FFF2-40B4-BE49-F238E27FC236}">
                <a16:creationId xmlns:a16="http://schemas.microsoft.com/office/drawing/2014/main" id="{7B1B0D81-2FF1-4E6D-8349-59C370311BA9}"/>
              </a:ext>
            </a:extLst>
          </p:cNvPr>
          <p:cNvGrpSpPr/>
          <p:nvPr/>
        </p:nvGrpSpPr>
        <p:grpSpPr>
          <a:xfrm>
            <a:off x="7201071" y="1498597"/>
            <a:ext cx="3420834" cy="370203"/>
            <a:chOff x="7201071" y="1334369"/>
            <a:chExt cx="3420834" cy="370203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C149350-2920-4393-AE81-E8C6287D4999}"/>
                </a:ext>
              </a:extLst>
            </p:cNvPr>
            <p:cNvSpPr txBox="1"/>
            <p:nvPr/>
          </p:nvSpPr>
          <p:spPr>
            <a:xfrm>
              <a:off x="7201071" y="1334369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ED00002-A06C-40EE-9239-A091D914CF15}"/>
                </a:ext>
              </a:extLst>
            </p:cNvPr>
            <p:cNvSpPr txBox="1"/>
            <p:nvPr/>
          </p:nvSpPr>
          <p:spPr>
            <a:xfrm>
              <a:off x="8434635" y="1334369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↓↓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2EB509-952E-491E-B80D-AE28355FD79A}"/>
                </a:ext>
              </a:extLst>
            </p:cNvPr>
            <p:cNvSpPr txBox="1"/>
            <p:nvPr/>
          </p:nvSpPr>
          <p:spPr>
            <a:xfrm>
              <a:off x="9556145" y="1346118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</p:grpSp>
      <p:sp>
        <p:nvSpPr>
          <p:cNvPr id="156" name="Distributive treatment">
            <a:extLst>
              <a:ext uri="{FF2B5EF4-FFF2-40B4-BE49-F238E27FC236}">
                <a16:creationId xmlns:a16="http://schemas.microsoft.com/office/drawing/2014/main" id="{8EAFC920-C174-4601-9694-DEE7DBF98734}"/>
              </a:ext>
            </a:extLst>
          </p:cNvPr>
          <p:cNvSpPr txBox="1"/>
          <p:nvPr/>
        </p:nvSpPr>
        <p:spPr>
          <a:xfrm>
            <a:off x="10746479" y="3200064"/>
            <a:ext cx="1205671" cy="567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IVF + </a:t>
            </a:r>
          </a:p>
          <a:p>
            <a:pPr algn="ctr"/>
            <a:r>
              <a:rPr lang="en-US" sz="1600" dirty="0">
                <a:solidFill>
                  <a:schemeClr val="accent6"/>
                </a:solidFill>
              </a:rPr>
              <a:t>NE or </a:t>
            </a:r>
            <a:r>
              <a:rPr lang="en-US" sz="1600" dirty="0" err="1">
                <a:solidFill>
                  <a:schemeClr val="accent6"/>
                </a:solidFill>
              </a:rPr>
              <a:t>vaso</a:t>
            </a:r>
            <a:endParaRPr lang="en-US" sz="1600" dirty="0">
              <a:solidFill>
                <a:schemeClr val="accent6"/>
              </a:solidFill>
            </a:endParaRPr>
          </a:p>
        </p:txBody>
      </p:sp>
      <p:grpSp>
        <p:nvGrpSpPr>
          <p:cNvPr id="44" name="Distributive features">
            <a:extLst>
              <a:ext uri="{FF2B5EF4-FFF2-40B4-BE49-F238E27FC236}">
                <a16:creationId xmlns:a16="http://schemas.microsoft.com/office/drawing/2014/main" id="{5DE55B2A-2147-4B09-92B5-5F7B685E24BF}"/>
              </a:ext>
            </a:extLst>
          </p:cNvPr>
          <p:cNvGrpSpPr/>
          <p:nvPr/>
        </p:nvGrpSpPr>
        <p:grpSpPr>
          <a:xfrm>
            <a:off x="7220501" y="3281453"/>
            <a:ext cx="3420834" cy="370202"/>
            <a:chOff x="7220501" y="3117225"/>
            <a:chExt cx="3420834" cy="370202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0C8A0ACC-4C5C-4E1A-A1CF-B75881BB67EE}"/>
                </a:ext>
              </a:extLst>
            </p:cNvPr>
            <p:cNvSpPr txBox="1"/>
            <p:nvPr/>
          </p:nvSpPr>
          <p:spPr>
            <a:xfrm>
              <a:off x="7220501" y="3117225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 – </a:t>
              </a:r>
              <a:r>
                <a:rPr lang="en-US" dirty="0" err="1"/>
                <a:t>nml</a:t>
              </a:r>
              <a:endParaRPr lang="en-US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80384ECC-93B9-4CA1-887D-81E0C071F378}"/>
                </a:ext>
              </a:extLst>
            </p:cNvPr>
            <p:cNvSpPr txBox="1"/>
            <p:nvPr/>
          </p:nvSpPr>
          <p:spPr>
            <a:xfrm>
              <a:off x="8454064" y="3117225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nml</a:t>
              </a:r>
              <a:r>
                <a:rPr lang="en-US" dirty="0"/>
                <a:t> – ↑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3D6CAC1-E078-4F5D-8739-97D698B0C045}"/>
                </a:ext>
              </a:extLst>
            </p:cNvPr>
            <p:cNvSpPr txBox="1"/>
            <p:nvPr/>
          </p:nvSpPr>
          <p:spPr>
            <a:xfrm>
              <a:off x="9575575" y="3128973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</a:t>
              </a:r>
            </a:p>
          </p:txBody>
        </p:sp>
      </p:grpSp>
      <p:sp>
        <p:nvSpPr>
          <p:cNvPr id="135" name="Obstructive teatment">
            <a:extLst>
              <a:ext uri="{FF2B5EF4-FFF2-40B4-BE49-F238E27FC236}">
                <a16:creationId xmlns:a16="http://schemas.microsoft.com/office/drawing/2014/main" id="{13F21698-3009-44C4-87B2-6B29FDFC7AB5}"/>
              </a:ext>
            </a:extLst>
          </p:cNvPr>
          <p:cNvSpPr/>
          <p:nvPr/>
        </p:nvSpPr>
        <p:spPr>
          <a:xfrm>
            <a:off x="10744955" y="2381606"/>
            <a:ext cx="1130954" cy="328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Inotropes</a:t>
            </a:r>
          </a:p>
        </p:txBody>
      </p:sp>
      <p:grpSp>
        <p:nvGrpSpPr>
          <p:cNvPr id="43" name="Obstructive features">
            <a:extLst>
              <a:ext uri="{FF2B5EF4-FFF2-40B4-BE49-F238E27FC236}">
                <a16:creationId xmlns:a16="http://schemas.microsoft.com/office/drawing/2014/main" id="{34D7D26C-4676-4526-B6FD-571070F29C7D}"/>
              </a:ext>
            </a:extLst>
          </p:cNvPr>
          <p:cNvGrpSpPr/>
          <p:nvPr/>
        </p:nvGrpSpPr>
        <p:grpSpPr>
          <a:xfrm>
            <a:off x="7201071" y="2311644"/>
            <a:ext cx="3420834" cy="370202"/>
            <a:chOff x="7201071" y="2147416"/>
            <a:chExt cx="3420834" cy="370202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2F9FF91-5EC2-42DC-A07C-3DF8AF7044B8}"/>
                </a:ext>
              </a:extLst>
            </p:cNvPr>
            <p:cNvSpPr txBox="1"/>
            <p:nvPr/>
          </p:nvSpPr>
          <p:spPr>
            <a:xfrm>
              <a:off x="7201071" y="214741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18FA25A-AA18-48D7-8551-6A5F1F3C5A96}"/>
                </a:ext>
              </a:extLst>
            </p:cNvPr>
            <p:cNvSpPr txBox="1"/>
            <p:nvPr/>
          </p:nvSpPr>
          <p:spPr>
            <a:xfrm>
              <a:off x="8434635" y="214741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2D09E05-A3D0-4BCE-90C6-2F916EDBB8C4}"/>
                </a:ext>
              </a:extLst>
            </p:cNvPr>
            <p:cNvSpPr txBox="1"/>
            <p:nvPr/>
          </p:nvSpPr>
          <p:spPr>
            <a:xfrm>
              <a:off x="9556145" y="2159164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</p:grpSp>
      <p:sp>
        <p:nvSpPr>
          <p:cNvPr id="162" name="Cardiogenic">
            <a:extLst>
              <a:ext uri="{FF2B5EF4-FFF2-40B4-BE49-F238E27FC236}">
                <a16:creationId xmlns:a16="http://schemas.microsoft.com/office/drawing/2014/main" id="{1B71FBD1-3FC3-48E5-9138-35FC1E56B6A3}"/>
              </a:ext>
            </a:extLst>
          </p:cNvPr>
          <p:cNvSpPr txBox="1"/>
          <p:nvPr/>
        </p:nvSpPr>
        <p:spPr>
          <a:xfrm>
            <a:off x="5604957" y="1371616"/>
            <a:ext cx="1739150" cy="776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CARDIOGENIC</a:t>
            </a:r>
          </a:p>
          <a:p>
            <a:pPr marL="177800"/>
            <a:r>
              <a:rPr lang="en-US" sz="1400" dirty="0"/>
              <a:t>HF, valvular, arrhythmogenic</a:t>
            </a:r>
            <a:endParaRPr lang="en-US" dirty="0"/>
          </a:p>
        </p:txBody>
      </p:sp>
      <p:sp>
        <p:nvSpPr>
          <p:cNvPr id="163" name="Obstructive">
            <a:extLst>
              <a:ext uri="{FF2B5EF4-FFF2-40B4-BE49-F238E27FC236}">
                <a16:creationId xmlns:a16="http://schemas.microsoft.com/office/drawing/2014/main" id="{288F12BF-1AC3-4CD6-9108-A69E1C83A691}"/>
              </a:ext>
            </a:extLst>
          </p:cNvPr>
          <p:cNvSpPr/>
          <p:nvPr/>
        </p:nvSpPr>
        <p:spPr>
          <a:xfrm>
            <a:off x="5631387" y="2155375"/>
            <a:ext cx="1582805" cy="776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OBSTRUCTIVE</a:t>
            </a:r>
            <a:r>
              <a:rPr lang="en-US" dirty="0"/>
              <a:t> </a:t>
            </a:r>
          </a:p>
          <a:p>
            <a:pPr marL="114300"/>
            <a:r>
              <a:rPr lang="en-US" sz="1400" dirty="0"/>
              <a:t>PE, PTX, tamponade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AC2A7B8-530A-4A0D-90C2-4C26C9C73E5A}"/>
              </a:ext>
            </a:extLst>
          </p:cNvPr>
          <p:cNvCxnSpPr>
            <a:cxnSpLocks/>
          </p:cNvCxnSpPr>
          <p:nvPr/>
        </p:nvCxnSpPr>
        <p:spPr>
          <a:xfrm>
            <a:off x="5631682" y="4136123"/>
            <a:ext cx="637078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Norepinephrine">
            <a:extLst>
              <a:ext uri="{FF2B5EF4-FFF2-40B4-BE49-F238E27FC236}">
                <a16:creationId xmlns:a16="http://schemas.microsoft.com/office/drawing/2014/main" id="{5AAF2F00-3149-4FBB-9520-9798FEC9C3AC}"/>
              </a:ext>
            </a:extLst>
          </p:cNvPr>
          <p:cNvSpPr txBox="1"/>
          <p:nvPr/>
        </p:nvSpPr>
        <p:spPr>
          <a:xfrm>
            <a:off x="5586603" y="4186271"/>
            <a:ext cx="173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Norepinephrine</a:t>
            </a:r>
          </a:p>
        </p:txBody>
      </p:sp>
      <p:sp>
        <p:nvSpPr>
          <p:cNvPr id="199" name="Dobutamine use">
            <a:extLst>
              <a:ext uri="{FF2B5EF4-FFF2-40B4-BE49-F238E27FC236}">
                <a16:creationId xmlns:a16="http://schemas.microsoft.com/office/drawing/2014/main" id="{4A4C169A-01EF-4A1B-B17A-57771334848B}"/>
              </a:ext>
            </a:extLst>
          </p:cNvPr>
          <p:cNvSpPr txBox="1"/>
          <p:nvPr/>
        </p:nvSpPr>
        <p:spPr>
          <a:xfrm>
            <a:off x="10748076" y="5845110"/>
            <a:ext cx="1205671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Cardiogenic</a:t>
            </a:r>
          </a:p>
        </p:txBody>
      </p:sp>
      <p:grpSp>
        <p:nvGrpSpPr>
          <p:cNvPr id="57" name="dobutamine affects">
            <a:extLst>
              <a:ext uri="{FF2B5EF4-FFF2-40B4-BE49-F238E27FC236}">
                <a16:creationId xmlns:a16="http://schemas.microsoft.com/office/drawing/2014/main" id="{C87A2031-DA84-4B17-9674-4EC63ED3FFF2}"/>
              </a:ext>
            </a:extLst>
          </p:cNvPr>
          <p:cNvGrpSpPr/>
          <p:nvPr/>
        </p:nvGrpSpPr>
        <p:grpSpPr>
          <a:xfrm>
            <a:off x="7368524" y="5814972"/>
            <a:ext cx="3271176" cy="382516"/>
            <a:chOff x="7368524" y="5688844"/>
            <a:chExt cx="3271176" cy="382516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4CC0D34-3E12-4BA8-B72F-5E5FF0AA9D87}"/>
                </a:ext>
              </a:extLst>
            </p:cNvPr>
            <p:cNvSpPr txBox="1"/>
            <p:nvPr/>
          </p:nvSpPr>
          <p:spPr>
            <a:xfrm>
              <a:off x="8569849" y="571290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E31006E-FEEC-4590-AF63-9934C52AA899}"/>
                </a:ext>
              </a:extLst>
            </p:cNvPr>
            <p:cNvSpPr txBox="1"/>
            <p:nvPr/>
          </p:nvSpPr>
          <p:spPr>
            <a:xfrm>
              <a:off x="9573940" y="5688844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mild ↓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275C580-4994-4EBF-8F45-D658F0B4E6B8}"/>
                </a:ext>
              </a:extLst>
            </p:cNvPr>
            <p:cNvSpPr txBox="1"/>
            <p:nvPr/>
          </p:nvSpPr>
          <p:spPr>
            <a:xfrm>
              <a:off x="7368524" y="5706205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</p:grpSp>
      <p:sp>
        <p:nvSpPr>
          <p:cNvPr id="171" name="Dobutamine">
            <a:extLst>
              <a:ext uri="{FF2B5EF4-FFF2-40B4-BE49-F238E27FC236}">
                <a16:creationId xmlns:a16="http://schemas.microsoft.com/office/drawing/2014/main" id="{7649C213-A656-41BC-BF93-14479BCFBF1B}"/>
              </a:ext>
            </a:extLst>
          </p:cNvPr>
          <p:cNvSpPr txBox="1"/>
          <p:nvPr/>
        </p:nvSpPr>
        <p:spPr>
          <a:xfrm>
            <a:off x="5673744" y="5829091"/>
            <a:ext cx="1596114" cy="35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Dobutamine</a:t>
            </a:r>
          </a:p>
        </p:txBody>
      </p:sp>
      <p:sp>
        <p:nvSpPr>
          <p:cNvPr id="173" name="Vasopressin">
            <a:extLst>
              <a:ext uri="{FF2B5EF4-FFF2-40B4-BE49-F238E27FC236}">
                <a16:creationId xmlns:a16="http://schemas.microsoft.com/office/drawing/2014/main" id="{99A235B6-F0E3-4A2F-83F5-BC820DB6A1C9}"/>
              </a:ext>
            </a:extLst>
          </p:cNvPr>
          <p:cNvSpPr txBox="1"/>
          <p:nvPr/>
        </p:nvSpPr>
        <p:spPr>
          <a:xfrm>
            <a:off x="5617726" y="4589965"/>
            <a:ext cx="1596114" cy="35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Vasopressin</a:t>
            </a:r>
          </a:p>
        </p:txBody>
      </p:sp>
      <p:sp>
        <p:nvSpPr>
          <p:cNvPr id="196" name="norepi use">
            <a:extLst>
              <a:ext uri="{FF2B5EF4-FFF2-40B4-BE49-F238E27FC236}">
                <a16:creationId xmlns:a16="http://schemas.microsoft.com/office/drawing/2014/main" id="{5DFA4E12-F43A-4E8F-8321-D0A99891F5D0}"/>
              </a:ext>
            </a:extLst>
          </p:cNvPr>
          <p:cNvSpPr txBox="1"/>
          <p:nvPr/>
        </p:nvSpPr>
        <p:spPr>
          <a:xfrm>
            <a:off x="10727917" y="4200022"/>
            <a:ext cx="1205671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Distributive</a:t>
            </a:r>
          </a:p>
        </p:txBody>
      </p:sp>
      <p:grpSp>
        <p:nvGrpSpPr>
          <p:cNvPr id="45" name="Norepi affects">
            <a:extLst>
              <a:ext uri="{FF2B5EF4-FFF2-40B4-BE49-F238E27FC236}">
                <a16:creationId xmlns:a16="http://schemas.microsoft.com/office/drawing/2014/main" id="{F86538FB-6AFD-49B0-8809-CD8F130EEA38}"/>
              </a:ext>
            </a:extLst>
          </p:cNvPr>
          <p:cNvGrpSpPr/>
          <p:nvPr/>
        </p:nvGrpSpPr>
        <p:grpSpPr>
          <a:xfrm>
            <a:off x="7220501" y="4199459"/>
            <a:ext cx="3458750" cy="371377"/>
            <a:chOff x="7220501" y="4035231"/>
            <a:chExt cx="3458750" cy="37137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AF8679BA-D0A2-45AB-BCDF-26A36FC67E04}"/>
                </a:ext>
              </a:extLst>
            </p:cNvPr>
            <p:cNvSpPr txBox="1"/>
            <p:nvPr/>
          </p:nvSpPr>
          <p:spPr>
            <a:xfrm>
              <a:off x="9613491" y="4048154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↑↑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E66C021-7445-4276-9876-63AF3EA7B323}"/>
                </a:ext>
              </a:extLst>
            </p:cNvPr>
            <p:cNvSpPr txBox="1"/>
            <p:nvPr/>
          </p:nvSpPr>
          <p:spPr>
            <a:xfrm>
              <a:off x="8522293" y="4036945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mild ↑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A0175AB-5268-443C-8C94-6FC6BDBA023C}"/>
                </a:ext>
              </a:extLst>
            </p:cNvPr>
            <p:cNvSpPr txBox="1"/>
            <p:nvPr/>
          </p:nvSpPr>
          <p:spPr>
            <a:xfrm>
              <a:off x="7220501" y="4035231"/>
              <a:ext cx="1233237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</p:grpSp>
      <p:grpSp>
        <p:nvGrpSpPr>
          <p:cNvPr id="71" name="Vasopressin affects">
            <a:extLst>
              <a:ext uri="{FF2B5EF4-FFF2-40B4-BE49-F238E27FC236}">
                <a16:creationId xmlns:a16="http://schemas.microsoft.com/office/drawing/2014/main" id="{6C063748-CD96-4A50-8802-A729DDAF2282}"/>
              </a:ext>
            </a:extLst>
          </p:cNvPr>
          <p:cNvGrpSpPr/>
          <p:nvPr/>
        </p:nvGrpSpPr>
        <p:grpSpPr>
          <a:xfrm>
            <a:off x="7285625" y="4572754"/>
            <a:ext cx="3387382" cy="383690"/>
            <a:chOff x="7285625" y="4446626"/>
            <a:chExt cx="3387382" cy="383690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AE0B2FDF-84BB-47FC-A32B-0E4A98469C18}"/>
                </a:ext>
              </a:extLst>
            </p:cNvPr>
            <p:cNvSpPr txBox="1"/>
            <p:nvPr/>
          </p:nvSpPr>
          <p:spPr>
            <a:xfrm>
              <a:off x="7285625" y="4458294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6AB1A94-2339-4D89-950C-36877A0AA5C7}"/>
                </a:ext>
              </a:extLst>
            </p:cNvPr>
            <p:cNvSpPr txBox="1"/>
            <p:nvPr/>
          </p:nvSpPr>
          <p:spPr>
            <a:xfrm>
              <a:off x="8528593" y="4471862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EAA93F91-CA37-42F8-8297-70D2AD724866}"/>
                </a:ext>
              </a:extLst>
            </p:cNvPr>
            <p:cNvSpPr txBox="1"/>
            <p:nvPr/>
          </p:nvSpPr>
          <p:spPr>
            <a:xfrm>
              <a:off x="9607247" y="444662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</p:grpSp>
      <p:sp>
        <p:nvSpPr>
          <p:cNvPr id="198" name="Epi use">
            <a:extLst>
              <a:ext uri="{FF2B5EF4-FFF2-40B4-BE49-F238E27FC236}">
                <a16:creationId xmlns:a16="http://schemas.microsoft.com/office/drawing/2014/main" id="{B126886A-7410-42CE-99CF-EDE972CA5174}"/>
              </a:ext>
            </a:extLst>
          </p:cNvPr>
          <p:cNvSpPr txBox="1"/>
          <p:nvPr/>
        </p:nvSpPr>
        <p:spPr>
          <a:xfrm>
            <a:off x="10736308" y="4995187"/>
            <a:ext cx="1205671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Anaphylaxis</a:t>
            </a:r>
          </a:p>
        </p:txBody>
      </p:sp>
      <p:grpSp>
        <p:nvGrpSpPr>
          <p:cNvPr id="55" name="Epi affects">
            <a:extLst>
              <a:ext uri="{FF2B5EF4-FFF2-40B4-BE49-F238E27FC236}">
                <a16:creationId xmlns:a16="http://schemas.microsoft.com/office/drawing/2014/main" id="{93873950-B7BD-4139-BD56-2400DB13A003}"/>
              </a:ext>
            </a:extLst>
          </p:cNvPr>
          <p:cNvGrpSpPr/>
          <p:nvPr/>
        </p:nvGrpSpPr>
        <p:grpSpPr>
          <a:xfrm>
            <a:off x="7288562" y="4980544"/>
            <a:ext cx="3384445" cy="376134"/>
            <a:chOff x="7288562" y="4854416"/>
            <a:chExt cx="3384445" cy="376134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30058231-1B72-4AC4-B910-C561CCADDBAC}"/>
                </a:ext>
              </a:extLst>
            </p:cNvPr>
            <p:cNvSpPr txBox="1"/>
            <p:nvPr/>
          </p:nvSpPr>
          <p:spPr>
            <a:xfrm>
              <a:off x="8551372" y="485441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5A77488-BDC9-4AB2-A4A4-DE06BB66FB80}"/>
                </a:ext>
              </a:extLst>
            </p:cNvPr>
            <p:cNvSpPr txBox="1"/>
            <p:nvPr/>
          </p:nvSpPr>
          <p:spPr>
            <a:xfrm>
              <a:off x="9607247" y="4859770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CE7C37D-76D7-4ADC-9F12-143172B43EF4}"/>
                </a:ext>
              </a:extLst>
            </p:cNvPr>
            <p:cNvSpPr txBox="1"/>
            <p:nvPr/>
          </p:nvSpPr>
          <p:spPr>
            <a:xfrm>
              <a:off x="7288562" y="487209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</p:grpSp>
      <p:sp>
        <p:nvSpPr>
          <p:cNvPr id="169" name="Epi">
            <a:extLst>
              <a:ext uri="{FF2B5EF4-FFF2-40B4-BE49-F238E27FC236}">
                <a16:creationId xmlns:a16="http://schemas.microsoft.com/office/drawing/2014/main" id="{30B9A701-9159-4BD2-B25B-52118CF6DD16}"/>
              </a:ext>
            </a:extLst>
          </p:cNvPr>
          <p:cNvSpPr txBox="1"/>
          <p:nvPr/>
        </p:nvSpPr>
        <p:spPr>
          <a:xfrm>
            <a:off x="5634673" y="5008144"/>
            <a:ext cx="1596114" cy="35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Epinephrine</a:t>
            </a:r>
          </a:p>
        </p:txBody>
      </p:sp>
      <p:sp>
        <p:nvSpPr>
          <p:cNvPr id="201" name="Phenylephrine use">
            <a:extLst>
              <a:ext uri="{FF2B5EF4-FFF2-40B4-BE49-F238E27FC236}">
                <a16:creationId xmlns:a16="http://schemas.microsoft.com/office/drawing/2014/main" id="{D32308F2-1B66-4495-A368-12F0D56185F7}"/>
              </a:ext>
            </a:extLst>
          </p:cNvPr>
          <p:cNvSpPr txBox="1"/>
          <p:nvPr/>
        </p:nvSpPr>
        <p:spPr>
          <a:xfrm>
            <a:off x="10720507" y="5435832"/>
            <a:ext cx="1205671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Distributive</a:t>
            </a:r>
          </a:p>
        </p:txBody>
      </p:sp>
      <p:grpSp>
        <p:nvGrpSpPr>
          <p:cNvPr id="56" name="Phenylephrine affects">
            <a:extLst>
              <a:ext uri="{FF2B5EF4-FFF2-40B4-BE49-F238E27FC236}">
                <a16:creationId xmlns:a16="http://schemas.microsoft.com/office/drawing/2014/main" id="{944EA246-F3E8-458E-BC96-6908C95D4545}"/>
              </a:ext>
            </a:extLst>
          </p:cNvPr>
          <p:cNvGrpSpPr/>
          <p:nvPr/>
        </p:nvGrpSpPr>
        <p:grpSpPr>
          <a:xfrm>
            <a:off x="7338384" y="5396604"/>
            <a:ext cx="3334623" cy="377758"/>
            <a:chOff x="7338384" y="5270476"/>
            <a:chExt cx="3334623" cy="377758"/>
          </a:xfrm>
        </p:grpSpPr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4196F28D-1EA4-470E-BAA2-C5B8D34353FF}"/>
                </a:ext>
              </a:extLst>
            </p:cNvPr>
            <p:cNvSpPr txBox="1"/>
            <p:nvPr/>
          </p:nvSpPr>
          <p:spPr>
            <a:xfrm>
              <a:off x="7338384" y="527047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712A6A02-E0E5-4F00-9DDA-726D6797133C}"/>
                </a:ext>
              </a:extLst>
            </p:cNvPr>
            <p:cNvSpPr txBox="1"/>
            <p:nvPr/>
          </p:nvSpPr>
          <p:spPr>
            <a:xfrm>
              <a:off x="8551372" y="5289780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-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BF4FF966-C6F5-4089-9617-E2B8F64ECBC3}"/>
                </a:ext>
              </a:extLst>
            </p:cNvPr>
            <p:cNvSpPr txBox="1"/>
            <p:nvPr/>
          </p:nvSpPr>
          <p:spPr>
            <a:xfrm>
              <a:off x="9607247" y="5289532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</p:grpSp>
      <p:sp>
        <p:nvSpPr>
          <p:cNvPr id="170" name="Phenylephrine">
            <a:extLst>
              <a:ext uri="{FF2B5EF4-FFF2-40B4-BE49-F238E27FC236}">
                <a16:creationId xmlns:a16="http://schemas.microsoft.com/office/drawing/2014/main" id="{24AB5F07-4504-4F7B-9FA8-018EA6A358F6}"/>
              </a:ext>
            </a:extLst>
          </p:cNvPr>
          <p:cNvSpPr txBox="1"/>
          <p:nvPr/>
        </p:nvSpPr>
        <p:spPr>
          <a:xfrm>
            <a:off x="5634673" y="5429347"/>
            <a:ext cx="1596114" cy="35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Phenylephrine</a:t>
            </a:r>
          </a:p>
        </p:txBody>
      </p:sp>
      <p:sp>
        <p:nvSpPr>
          <p:cNvPr id="202" name="Dopamine use">
            <a:extLst>
              <a:ext uri="{FF2B5EF4-FFF2-40B4-BE49-F238E27FC236}">
                <a16:creationId xmlns:a16="http://schemas.microsoft.com/office/drawing/2014/main" id="{8DDABB92-00AA-45F8-B1BD-D92A76CD900B}"/>
              </a:ext>
            </a:extLst>
          </p:cNvPr>
          <p:cNvSpPr txBox="1"/>
          <p:nvPr/>
        </p:nvSpPr>
        <p:spPr>
          <a:xfrm>
            <a:off x="10742501" y="6239153"/>
            <a:ext cx="1205671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All</a:t>
            </a:r>
          </a:p>
        </p:txBody>
      </p:sp>
      <p:grpSp>
        <p:nvGrpSpPr>
          <p:cNvPr id="58" name="Dopamine affects">
            <a:extLst>
              <a:ext uri="{FF2B5EF4-FFF2-40B4-BE49-F238E27FC236}">
                <a16:creationId xmlns:a16="http://schemas.microsoft.com/office/drawing/2014/main" id="{5F3E244F-C1B8-4AC3-8AF8-435298CAF3E3}"/>
              </a:ext>
            </a:extLst>
          </p:cNvPr>
          <p:cNvGrpSpPr/>
          <p:nvPr/>
        </p:nvGrpSpPr>
        <p:grpSpPr>
          <a:xfrm>
            <a:off x="8569997" y="6225524"/>
            <a:ext cx="2109254" cy="368963"/>
            <a:chOff x="8569997" y="6099396"/>
            <a:chExt cx="2109254" cy="368963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7440181C-2DC8-4C25-9864-8761640E12CA}"/>
                </a:ext>
              </a:extLst>
            </p:cNvPr>
            <p:cNvSpPr txBox="1"/>
            <p:nvPr/>
          </p:nvSpPr>
          <p:spPr>
            <a:xfrm>
              <a:off x="8569997" y="6099396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↑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185D41A-11C9-452D-BCF8-41F5F5A572C1}"/>
                </a:ext>
              </a:extLst>
            </p:cNvPr>
            <p:cNvSpPr txBox="1"/>
            <p:nvPr/>
          </p:nvSpPr>
          <p:spPr>
            <a:xfrm>
              <a:off x="9613491" y="6109905"/>
              <a:ext cx="1065760" cy="35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↓</a:t>
              </a:r>
              <a:r>
                <a:rPr lang="en-US" sz="1400" dirty="0">
                  <a:latin typeface="Agency FB" panose="020B0503020202020204" pitchFamily="34" charset="0"/>
                </a:rPr>
                <a:t>→</a:t>
              </a:r>
              <a:r>
                <a:rPr lang="en-US" dirty="0"/>
                <a:t>↑</a:t>
              </a:r>
            </a:p>
          </p:txBody>
        </p:sp>
      </p:grpSp>
      <p:sp>
        <p:nvSpPr>
          <p:cNvPr id="172" name="Dopamine">
            <a:extLst>
              <a:ext uri="{FF2B5EF4-FFF2-40B4-BE49-F238E27FC236}">
                <a16:creationId xmlns:a16="http://schemas.microsoft.com/office/drawing/2014/main" id="{CE41E9C3-9A9E-45F3-BA4B-3547AB17DDA1}"/>
              </a:ext>
            </a:extLst>
          </p:cNvPr>
          <p:cNvSpPr txBox="1"/>
          <p:nvPr/>
        </p:nvSpPr>
        <p:spPr>
          <a:xfrm>
            <a:off x="5634673" y="6225524"/>
            <a:ext cx="1596114" cy="35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Dopamine</a:t>
            </a:r>
          </a:p>
        </p:txBody>
      </p:sp>
      <p:sp>
        <p:nvSpPr>
          <p:cNvPr id="197" name="Vasopressin Use">
            <a:extLst>
              <a:ext uri="{FF2B5EF4-FFF2-40B4-BE49-F238E27FC236}">
                <a16:creationId xmlns:a16="http://schemas.microsoft.com/office/drawing/2014/main" id="{002D3ABA-8AF7-478B-B429-41A71A0026C1}"/>
              </a:ext>
            </a:extLst>
          </p:cNvPr>
          <p:cNvSpPr txBox="1"/>
          <p:nvPr/>
        </p:nvSpPr>
        <p:spPr>
          <a:xfrm>
            <a:off x="10736308" y="4588310"/>
            <a:ext cx="1205671" cy="32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Distributive</a:t>
            </a:r>
          </a:p>
        </p:txBody>
      </p:sp>
      <p:grpSp>
        <p:nvGrpSpPr>
          <p:cNvPr id="59" name="Table">
            <a:extLst>
              <a:ext uri="{FF2B5EF4-FFF2-40B4-BE49-F238E27FC236}">
                <a16:creationId xmlns:a16="http://schemas.microsoft.com/office/drawing/2014/main" id="{533ADFE5-BFA9-45C0-835C-D4DAA166E69E}"/>
              </a:ext>
            </a:extLst>
          </p:cNvPr>
          <p:cNvGrpSpPr/>
          <p:nvPr/>
        </p:nvGrpSpPr>
        <p:grpSpPr>
          <a:xfrm>
            <a:off x="5579488" y="164229"/>
            <a:ext cx="6446276" cy="6428298"/>
            <a:chOff x="5579488" y="38101"/>
            <a:chExt cx="6446276" cy="6428298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8FE5647-D7EE-44D3-BE9D-61A9A6DC4D5C}"/>
                </a:ext>
              </a:extLst>
            </p:cNvPr>
            <p:cNvCxnSpPr>
              <a:cxnSpLocks/>
            </p:cNvCxnSpPr>
            <p:nvPr/>
          </p:nvCxnSpPr>
          <p:spPr>
            <a:xfrm>
              <a:off x="10638490" y="38101"/>
              <a:ext cx="59251" cy="64281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026BBCA-903D-45F3-9B21-DDA790DCAF00}"/>
                </a:ext>
              </a:extLst>
            </p:cNvPr>
            <p:cNvCxnSpPr>
              <a:cxnSpLocks/>
            </p:cNvCxnSpPr>
            <p:nvPr/>
          </p:nvCxnSpPr>
          <p:spPr>
            <a:xfrm>
              <a:off x="5607927" y="686214"/>
              <a:ext cx="63707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F5D3A063-6CE0-4D01-AE17-A9FFBD614A76}"/>
                </a:ext>
              </a:extLst>
            </p:cNvPr>
            <p:cNvCxnSpPr>
              <a:cxnSpLocks/>
            </p:cNvCxnSpPr>
            <p:nvPr/>
          </p:nvCxnSpPr>
          <p:spPr>
            <a:xfrm>
              <a:off x="5611935" y="1181848"/>
              <a:ext cx="63707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3444407-F102-4412-A550-856B622FF9D8}"/>
                </a:ext>
              </a:extLst>
            </p:cNvPr>
            <p:cNvCxnSpPr>
              <a:cxnSpLocks/>
            </p:cNvCxnSpPr>
            <p:nvPr/>
          </p:nvCxnSpPr>
          <p:spPr>
            <a:xfrm>
              <a:off x="5612507" y="2805897"/>
              <a:ext cx="63707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0F9FEAF-E30B-4050-9E9C-D580084A173D}"/>
                </a:ext>
              </a:extLst>
            </p:cNvPr>
            <p:cNvSpPr txBox="1"/>
            <p:nvPr/>
          </p:nvSpPr>
          <p:spPr>
            <a:xfrm>
              <a:off x="7267380" y="61591"/>
              <a:ext cx="995442" cy="6272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Preload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(CVP)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13759E4-DF25-4670-A62A-7D823A5C1B82}"/>
                </a:ext>
              </a:extLst>
            </p:cNvPr>
            <p:cNvSpPr txBox="1"/>
            <p:nvPr/>
          </p:nvSpPr>
          <p:spPr>
            <a:xfrm>
              <a:off x="8419141" y="184386"/>
              <a:ext cx="1057549" cy="35845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CO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11296E6-621E-427F-8D72-91E098FC1843}"/>
                </a:ext>
              </a:extLst>
            </p:cNvPr>
            <p:cNvSpPr txBox="1"/>
            <p:nvPr/>
          </p:nvSpPr>
          <p:spPr>
            <a:xfrm>
              <a:off x="9443822" y="61592"/>
              <a:ext cx="1176132" cy="6272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Afterload (SVR)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7FD5CD1-90E1-4B41-AC9D-4D59A5EFDC3B}"/>
                </a:ext>
              </a:extLst>
            </p:cNvPr>
            <p:cNvSpPr txBox="1"/>
            <p:nvPr/>
          </p:nvSpPr>
          <p:spPr>
            <a:xfrm>
              <a:off x="10751083" y="169510"/>
              <a:ext cx="12276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Treatment</a:t>
              </a:r>
            </a:p>
          </p:txBody>
        </p: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658923B-6015-44DF-B1B8-DAD9E361E6EF}"/>
                </a:ext>
              </a:extLst>
            </p:cNvPr>
            <p:cNvCxnSpPr>
              <a:cxnSpLocks/>
            </p:cNvCxnSpPr>
            <p:nvPr/>
          </p:nvCxnSpPr>
          <p:spPr>
            <a:xfrm>
              <a:off x="5626463" y="2037186"/>
              <a:ext cx="63707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7B1B1B9-7CDD-4745-9278-F7325A9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5579488" y="4447351"/>
              <a:ext cx="6446276" cy="29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AABAEEAC-13C4-498E-9309-68391A3BC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488" y="4820266"/>
              <a:ext cx="6433950" cy="10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917B6C3-AA1D-46EE-852C-0957BAF62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488" y="5252809"/>
              <a:ext cx="6433950" cy="212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F7150EFF-D7B4-4A54-B04D-1BB17E4ED3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6603" y="5684182"/>
              <a:ext cx="6426835" cy="212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236C9A4-A55C-4328-B039-92A0CFFA3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9488" y="6078819"/>
              <a:ext cx="6433143" cy="212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B60461A9-2241-43A3-8171-5CFA306F05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4673" y="6445277"/>
              <a:ext cx="6382480" cy="211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Obj 1">
            <a:extLst>
              <a:ext uri="{FF2B5EF4-FFF2-40B4-BE49-F238E27FC236}">
                <a16:creationId xmlns:a16="http://schemas.microsoft.com/office/drawing/2014/main" id="{F43DFFD8-4214-4157-9250-31429598D11D}"/>
              </a:ext>
            </a:extLst>
          </p:cNvPr>
          <p:cNvSpPr txBox="1"/>
          <p:nvPr/>
        </p:nvSpPr>
        <p:spPr>
          <a:xfrm>
            <a:off x="4848597" y="79622"/>
            <a:ext cx="2036615" cy="618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18288">
            <a:spAutoFit/>
          </a:bodyPr>
          <a:lstStyle/>
          <a:p>
            <a:pPr algn="r"/>
            <a:r>
              <a:rPr lang="en-US" sz="1800" b="1" dirty="0"/>
              <a:t>Objective 1:</a:t>
            </a:r>
          </a:p>
          <a:p>
            <a:pPr algn="r"/>
            <a:r>
              <a:rPr lang="en-US" dirty="0"/>
              <a:t>Physiology of Shock</a:t>
            </a:r>
            <a:endParaRPr lang="en-US" sz="1800" dirty="0"/>
          </a:p>
        </p:txBody>
      </p:sp>
      <p:sp>
        <p:nvSpPr>
          <p:cNvPr id="208" name="Obj 2">
            <a:extLst>
              <a:ext uri="{FF2B5EF4-FFF2-40B4-BE49-F238E27FC236}">
                <a16:creationId xmlns:a16="http://schemas.microsoft.com/office/drawing/2014/main" id="{F7C8C8F7-D7F7-4362-A4B0-15C3728486CA}"/>
              </a:ext>
            </a:extLst>
          </p:cNvPr>
          <p:cNvSpPr txBox="1"/>
          <p:nvPr/>
        </p:nvSpPr>
        <p:spPr>
          <a:xfrm>
            <a:off x="151736" y="1054085"/>
            <a:ext cx="19537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/>
              <a:t>Objective 2: </a:t>
            </a:r>
          </a:p>
          <a:p>
            <a:r>
              <a:rPr lang="en-US" sz="1800" dirty="0"/>
              <a:t>CV receptor affects</a:t>
            </a:r>
          </a:p>
        </p:txBody>
      </p:sp>
      <p:sp>
        <p:nvSpPr>
          <p:cNvPr id="209" name="Obj 3">
            <a:extLst>
              <a:ext uri="{FF2B5EF4-FFF2-40B4-BE49-F238E27FC236}">
                <a16:creationId xmlns:a16="http://schemas.microsoft.com/office/drawing/2014/main" id="{472CA532-1526-4A00-A72E-1AA7FFBFE3D5}"/>
              </a:ext>
            </a:extLst>
          </p:cNvPr>
          <p:cNvSpPr txBox="1"/>
          <p:nvPr/>
        </p:nvSpPr>
        <p:spPr>
          <a:xfrm>
            <a:off x="3878633" y="4697813"/>
            <a:ext cx="15999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n-US" sz="1800" b="1" dirty="0"/>
              <a:t>Objective 3:</a:t>
            </a:r>
          </a:p>
          <a:p>
            <a:pPr algn="r"/>
            <a:r>
              <a:rPr lang="en-US" dirty="0"/>
              <a:t>Pressor Affects and Uses</a:t>
            </a:r>
            <a:endParaRPr lang="en-US" sz="1800" dirty="0"/>
          </a:p>
        </p:txBody>
      </p:sp>
      <p:grpSp>
        <p:nvGrpSpPr>
          <p:cNvPr id="83" name="Click here">
            <a:extLst>
              <a:ext uri="{FF2B5EF4-FFF2-40B4-BE49-F238E27FC236}">
                <a16:creationId xmlns:a16="http://schemas.microsoft.com/office/drawing/2014/main" id="{C88612C2-1AB3-454F-A785-809C193A55AE}"/>
              </a:ext>
            </a:extLst>
          </p:cNvPr>
          <p:cNvGrpSpPr/>
          <p:nvPr/>
        </p:nvGrpSpPr>
        <p:grpSpPr>
          <a:xfrm>
            <a:off x="3991287" y="791127"/>
            <a:ext cx="1330013" cy="461665"/>
            <a:chOff x="5451975" y="385313"/>
            <a:chExt cx="1330013" cy="461665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E705133-5B00-4036-A371-42F3B2468A04}"/>
                </a:ext>
              </a:extLst>
            </p:cNvPr>
            <p:cNvSpPr txBox="1"/>
            <p:nvPr/>
          </p:nvSpPr>
          <p:spPr>
            <a:xfrm>
              <a:off x="5451975" y="385313"/>
              <a:ext cx="1176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Click each cause 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2265A24-FA20-489F-9627-3793CBA95446}"/>
                </a:ext>
              </a:extLst>
            </p:cNvPr>
            <p:cNvCxnSpPr>
              <a:cxnSpLocks/>
            </p:cNvCxnSpPr>
            <p:nvPr/>
          </p:nvCxnSpPr>
          <p:spPr>
            <a:xfrm>
              <a:off x="6032688" y="718136"/>
              <a:ext cx="7493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0" name="Click here">
            <a:extLst>
              <a:ext uri="{FF2B5EF4-FFF2-40B4-BE49-F238E27FC236}">
                <a16:creationId xmlns:a16="http://schemas.microsoft.com/office/drawing/2014/main" id="{B9A031C0-7EA0-46FB-9194-69A039387A59}"/>
              </a:ext>
            </a:extLst>
          </p:cNvPr>
          <p:cNvGrpSpPr/>
          <p:nvPr/>
        </p:nvGrpSpPr>
        <p:grpSpPr>
          <a:xfrm>
            <a:off x="137804" y="1732175"/>
            <a:ext cx="1238160" cy="1575104"/>
            <a:chOff x="5451976" y="385313"/>
            <a:chExt cx="1238160" cy="1575104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8D697D2E-8C74-47B7-A359-EC5A89CB24E1}"/>
                </a:ext>
              </a:extLst>
            </p:cNvPr>
            <p:cNvSpPr txBox="1"/>
            <p:nvPr/>
          </p:nvSpPr>
          <p:spPr>
            <a:xfrm>
              <a:off x="5451976" y="385313"/>
              <a:ext cx="1238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Click each receptor type</a:t>
              </a:r>
            </a:p>
          </p:txBody>
        </p: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D3800D82-53DE-46CD-883D-6B53D28F9A10}"/>
                </a:ext>
              </a:extLst>
            </p:cNvPr>
            <p:cNvCxnSpPr>
              <a:cxnSpLocks/>
            </p:cNvCxnSpPr>
            <p:nvPr/>
          </p:nvCxnSpPr>
          <p:spPr>
            <a:xfrm>
              <a:off x="6012813" y="811885"/>
              <a:ext cx="0" cy="1148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3" name="Click here">
            <a:extLst>
              <a:ext uri="{FF2B5EF4-FFF2-40B4-BE49-F238E27FC236}">
                <a16:creationId xmlns:a16="http://schemas.microsoft.com/office/drawing/2014/main" id="{4D1F30B0-30FA-49C8-A3F5-D9FB28ED7191}"/>
              </a:ext>
            </a:extLst>
          </p:cNvPr>
          <p:cNvGrpSpPr/>
          <p:nvPr/>
        </p:nvGrpSpPr>
        <p:grpSpPr>
          <a:xfrm>
            <a:off x="3948107" y="5689735"/>
            <a:ext cx="1330013" cy="461665"/>
            <a:chOff x="5451975" y="385313"/>
            <a:chExt cx="1330013" cy="461665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1304613-5C28-443C-B1CD-C00D096E9F67}"/>
                </a:ext>
              </a:extLst>
            </p:cNvPr>
            <p:cNvSpPr txBox="1"/>
            <p:nvPr/>
          </p:nvSpPr>
          <p:spPr>
            <a:xfrm>
              <a:off x="5451975" y="385313"/>
              <a:ext cx="11761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Click each Pressor </a:t>
              </a:r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C8EE246E-3CB8-43D0-8E1E-E1D9A2E078A3}"/>
                </a:ext>
              </a:extLst>
            </p:cNvPr>
            <p:cNvCxnSpPr>
              <a:cxnSpLocks/>
            </p:cNvCxnSpPr>
            <p:nvPr/>
          </p:nvCxnSpPr>
          <p:spPr>
            <a:xfrm>
              <a:off x="6182474" y="718136"/>
              <a:ext cx="599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39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8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2"/>
                  </p:tgtEl>
                </p:cond>
              </p:nextCondLst>
            </p:seq>
          </p:childTnLst>
        </p:cTn>
      </p:par>
    </p:tnLst>
    <p:bldLst>
      <p:bldP spid="144" grpId="0"/>
      <p:bldP spid="152" grpId="0"/>
      <p:bldP spid="156" grpId="0"/>
      <p:bldP spid="135" grpId="0"/>
      <p:bldP spid="199" grpId="0"/>
      <p:bldP spid="196" grpId="0"/>
      <p:bldP spid="198" grpId="0"/>
      <p:bldP spid="201" grpId="0"/>
      <p:bldP spid="202" grpId="0"/>
      <p:bldP spid="19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000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2021 Surviving Sepsis Campaign — what changed since this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Standing teaching is unchanged: </a:t>
            </a:r>
            <a:r>
              <a:rPr sz="1600" b="0">
                <a:solidFill>
                  <a:srgbClr val="1A2433"/>
                </a:solidFill>
                <a:latin typeface="Calibri"/>
              </a:rPr>
              <a:t>norepinephrine remains the first-line vasopressor for septic shock.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Fluids: </a:t>
            </a:r>
            <a:r>
              <a:rPr sz="1600" b="0">
                <a:solidFill>
                  <a:srgbClr val="1A2433"/>
                </a:solidFill>
                <a:latin typeface="Calibri"/>
              </a:rPr>
              <a:t>balanced crystalloids (LR/Plasma-Lyte) now suggested over 0.9% saline; the 30 mL/kg bolus within 3 h was downgraded from a strong to a weak recommendation.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Vasopressin: </a:t>
            </a:r>
            <a:r>
              <a:rPr sz="1600" b="0">
                <a:solidFill>
                  <a:srgbClr val="1A2433"/>
                </a:solidFill>
                <a:latin typeface="Calibri"/>
              </a:rPr>
              <a:t>add vasopressin (rather than escalating norepinephrine) once NE reaches ~0.25–0.5 mcg/kg/min; combo was linked to lower mortality.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Start early, start peripheral: </a:t>
            </a:r>
            <a:r>
              <a:rPr sz="1600" b="0">
                <a:solidFill>
                  <a:srgbClr val="1A2433"/>
                </a:solidFill>
                <a:latin typeface="Calibri"/>
              </a:rPr>
              <a:t>the guideline endorses initiating norepinephrine through a peripheral line to restore MAP rather than delaying for central access.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CLOVERS trial (NEJM 2023): </a:t>
            </a:r>
            <a:r>
              <a:rPr sz="1600" b="0">
                <a:solidFill>
                  <a:srgbClr val="1A2433"/>
                </a:solidFill>
                <a:latin typeface="Calibri"/>
              </a:rPr>
              <a:t>no difference in 90-day mortality between a restrictive-fluid/early-pressor and a liberal-fluid strategy — both are acceptable.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Angiotensin II (ATHOS-3): </a:t>
            </a:r>
            <a:r>
              <a:rPr sz="1600" b="0">
                <a:solidFill>
                  <a:srgbClr val="1A2433"/>
                </a:solidFill>
                <a:latin typeface="Calibri"/>
              </a:rPr>
              <a:t>FDA-approved add-on for refractory vasodilatory/distributive shock when catecholamines + vasopressin are insufficient.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5A6877"/>
                </a:solidFill>
                <a:latin typeface="Calibri"/>
              </a:rPr>
              <a:t>Source: Evans L et al. Surviving Sepsis Campaign 2021, Crit Care Med 2021;49(11):e1063–e1143; National Heart Lung Blood Institute CLOVERS, NEJM 2023;388:499–510.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000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•  </a:t>
            </a:r>
            <a:r>
              <a:rPr sz="1600" b="0">
                <a:solidFill>
                  <a:srgbClr val="1A2433"/>
                </a:solidFill>
                <a:latin typeface="Calibri"/>
              </a:rPr>
              <a:t>Four broad categories of shock — hypovolemic, cardiogenic, obstructive, distributive — each with a distinct preload / cardiac-output / SVR profile that drives treatment.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•  </a:t>
            </a:r>
            <a:r>
              <a:rPr sz="1600" b="0">
                <a:solidFill>
                  <a:srgbClr val="1A2433"/>
                </a:solidFill>
                <a:latin typeface="Calibri"/>
              </a:rPr>
              <a:t>Inotropes (e.g., dobutamine) raise contractility for cardiogenic and obstructive shock; norepinephrine is the vasopressor of choice for distributive/septic shock.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•  </a:t>
            </a:r>
            <a:r>
              <a:rPr sz="1600" b="0">
                <a:solidFill>
                  <a:srgbClr val="1A2433"/>
                </a:solidFill>
                <a:latin typeface="Calibri"/>
              </a:rPr>
              <a:t>No vasopressors if "the tank is not full": hypovolemic shock is treated with volume (blood for hemorrhage); do not give IVF to cardiogenic shock.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•  </a:t>
            </a:r>
            <a:r>
              <a:rPr sz="1600" b="0">
                <a:solidFill>
                  <a:srgbClr val="1A2433"/>
                </a:solidFill>
                <a:latin typeface="Calibri"/>
              </a:rPr>
              <a:t>SvO2 helps sort mixed pictures — low in cardiogenic shock, typically high in established septic shock (may be low in early sepsis); interpret alongside CO, SaO2, and hemoglobin.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•  </a:t>
            </a:r>
            <a:r>
              <a:rPr sz="1600" b="0">
                <a:solidFill>
                  <a:srgbClr val="1A2433"/>
                </a:solidFill>
                <a:latin typeface="Calibri"/>
              </a:rPr>
              <a:t>2021 update: balanced crystalloids over saline, add vasopressin early rather than max-dosing NE, and start NE peripherally to avoid delay.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000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Adapted from TeachIM.org — "Shock and Pressors" </a:t>
            </a:r>
            <a:r>
              <a:rPr sz="1600" b="0">
                <a:solidFill>
                  <a:srgbClr val="1A2433"/>
                </a:solidFill>
                <a:latin typeface="Calibri"/>
              </a:rPr>
              <a:t>(Yilin Zhang, MD; Brandon Fainstad, MD).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433"/>
                </a:solidFill>
                <a:latin typeface="Calibri"/>
              </a:rPr>
              <a:t>Original presenter board: Shock-and-Pressors-Presenter-Board-.pptx · Companion: Pressors-Learner-Handout.pdf.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2433"/>
                </a:solidFill>
                <a:latin typeface="Calibri"/>
              </a:rPr>
              <a:t>License: </a:t>
            </a:r>
            <a:r>
              <a:rPr sz="1300" b="0">
                <a:solidFill>
                  <a:srgbClr val="1A2433"/>
                </a:solidFill>
                <a:latin typeface="Calibri"/>
              </a:rPr>
              <a:t>Creative Commons Attribution-NonCommercial 4.0 International (CC BY-NC 4.0). Non-commercial, educational use only; not medical advice.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Optimization (June 2026): </a:t>
            </a:r>
            <a:r>
              <a:rPr sz="1300" b="0">
                <a:solidFill>
                  <a:srgbClr val="1A2433"/>
                </a:solidFill>
                <a:latin typeface="Calibri"/>
              </a:rPr>
              <a:t>guideline currency verified — no factual errors found in the original board; teaching content is timeless physiology/pharmacology and remains current.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E6E8C"/>
                </a:solidFill>
                <a:latin typeface="Calibri"/>
              </a:rPr>
              <a:t>Added: </a:t>
            </a:r>
            <a:r>
              <a:rPr sz="1300" b="0">
                <a:solidFill>
                  <a:srgbClr val="1A2433"/>
                </a:solidFill>
                <a:latin typeface="Calibri"/>
              </a:rPr>
              <a:t>2021 Surviving Sepsis Campaign update slide (balanced crystalloids, early/peripheral NE, vasopressin, CLOVERS, angiotensin II), a take-home-points slide, and this attribution slide. All original graphics and click-to-reveal animations preserved.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5A6877"/>
                </a:solidFill>
                <a:latin typeface="Calibri"/>
              </a:rPr>
              <a:t>Companion package: HTML lesson launcher, one-page clinical reference (PDF), Anki cards, ABIM-style MCQs, and an EMR dotphrase.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Brandon Fainstad</cp:lastModifiedBy>
  <cp:revision>1</cp:revision>
  <dcterms:created xsi:type="dcterms:W3CDTF">2020-08-26T16:02:52Z</dcterms:created>
  <dcterms:modified xsi:type="dcterms:W3CDTF">2020-08-26T16:03:46Z</dcterms:modified>
</cp:coreProperties>
</file>