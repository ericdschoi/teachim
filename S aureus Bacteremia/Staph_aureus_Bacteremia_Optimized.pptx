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S. aureus Bacteremia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 i="0">
                <a:solidFill>
                  <a:srgbClr val="CDE9F2"/>
                </a:solidFill>
                <a:latin typeface="Calibri"/>
              </a:rPr>
              <a:t>The five core interventions — for IM residents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08192"/>
            <a:ext cx="1072865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Built June 2026 · IDSA SAB quality measures · Contemporary management reviews · Educational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1 — The five core interventions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S. aureus in blood is NEVER a contaminant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729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7729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584929" y="1143000"/>
            <a:ext cx="10149565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4929" y="1143000"/>
            <a:ext cx="1014956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Core intervention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127729" cy="799185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1127729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84929" y="1600200"/>
            <a:ext cx="10149565" cy="799185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4929" y="1600200"/>
            <a:ext cx="10149565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ID consultation — independently lowers mortality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99385"/>
            <a:ext cx="1127729" cy="799185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99385"/>
            <a:ext cx="1127729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84929" y="2399385"/>
            <a:ext cx="10149565" cy="799185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4929" y="2399385"/>
            <a:ext cx="10149565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Echocardiography to evaluate for endocarditis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98570"/>
            <a:ext cx="1127729" cy="799185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8570"/>
            <a:ext cx="1127729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84929" y="3198570"/>
            <a:ext cx="10149565" cy="799185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4929" y="3198570"/>
            <a:ext cx="10149565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Repeat blood cultures q48–72h to document clearance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97755"/>
            <a:ext cx="1127729" cy="799185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97755"/>
            <a:ext cx="1127729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84929" y="3997755"/>
            <a:ext cx="10149565" cy="799185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84929" y="3997755"/>
            <a:ext cx="10149565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Source control — remove lines, drain foci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96940"/>
            <a:ext cx="1127729" cy="799185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96940"/>
            <a:ext cx="1127729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84929" y="4796940"/>
            <a:ext cx="10149565" cy="799185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4929" y="4796940"/>
            <a:ext cx="10149565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Appropriate drug &amp; duration (complicated vs uncomplicated)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Call ID on every SAB — the consult itself is a mortality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2 — Right drug: MSSA vs MRSA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Empiric vancomycin, then de-escalate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608734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608734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5934" y="1143000"/>
            <a:ext cx="7668560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5934" y="1143000"/>
            <a:ext cx="7668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Therapy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3608734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60873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Empiric (pending)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5934" y="1600200"/>
            <a:ext cx="7668560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5934" y="1600200"/>
            <a:ext cx="7668560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Vancomycin (covers MRSA)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99182"/>
            <a:ext cx="3608734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99182"/>
            <a:ext cx="360873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MSSA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5934" y="2599182"/>
            <a:ext cx="7668560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5934" y="2599182"/>
            <a:ext cx="7668560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Cefazolin OR antistaph penicillin (nafcillin/oxacillin)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8164"/>
            <a:ext cx="3608734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98164"/>
            <a:ext cx="360873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MSSA on vancomycin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5934" y="3598164"/>
            <a:ext cx="7668560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5934" y="3598164"/>
            <a:ext cx="7668560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De-escalate — vancomycin is INFERIOR for MSSA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97146"/>
            <a:ext cx="3608734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97146"/>
            <a:ext cx="360873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MRSA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5934" y="4597146"/>
            <a:ext cx="7668560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5934" y="4597146"/>
            <a:ext cx="7668560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Vancomycin (AUC-guided) or daptomycin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The classic error: leaving a confirmed MSSA on vancomycin for the whole course.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3 — Complicated vs uncomplicated → duration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Uncomplicated needs ALL four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638647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63864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Uncomplicated needs 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143000"/>
            <a:ext cx="5638647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5847" y="1143000"/>
            <a:ext cx="563864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Complicated if ANY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5638647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5638647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Negative follow-up cultures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00200"/>
            <a:ext cx="5638647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5847" y="1600200"/>
            <a:ext cx="5638647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Persistent positive cultures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99182"/>
            <a:ext cx="5638647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99182"/>
            <a:ext cx="5638647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Defervescence within 72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2599182"/>
            <a:ext cx="5638647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5847" y="2599182"/>
            <a:ext cx="5638647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Endocarditis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8164"/>
            <a:ext cx="5638647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98164"/>
            <a:ext cx="5638647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No endocarditis / prosthesis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847" y="3598164"/>
            <a:ext cx="5638647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5847" y="3598164"/>
            <a:ext cx="5638647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Implanted hardware/prosthesis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97146"/>
            <a:ext cx="5638647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97146"/>
            <a:ext cx="5638647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No metastatic foci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4597146"/>
            <a:ext cx="5638647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5847" y="4597146"/>
            <a:ext cx="5638647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Metastatic focus (bone, joint, abscess)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Uncomplicated ≥14 d IV from first negative culture; complicated 4–6 wk+. Count from clearance.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Hunt for metastatic foci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Endocarditis — new murmur, peripheral stigmata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Vertebral osteomyelitis / discitis — back pain → MRI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Epidural abscess — back pain + neuro signs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Septic arthritis — joint pain/effusion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Psoas / splenic abscess, septic emboli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TEE &gt; TTE — use for prosthesis/device, persistent bacteremia, community-onset, unclear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New back pain + persistent bacteremia = spine focus until imaging proves otherwise.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What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All five core interventions, every case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De-escalate MSSA to cefazolin/antistaph penicillin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Document clearance with repeat cultures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Time duration from first negative culture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AVOID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2735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Calling S. aureus a contaminant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Treating it like a simple line/UTI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Keeping confirmed MSSA on vancomycin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Short course without uncomplicated criteria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No documented clearance → you can't start counting and can't call it uncomplicated.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Take-home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94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S. aureus in blood is never a contaminant — five core interventions every time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ID consult, echo, repeat cultures, source control, drug/duration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Empiric vancomycin → de-escalate MSSA to cefazolin/antistaph penicillin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Uncomplicated (all 4 criteria) = 14 d from clearance; complicated = 4–6 wk+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Hunt metastatic foci; TEE when higher-risk or bacteremia persists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