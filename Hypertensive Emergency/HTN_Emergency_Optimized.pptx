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3"/>
  </p:notesMasterIdLst>
  <p:sldIdLst>
    <p:sldId id="340" r:id="rId5"/>
    <p:sldId id="341" r:id="rId6"/>
    <p:sldId id="342" r:id="rId7"/>
    <p:sldId id="343" r:id="rId8"/>
    <p:sldId id="258" r:id="rId9"/>
    <p:sldId id="344" r:id="rId10"/>
    <p:sldId id="345" r:id="rId11"/>
    <p:sldId id="346" r:id="rId12"/>
    <p:sldId id="347" r:id="rId3"/>
    <p:sldId id="348" r:id="rId2"/>
    <p:sldId id="349" r:id="rId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9BD5"/>
    <a:srgbClr val="4472C4"/>
    <a:srgbClr val="BDA0D3"/>
    <a:srgbClr val="FF0000"/>
    <a:srgbClr val="F8CBAD"/>
    <a:srgbClr val="41719C"/>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0466" autoAdjust="0"/>
  </p:normalViewPr>
  <p:slideViewPr>
    <p:cSldViewPr snapToGrid="0">
      <p:cViewPr varScale="1">
        <p:scale>
          <a:sx n="108" d="100"/>
          <a:sy n="108" d="100"/>
        </p:scale>
        <p:origin x="63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slide" Target="slides/slide10.xml"/><Relationship Id="rId3" Type="http://schemas.openxmlformats.org/officeDocument/2006/relationships/slide" Target="slides/slide9.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D6E27A-F3D4-9A40-8DBA-D2BC1B7BF368}" type="datetimeFigureOut">
              <a:rPr lang="en-US" smtClean="0"/>
              <a:t>6/9/2022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8D2FE8-F768-DD44-867B-559DA0395109}" type="slidenum">
              <a:rPr lang="en-US" smtClean="0"/>
              <a:t>‹#›</a:t>
            </a:fld>
            <a:endParaRPr lang="en-US"/>
          </a:p>
        </p:txBody>
      </p:sp>
    </p:spTree>
    <p:extLst>
      <p:ext uri="{BB962C8B-B14F-4D97-AF65-F5344CB8AC3E}">
        <p14:creationId xmlns:p14="http://schemas.microsoft.com/office/powerpoint/2010/main" val="2259787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8D2FE8-F768-DD44-867B-559DA0395109}" type="slidenum">
              <a:rPr lang="en-US" smtClean="0"/>
              <a:t>1</a:t>
            </a:fld>
            <a:endParaRPr lang="en-US"/>
          </a:p>
        </p:txBody>
      </p:sp>
    </p:spTree>
    <p:extLst>
      <p:ext uri="{BB962C8B-B14F-4D97-AF65-F5344CB8AC3E}">
        <p14:creationId xmlns:p14="http://schemas.microsoft.com/office/powerpoint/2010/main" val="2615297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8D2FE8-F768-DD44-867B-559DA0395109}" type="slidenum">
              <a:rPr lang="en-US" smtClean="0"/>
              <a:t>2</a:t>
            </a:fld>
            <a:endParaRPr lang="en-US"/>
          </a:p>
        </p:txBody>
      </p:sp>
    </p:spTree>
    <p:extLst>
      <p:ext uri="{BB962C8B-B14F-4D97-AF65-F5344CB8AC3E}">
        <p14:creationId xmlns:p14="http://schemas.microsoft.com/office/powerpoint/2010/main" val="4259089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8D2FE8-F768-DD44-867B-559DA0395109}" type="slidenum">
              <a:rPr lang="en-US" smtClean="0"/>
              <a:t>3</a:t>
            </a:fld>
            <a:endParaRPr lang="en-US"/>
          </a:p>
        </p:txBody>
      </p:sp>
    </p:spTree>
    <p:extLst>
      <p:ext uri="{BB962C8B-B14F-4D97-AF65-F5344CB8AC3E}">
        <p14:creationId xmlns:p14="http://schemas.microsoft.com/office/powerpoint/2010/main" val="2544843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8D2FE8-F768-DD44-867B-559DA0395109}" type="slidenum">
              <a:rPr lang="en-US" smtClean="0"/>
              <a:t>4</a:t>
            </a:fld>
            <a:endParaRPr lang="en-US"/>
          </a:p>
        </p:txBody>
      </p:sp>
    </p:spTree>
    <p:extLst>
      <p:ext uri="{BB962C8B-B14F-4D97-AF65-F5344CB8AC3E}">
        <p14:creationId xmlns:p14="http://schemas.microsoft.com/office/powerpoint/2010/main" val="30727688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1: Nitroglycerin would help with pulmonary edema, but likely wouldn’t get him to BP goal as isn’t potent antihypertensive, therefore we often use nitroprusside. It is very important that you do not use betablockers (</a:t>
            </a:r>
            <a:r>
              <a:rPr lang="en-US" dirty="0" err="1"/>
              <a:t>ie</a:t>
            </a:r>
            <a:r>
              <a:rPr lang="en-US" dirty="0"/>
              <a:t> labetalol) until LVEF is known as it can precipitate cardiogenic shock in patients with a low EF</a:t>
            </a:r>
          </a:p>
          <a:p>
            <a:endParaRPr lang="en-US" dirty="0"/>
          </a:p>
          <a:p>
            <a:r>
              <a:rPr lang="en-US" dirty="0"/>
              <a:t>Case 3: Teaching point – the blood pressure differential should raise suspicion for type A dissection as the left subclavian is involved. Another physical exam finding here would be a weak L radial pulse. Importantly, the normal neurologic findings and normal cardiac ischemic markers (EKG, troponin) are reassuring against type A dissection. Cr can also be increased if there is descending dissection (Type B) to the renal arteries (in this case it is normal). Pedal pulses can also be reduced in descending dissection, not included here</a:t>
            </a:r>
          </a:p>
          <a:p>
            <a:r>
              <a:rPr lang="en-US" dirty="0"/>
              <a:t>Tx: target HR 60 first with </a:t>
            </a:r>
            <a:r>
              <a:rPr lang="en-US" dirty="0" err="1"/>
              <a:t>bblocker</a:t>
            </a:r>
            <a:r>
              <a:rPr lang="en-US" dirty="0"/>
              <a:t>, only once adequately </a:t>
            </a:r>
            <a:r>
              <a:rPr lang="en-US" dirty="0" err="1"/>
              <a:t>bblocked</a:t>
            </a:r>
            <a:r>
              <a:rPr lang="en-US" dirty="0"/>
              <a:t> would then ad nitroprusside to get to SBP goal. Reduce SBP to &lt;120 ASAP/within 20 minutes? </a:t>
            </a:r>
          </a:p>
        </p:txBody>
      </p:sp>
      <p:sp>
        <p:nvSpPr>
          <p:cNvPr id="4" name="Slide Number Placeholder 3"/>
          <p:cNvSpPr>
            <a:spLocks noGrp="1"/>
          </p:cNvSpPr>
          <p:nvPr>
            <p:ph type="sldNum" sz="quarter" idx="5"/>
          </p:nvPr>
        </p:nvSpPr>
        <p:spPr/>
        <p:txBody>
          <a:bodyPr/>
          <a:lstStyle/>
          <a:p>
            <a:fld id="{4A8D2FE8-F768-DD44-867B-559DA0395109}" type="slidenum">
              <a:rPr lang="en-US" smtClean="0"/>
              <a:t>5</a:t>
            </a:fld>
            <a:endParaRPr lang="en-US"/>
          </a:p>
        </p:txBody>
      </p:sp>
    </p:spTree>
    <p:extLst>
      <p:ext uri="{BB962C8B-B14F-4D97-AF65-F5344CB8AC3E}">
        <p14:creationId xmlns:p14="http://schemas.microsoft.com/office/powerpoint/2010/main" val="34314512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8D2FE8-F768-DD44-867B-559DA0395109}" type="slidenum">
              <a:rPr lang="en-US" smtClean="0"/>
              <a:t>6</a:t>
            </a:fld>
            <a:endParaRPr lang="en-US"/>
          </a:p>
        </p:txBody>
      </p:sp>
    </p:spTree>
    <p:extLst>
      <p:ext uri="{BB962C8B-B14F-4D97-AF65-F5344CB8AC3E}">
        <p14:creationId xmlns:p14="http://schemas.microsoft.com/office/powerpoint/2010/main" val="2280209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8D2FE8-F768-DD44-867B-559DA0395109}" type="slidenum">
              <a:rPr lang="en-US" smtClean="0"/>
              <a:t>7</a:t>
            </a:fld>
            <a:endParaRPr lang="en-US"/>
          </a:p>
        </p:txBody>
      </p:sp>
    </p:spTree>
    <p:extLst>
      <p:ext uri="{BB962C8B-B14F-4D97-AF65-F5344CB8AC3E}">
        <p14:creationId xmlns:p14="http://schemas.microsoft.com/office/powerpoint/2010/main" val="18275223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8D2FE8-F768-DD44-867B-559DA0395109}" type="slidenum">
              <a:rPr lang="en-US" smtClean="0"/>
              <a:t>8</a:t>
            </a:fld>
            <a:endParaRPr lang="en-US"/>
          </a:p>
        </p:txBody>
      </p:sp>
    </p:spTree>
    <p:extLst>
      <p:ext uri="{BB962C8B-B14F-4D97-AF65-F5344CB8AC3E}">
        <p14:creationId xmlns:p14="http://schemas.microsoft.com/office/powerpoint/2010/main" val="292765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6/9/2022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6/9/2022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6/9/2022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6/9/2022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slide" Target="slide3.xml"/><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slide" Target="slide4.xml"/><Relationship Id="rId7" Type="http://schemas.openxmlformats.org/officeDocument/2006/relationships/slide" Target="slide5.xml"/><Relationship Id="rId8" Type="http://schemas.openxmlformats.org/officeDocument/2006/relationships/image" Target="../media/image3.png"/><Relationship Id="rId9"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3.png"/><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slide" Target="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5.xml"/><Relationship Id="rId9" Type="http://schemas.openxmlformats.org/officeDocument/2006/relationships/slide" Target="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Question 2">
            <a:hlinkClick r:id="rId3" action="ppaction://hlinksldjump"/>
            <a:extLst>
              <a:ext uri="{FF2B5EF4-FFF2-40B4-BE49-F238E27FC236}">
                <a16:creationId xmlns:a16="http://schemas.microsoft.com/office/drawing/2014/main" id="{6996478C-46F4-4F2C-9179-4736A69992E6}"/>
              </a:ext>
            </a:extLst>
          </p:cNvPr>
          <p:cNvSpPr txBox="1"/>
          <p:nvPr/>
        </p:nvSpPr>
        <p:spPr>
          <a:xfrm>
            <a:off x="169021" y="743081"/>
            <a:ext cx="137160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solidFill>
                  <a:sysClr val="windowText" lastClr="000000"/>
                </a:solidFill>
              </a:rPr>
              <a:t>Tx Goals</a:t>
            </a:r>
          </a:p>
        </p:txBody>
      </p:sp>
      <p:pic>
        <p:nvPicPr>
          <p:cNvPr id="145" name="Graphic 144" descr="Cursor with solid fill">
            <a:extLst>
              <a:ext uri="{FF2B5EF4-FFF2-40B4-BE49-F238E27FC236}">
                <a16:creationId xmlns:a16="http://schemas.microsoft.com/office/drawing/2014/main" id="{889EBA47-30E6-4343-82EE-1202DA9A2183}"/>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97693" y="983985"/>
            <a:ext cx="301752" cy="301752"/>
          </a:xfrm>
          <a:prstGeom prst="rect">
            <a:avLst/>
          </a:prstGeom>
        </p:spPr>
      </p:pic>
      <p:sp>
        <p:nvSpPr>
          <p:cNvPr id="169" name="question 3">
            <a:hlinkClick r:id="rId6" action="ppaction://hlinksldjump"/>
            <a:extLst>
              <a:ext uri="{FF2B5EF4-FFF2-40B4-BE49-F238E27FC236}">
                <a16:creationId xmlns:a16="http://schemas.microsoft.com/office/drawing/2014/main" id="{4044BE58-F696-482B-BA86-7E575E1DDD68}"/>
              </a:ext>
            </a:extLst>
          </p:cNvPr>
          <p:cNvSpPr txBox="1"/>
          <p:nvPr/>
        </p:nvSpPr>
        <p:spPr>
          <a:xfrm>
            <a:off x="169021" y="1354579"/>
            <a:ext cx="137160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solidFill>
                  <a:sysClr val="windowText" lastClr="000000"/>
                </a:solidFill>
              </a:rPr>
              <a:t>Medications</a:t>
            </a:r>
          </a:p>
        </p:txBody>
      </p:sp>
      <p:pic>
        <p:nvPicPr>
          <p:cNvPr id="153" name="Graphic 152" descr="Cursor with solid fill">
            <a:extLst>
              <a:ext uri="{FF2B5EF4-FFF2-40B4-BE49-F238E27FC236}">
                <a16:creationId xmlns:a16="http://schemas.microsoft.com/office/drawing/2014/main" id="{F4C46D75-9C09-43CA-999E-B1D5F9376A63}"/>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97693" y="1603571"/>
            <a:ext cx="301752" cy="301752"/>
          </a:xfrm>
          <a:prstGeom prst="rect">
            <a:avLst/>
          </a:prstGeom>
        </p:spPr>
      </p:pic>
      <p:sp>
        <p:nvSpPr>
          <p:cNvPr id="3" name="TextBox 2">
            <a:extLst>
              <a:ext uri="{FF2B5EF4-FFF2-40B4-BE49-F238E27FC236}">
                <a16:creationId xmlns:a16="http://schemas.microsoft.com/office/drawing/2014/main" id="{3F7F531E-8922-4667-8E8A-C5A6AC1B0F92}"/>
              </a:ext>
            </a:extLst>
          </p:cNvPr>
          <p:cNvSpPr txBox="1"/>
          <p:nvPr/>
        </p:nvSpPr>
        <p:spPr>
          <a:xfrm>
            <a:off x="3006131" y="1905323"/>
            <a:ext cx="6890905" cy="2123658"/>
          </a:xfrm>
          <a:prstGeom prst="rect">
            <a:avLst/>
          </a:prstGeom>
          <a:noFill/>
        </p:spPr>
        <p:txBody>
          <a:bodyPr wrap="square" rtlCol="0">
            <a:spAutoFit/>
          </a:bodyPr>
          <a:lstStyle/>
          <a:p>
            <a:pPr algn="ctr"/>
            <a:r>
              <a:rPr lang="en-US" sz="6600" dirty="0"/>
              <a:t>Hypertensive Emergency</a:t>
            </a:r>
          </a:p>
        </p:txBody>
      </p:sp>
      <p:sp>
        <p:nvSpPr>
          <p:cNvPr id="359" name="Cases">
            <a:hlinkClick r:id="rId7" action="ppaction://hlinksldjump"/>
            <a:extLst>
              <a:ext uri="{FF2B5EF4-FFF2-40B4-BE49-F238E27FC236}">
                <a16:creationId xmlns:a16="http://schemas.microsoft.com/office/drawing/2014/main" id="{EB525BD1-6253-423A-9A3E-87D517474861}"/>
              </a:ext>
            </a:extLst>
          </p:cNvPr>
          <p:cNvSpPr txBox="1"/>
          <p:nvPr/>
        </p:nvSpPr>
        <p:spPr>
          <a:xfrm>
            <a:off x="169021" y="1959284"/>
            <a:ext cx="137160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solidFill>
                  <a:sysClr val="windowText" lastClr="000000"/>
                </a:solidFill>
              </a:rPr>
              <a:t>Cases</a:t>
            </a:r>
          </a:p>
        </p:txBody>
      </p:sp>
      <p:pic>
        <p:nvPicPr>
          <p:cNvPr id="92" name="Graphic 91" descr="Cursor with solid fill">
            <a:extLst>
              <a:ext uri="{FF2B5EF4-FFF2-40B4-BE49-F238E27FC236}">
                <a16:creationId xmlns:a16="http://schemas.microsoft.com/office/drawing/2014/main" id="{8AE9015B-40A3-C745-8414-3BEC046720ED}"/>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97693" y="2227704"/>
            <a:ext cx="301752" cy="301752"/>
          </a:xfrm>
          <a:prstGeom prst="rect">
            <a:avLst/>
          </a:prstGeom>
        </p:spPr>
      </p:pic>
      <p:pic>
        <p:nvPicPr>
          <p:cNvPr id="22" name="teachIM logo" descr="Icon&#10;&#10;Description automatically generated">
            <a:extLst>
              <a:ext uri="{FF2B5EF4-FFF2-40B4-BE49-F238E27FC236}">
                <a16:creationId xmlns:a16="http://schemas.microsoft.com/office/drawing/2014/main" id="{9941794D-0E4C-4929-897A-E61CE338C30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731041" y="6350056"/>
            <a:ext cx="1387970" cy="507944"/>
          </a:xfrm>
          <a:prstGeom prst="rect">
            <a:avLst/>
          </a:prstGeom>
        </p:spPr>
      </p:pic>
      <p:sp>
        <p:nvSpPr>
          <p:cNvPr id="124" name="question 1">
            <a:hlinkClick r:id="rId9" action="ppaction://hlinksldjump"/>
            <a:extLst>
              <a:ext uri="{FF2B5EF4-FFF2-40B4-BE49-F238E27FC236}">
                <a16:creationId xmlns:a16="http://schemas.microsoft.com/office/drawing/2014/main" id="{E9852803-508D-49D8-8AAB-4D5142235B58}"/>
              </a:ext>
            </a:extLst>
          </p:cNvPr>
          <p:cNvSpPr txBox="1"/>
          <p:nvPr/>
        </p:nvSpPr>
        <p:spPr>
          <a:xfrm>
            <a:off x="169021" y="151133"/>
            <a:ext cx="137160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solidFill>
                  <a:sysClr val="windowText" lastClr="000000"/>
                </a:solidFill>
              </a:rPr>
              <a:t>Definition</a:t>
            </a:r>
          </a:p>
        </p:txBody>
      </p:sp>
      <p:pic>
        <p:nvPicPr>
          <p:cNvPr id="125" name="Graphic 124" descr="Cursor with solid fill">
            <a:extLst>
              <a:ext uri="{FF2B5EF4-FFF2-40B4-BE49-F238E27FC236}">
                <a16:creationId xmlns:a16="http://schemas.microsoft.com/office/drawing/2014/main" id="{1CA57385-8884-4F8B-B15F-C5D03CCB846F}"/>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97693" y="420394"/>
            <a:ext cx="301752" cy="301752"/>
          </a:xfrm>
          <a:prstGeom prst="rect">
            <a:avLst/>
          </a:prstGeom>
        </p:spPr>
      </p:pic>
    </p:spTree>
    <p:extLst>
      <p:ext uri="{BB962C8B-B14F-4D97-AF65-F5344CB8AC3E}">
        <p14:creationId xmlns:p14="http://schemas.microsoft.com/office/powerpoint/2010/main" val="395083016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Other comorbidities">
            <a:extLst>
              <a:ext uri="{FF2B5EF4-FFF2-40B4-BE49-F238E27FC236}">
                <a16:creationId xmlns:a16="http://schemas.microsoft.com/office/drawing/2014/main" id="{FAC9D7ED-E04A-490C-8772-DC77EAD98B68}"/>
              </a:ext>
            </a:extLst>
          </p:cNvPr>
          <p:cNvSpPr txBox="1"/>
          <p:nvPr/>
        </p:nvSpPr>
        <p:spPr>
          <a:xfrm>
            <a:off x="426146" y="4954289"/>
            <a:ext cx="2317685"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Other Comorbidities</a:t>
            </a:r>
          </a:p>
        </p:txBody>
      </p:sp>
      <p:sp>
        <p:nvSpPr>
          <p:cNvPr id="80" name="CNS">
            <a:extLst>
              <a:ext uri="{FF2B5EF4-FFF2-40B4-BE49-F238E27FC236}">
                <a16:creationId xmlns:a16="http://schemas.microsoft.com/office/drawing/2014/main" id="{59178497-527E-4EA1-8617-E229C03F5BB1}"/>
              </a:ext>
            </a:extLst>
          </p:cNvPr>
          <p:cNvSpPr txBox="1"/>
          <p:nvPr/>
        </p:nvSpPr>
        <p:spPr>
          <a:xfrm>
            <a:off x="2131177" y="474495"/>
            <a:ext cx="965462" cy="408623"/>
          </a:xfrm>
          <a:prstGeom prst="roundRect">
            <a:avLst/>
          </a:prstGeom>
          <a:solidFill>
            <a:srgbClr val="F8CBAD"/>
          </a:solidFill>
          <a:ln w="38100">
            <a:solidFill>
              <a:srgbClr val="F8CBAD"/>
            </a:solidFill>
          </a:ln>
          <a:effectLst/>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US" dirty="0">
                <a:solidFill>
                  <a:schemeClr val="bg1"/>
                </a:solidFill>
              </a:rPr>
              <a:t>CNS</a:t>
            </a:r>
          </a:p>
        </p:txBody>
      </p:sp>
      <p:sp>
        <p:nvSpPr>
          <p:cNvPr id="81" name="Cardiac">
            <a:extLst>
              <a:ext uri="{FF2B5EF4-FFF2-40B4-BE49-F238E27FC236}">
                <a16:creationId xmlns:a16="http://schemas.microsoft.com/office/drawing/2014/main" id="{45CDF768-1B38-4876-912D-BBE4F443DEC7}"/>
              </a:ext>
            </a:extLst>
          </p:cNvPr>
          <p:cNvSpPr txBox="1"/>
          <p:nvPr/>
        </p:nvSpPr>
        <p:spPr>
          <a:xfrm>
            <a:off x="2131177" y="2215947"/>
            <a:ext cx="965462" cy="408623"/>
          </a:xfrm>
          <a:prstGeom prst="roundRect">
            <a:avLst/>
          </a:prstGeom>
          <a:solidFill>
            <a:srgbClr val="FF0000"/>
          </a:solidFill>
          <a:ln w="38100">
            <a:solidFill>
              <a:srgbClr val="FF0000"/>
            </a:solid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Cardiac</a:t>
            </a:r>
          </a:p>
        </p:txBody>
      </p:sp>
      <p:sp>
        <p:nvSpPr>
          <p:cNvPr id="82" name="Renal">
            <a:extLst>
              <a:ext uri="{FF2B5EF4-FFF2-40B4-BE49-F238E27FC236}">
                <a16:creationId xmlns:a16="http://schemas.microsoft.com/office/drawing/2014/main" id="{322B9232-C15A-41D5-8537-9961532D718E}"/>
              </a:ext>
            </a:extLst>
          </p:cNvPr>
          <p:cNvSpPr txBox="1"/>
          <p:nvPr/>
        </p:nvSpPr>
        <p:spPr>
          <a:xfrm>
            <a:off x="2131177" y="3812605"/>
            <a:ext cx="965462" cy="408623"/>
          </a:xfrm>
          <a:prstGeom prst="roundRect">
            <a:avLst/>
          </a:prstGeom>
          <a:solidFill>
            <a:srgbClr val="BDA0D3"/>
          </a:solidFill>
          <a:ln w="38100">
            <a:solidFill>
              <a:srgbClr val="BDA0D3"/>
            </a:solid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Renal</a:t>
            </a:r>
          </a:p>
        </p:txBody>
      </p:sp>
      <p:sp>
        <p:nvSpPr>
          <p:cNvPr id="79" name="End organ damage">
            <a:extLst>
              <a:ext uri="{FF2B5EF4-FFF2-40B4-BE49-F238E27FC236}">
                <a16:creationId xmlns:a16="http://schemas.microsoft.com/office/drawing/2014/main" id="{9CE25EA9-E6EE-46D2-86CE-17ABC1B36D3F}"/>
              </a:ext>
            </a:extLst>
          </p:cNvPr>
          <p:cNvSpPr txBox="1"/>
          <p:nvPr/>
        </p:nvSpPr>
        <p:spPr>
          <a:xfrm>
            <a:off x="8778469" y="732147"/>
            <a:ext cx="2258519" cy="408623"/>
          </a:xfrm>
          <a:prstGeom prst="roundRect">
            <a:avLst/>
          </a:prstGeom>
          <a:solidFill>
            <a:schemeClr val="bg1"/>
          </a:solidFill>
          <a:ln w="38100">
            <a:solidFill>
              <a:schemeClr val="tx1"/>
            </a:solidFill>
          </a:ln>
          <a:effectLst/>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US" dirty="0">
                <a:solidFill>
                  <a:schemeClr val="tx1"/>
                </a:solidFill>
              </a:rPr>
              <a:t>End organ damage?</a:t>
            </a:r>
          </a:p>
        </p:txBody>
      </p:sp>
      <p:pic>
        <p:nvPicPr>
          <p:cNvPr id="50" name="Picture 49">
            <a:extLst>
              <a:ext uri="{FF2B5EF4-FFF2-40B4-BE49-F238E27FC236}">
                <a16:creationId xmlns:a16="http://schemas.microsoft.com/office/drawing/2014/main" id="{79DE6BB1-23FB-4980-B0F9-A3792261DE2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130" r="71272" b="9690"/>
          <a:stretch/>
        </p:blipFill>
        <p:spPr>
          <a:xfrm>
            <a:off x="2613908" y="124482"/>
            <a:ext cx="2863113" cy="6680864"/>
          </a:xfrm>
          <a:prstGeom prst="rect">
            <a:avLst/>
          </a:prstGeom>
        </p:spPr>
      </p:pic>
      <p:sp>
        <p:nvSpPr>
          <p:cNvPr id="3" name="TextBox 2">
            <a:extLst>
              <a:ext uri="{FF2B5EF4-FFF2-40B4-BE49-F238E27FC236}">
                <a16:creationId xmlns:a16="http://schemas.microsoft.com/office/drawing/2014/main" id="{3F7F531E-8922-4667-8E8A-C5A6AC1B0F92}"/>
              </a:ext>
            </a:extLst>
          </p:cNvPr>
          <p:cNvSpPr txBox="1"/>
          <p:nvPr/>
        </p:nvSpPr>
        <p:spPr>
          <a:xfrm>
            <a:off x="4501443" y="27514"/>
            <a:ext cx="3577701" cy="461665"/>
          </a:xfrm>
          <a:prstGeom prst="rect">
            <a:avLst/>
          </a:prstGeom>
          <a:noFill/>
        </p:spPr>
        <p:txBody>
          <a:bodyPr wrap="square" rtlCol="0">
            <a:spAutoFit/>
          </a:bodyPr>
          <a:lstStyle/>
          <a:p>
            <a:pPr algn="ctr"/>
            <a:r>
              <a:rPr lang="en-US" sz="2400" b="1" dirty="0"/>
              <a:t>Hypertensive Emergency</a:t>
            </a:r>
          </a:p>
        </p:txBody>
      </p:sp>
      <p:sp>
        <p:nvSpPr>
          <p:cNvPr id="52" name="TextBox 51">
            <a:extLst>
              <a:ext uri="{FF2B5EF4-FFF2-40B4-BE49-F238E27FC236}">
                <a16:creationId xmlns:a16="http://schemas.microsoft.com/office/drawing/2014/main" id="{A9949751-D63C-454F-A6D9-A12BBFEB6D91}"/>
              </a:ext>
            </a:extLst>
          </p:cNvPr>
          <p:cNvSpPr txBox="1"/>
          <p:nvPr/>
        </p:nvSpPr>
        <p:spPr>
          <a:xfrm>
            <a:off x="1884501" y="956655"/>
            <a:ext cx="201520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66688" indent="-166688">
              <a:buFont typeface="+mj-lt"/>
              <a:buAutoNum type="arabicPeriod"/>
            </a:pPr>
            <a:r>
              <a:rPr lang="en-US" sz="1600" dirty="0">
                <a:cs typeface="Calibri"/>
              </a:rPr>
              <a:t>Hypertensive  encephalopathy</a:t>
            </a:r>
          </a:p>
          <a:p>
            <a:pPr marL="166688" indent="-166688">
              <a:buFont typeface="+mj-lt"/>
              <a:buAutoNum type="arabicPeriod"/>
            </a:pPr>
            <a:r>
              <a:rPr lang="en-US" sz="1600" dirty="0">
                <a:cs typeface="Calibri"/>
              </a:rPr>
              <a:t>IPH or SAH</a:t>
            </a:r>
          </a:p>
          <a:p>
            <a:pPr marL="166688" indent="-166688">
              <a:buFont typeface="+mj-lt"/>
              <a:buAutoNum type="arabicPeriod"/>
            </a:pPr>
            <a:r>
              <a:rPr lang="en-US" sz="1600" dirty="0">
                <a:cs typeface="Calibri"/>
              </a:rPr>
              <a:t>Ischemic CVA</a:t>
            </a:r>
          </a:p>
        </p:txBody>
      </p:sp>
      <p:sp>
        <p:nvSpPr>
          <p:cNvPr id="53" name="TextBox 52">
            <a:extLst>
              <a:ext uri="{FF2B5EF4-FFF2-40B4-BE49-F238E27FC236}">
                <a16:creationId xmlns:a16="http://schemas.microsoft.com/office/drawing/2014/main" id="{92C6DC28-5584-4735-890E-907F26A70D4C}"/>
              </a:ext>
            </a:extLst>
          </p:cNvPr>
          <p:cNvSpPr txBox="1"/>
          <p:nvPr/>
        </p:nvSpPr>
        <p:spPr>
          <a:xfrm>
            <a:off x="1349330" y="2715756"/>
            <a:ext cx="1761870" cy="830997"/>
          </a:xfrm>
          <a:prstGeom prst="rect">
            <a:avLst/>
          </a:prstGeom>
          <a:solidFill>
            <a:schemeClr val="bg1">
              <a:alpha val="63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66688" indent="-166688">
              <a:buFont typeface="+mj-lt"/>
              <a:buAutoNum type="arabicPeriod"/>
            </a:pPr>
            <a:r>
              <a:rPr lang="en-US" sz="1600" dirty="0">
                <a:cs typeface="Arial"/>
              </a:rPr>
              <a:t>Acute LV failure</a:t>
            </a:r>
          </a:p>
          <a:p>
            <a:pPr marL="166688" indent="-166688">
              <a:buFont typeface="+mj-lt"/>
              <a:buAutoNum type="arabicPeriod"/>
            </a:pPr>
            <a:r>
              <a:rPr lang="en-US" sz="1600" dirty="0">
                <a:cs typeface="Arial"/>
              </a:rPr>
              <a:t>ACS</a:t>
            </a:r>
          </a:p>
          <a:p>
            <a:pPr marL="166688" indent="-166688">
              <a:buFont typeface="+mj-lt"/>
              <a:buAutoNum type="arabicPeriod"/>
            </a:pPr>
            <a:r>
              <a:rPr lang="en-US" sz="1600" dirty="0">
                <a:cs typeface="Arial"/>
              </a:rPr>
              <a:t>Aortic dissection</a:t>
            </a:r>
          </a:p>
        </p:txBody>
      </p:sp>
      <p:sp>
        <p:nvSpPr>
          <p:cNvPr id="54" name="TextBox 53">
            <a:extLst>
              <a:ext uri="{FF2B5EF4-FFF2-40B4-BE49-F238E27FC236}">
                <a16:creationId xmlns:a16="http://schemas.microsoft.com/office/drawing/2014/main" id="{5011FE7C-405E-4A56-83D9-AE4C86BC07BB}"/>
              </a:ext>
            </a:extLst>
          </p:cNvPr>
          <p:cNvSpPr txBox="1"/>
          <p:nvPr/>
        </p:nvSpPr>
        <p:spPr>
          <a:xfrm>
            <a:off x="1442747" y="4351289"/>
            <a:ext cx="220418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cs typeface="Calibri"/>
              </a:rPr>
              <a:t>Rapidly ↑ Cr </a:t>
            </a:r>
            <a:endParaRPr lang="en-US" sz="2000" dirty="0">
              <a:cs typeface="Calibri"/>
            </a:endParaRPr>
          </a:p>
        </p:txBody>
      </p:sp>
      <p:sp>
        <p:nvSpPr>
          <p:cNvPr id="55" name="TextBox 54">
            <a:extLst>
              <a:ext uri="{FF2B5EF4-FFF2-40B4-BE49-F238E27FC236}">
                <a16:creationId xmlns:a16="http://schemas.microsoft.com/office/drawing/2014/main" id="{69A8AC3D-F83D-492D-B016-58219D212C0D}"/>
              </a:ext>
            </a:extLst>
          </p:cNvPr>
          <p:cNvSpPr txBox="1"/>
          <p:nvPr/>
        </p:nvSpPr>
        <p:spPr>
          <a:xfrm>
            <a:off x="165519" y="5448670"/>
            <a:ext cx="3763438"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66688" indent="-166688">
              <a:buFont typeface="+mj-lt"/>
              <a:buAutoNum type="arabicPeriod"/>
            </a:pPr>
            <a:r>
              <a:rPr lang="en-US" sz="1600" dirty="0"/>
              <a:t>Eclampsia</a:t>
            </a:r>
          </a:p>
          <a:p>
            <a:pPr marL="166688" indent="-166688">
              <a:buFont typeface="+mj-lt"/>
              <a:buAutoNum type="arabicPeriod"/>
            </a:pPr>
            <a:r>
              <a:rPr lang="en-US" sz="1600" dirty="0">
                <a:cs typeface="Calibri" panose="020F0502020204030204"/>
              </a:rPr>
              <a:t>Thrombotic microangiopathy</a:t>
            </a:r>
            <a:endParaRPr lang="en-US" sz="2000" dirty="0">
              <a:cs typeface="Calibri" panose="020F0502020204030204"/>
            </a:endParaRPr>
          </a:p>
          <a:p>
            <a:pPr marL="166688" indent="-166688">
              <a:buFont typeface="+mj-lt"/>
              <a:buAutoNum type="arabicPeriod"/>
            </a:pPr>
            <a:r>
              <a:rPr lang="en-US" sz="1600" dirty="0"/>
              <a:t>Pheochromocytoma</a:t>
            </a:r>
          </a:p>
          <a:p>
            <a:pPr marL="166688" indent="-166688">
              <a:buFont typeface="+mj-lt"/>
              <a:buAutoNum type="arabicPeriod"/>
            </a:pPr>
            <a:r>
              <a:rPr lang="en-US" sz="1600" dirty="0">
                <a:cs typeface="Calibri"/>
              </a:rPr>
              <a:t>Ingestion of sympathomimetic agents</a:t>
            </a:r>
          </a:p>
        </p:txBody>
      </p:sp>
      <p:sp>
        <p:nvSpPr>
          <p:cNvPr id="134" name="CNS">
            <a:extLst>
              <a:ext uri="{FF2B5EF4-FFF2-40B4-BE49-F238E27FC236}">
                <a16:creationId xmlns:a16="http://schemas.microsoft.com/office/drawing/2014/main" id="{A8E4B4D2-81BA-8F4E-88EA-7F72116F345E}"/>
              </a:ext>
            </a:extLst>
          </p:cNvPr>
          <p:cNvSpPr txBox="1"/>
          <p:nvPr/>
        </p:nvSpPr>
        <p:spPr>
          <a:xfrm>
            <a:off x="2131177" y="474191"/>
            <a:ext cx="965462" cy="408623"/>
          </a:xfrm>
          <a:prstGeom prst="roundRect">
            <a:avLst/>
          </a:prstGeom>
          <a:solidFill>
            <a:schemeClr val="bg1"/>
          </a:solidFill>
          <a:ln w="38100">
            <a:solidFill>
              <a:srgbClr val="F8CBAD"/>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US" dirty="0">
                <a:solidFill>
                  <a:schemeClr val="tx1"/>
                </a:solidFill>
              </a:rPr>
              <a:t>CNS</a:t>
            </a:r>
          </a:p>
        </p:txBody>
      </p:sp>
      <p:pic>
        <p:nvPicPr>
          <p:cNvPr id="150" name="Graphic 149" descr="Cursor with solid fill">
            <a:extLst>
              <a:ext uri="{FF2B5EF4-FFF2-40B4-BE49-F238E27FC236}">
                <a16:creationId xmlns:a16="http://schemas.microsoft.com/office/drawing/2014/main" id="{61E50AB5-91F6-9E47-BCAF-37C4235696C1}"/>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45705" y="727082"/>
            <a:ext cx="301752" cy="301752"/>
          </a:xfrm>
          <a:prstGeom prst="rect">
            <a:avLst/>
          </a:prstGeom>
        </p:spPr>
      </p:pic>
      <p:sp>
        <p:nvSpPr>
          <p:cNvPr id="142" name="Cardiac">
            <a:extLst>
              <a:ext uri="{FF2B5EF4-FFF2-40B4-BE49-F238E27FC236}">
                <a16:creationId xmlns:a16="http://schemas.microsoft.com/office/drawing/2014/main" id="{11C483EB-BC46-FA46-A947-866F5784A052}"/>
              </a:ext>
            </a:extLst>
          </p:cNvPr>
          <p:cNvSpPr txBox="1"/>
          <p:nvPr/>
        </p:nvSpPr>
        <p:spPr>
          <a:xfrm>
            <a:off x="2131177" y="2215643"/>
            <a:ext cx="965462" cy="408623"/>
          </a:xfrm>
          <a:prstGeom prst="roundRect">
            <a:avLst/>
          </a:prstGeom>
          <a:solidFill>
            <a:schemeClr val="bg1"/>
          </a:solidFill>
          <a:ln w="38100">
            <a:solidFill>
              <a:srgbClr val="FF0000"/>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Cardiac</a:t>
            </a:r>
          </a:p>
        </p:txBody>
      </p:sp>
      <p:pic>
        <p:nvPicPr>
          <p:cNvPr id="151" name="Graphic 150" descr="Cursor with solid fill">
            <a:extLst>
              <a:ext uri="{FF2B5EF4-FFF2-40B4-BE49-F238E27FC236}">
                <a16:creationId xmlns:a16="http://schemas.microsoft.com/office/drawing/2014/main" id="{66FCD208-413B-4449-B8AB-5236BAAD509D}"/>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45705" y="2483616"/>
            <a:ext cx="301752" cy="301752"/>
          </a:xfrm>
          <a:prstGeom prst="rect">
            <a:avLst/>
          </a:prstGeom>
        </p:spPr>
      </p:pic>
      <p:sp>
        <p:nvSpPr>
          <p:cNvPr id="148" name="Renal">
            <a:extLst>
              <a:ext uri="{FF2B5EF4-FFF2-40B4-BE49-F238E27FC236}">
                <a16:creationId xmlns:a16="http://schemas.microsoft.com/office/drawing/2014/main" id="{CEF0D65E-1ED0-DC4B-BAE5-C785617FA2BF}"/>
              </a:ext>
            </a:extLst>
          </p:cNvPr>
          <p:cNvSpPr txBox="1"/>
          <p:nvPr/>
        </p:nvSpPr>
        <p:spPr>
          <a:xfrm>
            <a:off x="2131177" y="3812301"/>
            <a:ext cx="965462" cy="408623"/>
          </a:xfrm>
          <a:prstGeom prst="roundRect">
            <a:avLst/>
          </a:prstGeom>
          <a:solidFill>
            <a:schemeClr val="bg1"/>
          </a:solidFill>
          <a:ln w="38100">
            <a:solidFill>
              <a:srgbClr val="BDA0D3"/>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Renal</a:t>
            </a:r>
          </a:p>
        </p:txBody>
      </p:sp>
      <p:pic>
        <p:nvPicPr>
          <p:cNvPr id="152" name="Graphic 151" descr="Cursor with solid fill">
            <a:extLst>
              <a:ext uri="{FF2B5EF4-FFF2-40B4-BE49-F238E27FC236}">
                <a16:creationId xmlns:a16="http://schemas.microsoft.com/office/drawing/2014/main" id="{97223B29-8EA4-6740-A102-7A300BADB2C2}"/>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45705" y="4059290"/>
            <a:ext cx="301752" cy="301752"/>
          </a:xfrm>
          <a:prstGeom prst="rect">
            <a:avLst/>
          </a:prstGeom>
        </p:spPr>
      </p:pic>
      <p:sp>
        <p:nvSpPr>
          <p:cNvPr id="149" name="Other comorbidities">
            <a:extLst>
              <a:ext uri="{FF2B5EF4-FFF2-40B4-BE49-F238E27FC236}">
                <a16:creationId xmlns:a16="http://schemas.microsoft.com/office/drawing/2014/main" id="{0B287B9E-F386-E84C-A45D-A671026E3D3D}"/>
              </a:ext>
            </a:extLst>
          </p:cNvPr>
          <p:cNvSpPr txBox="1"/>
          <p:nvPr/>
        </p:nvSpPr>
        <p:spPr>
          <a:xfrm>
            <a:off x="424793" y="4954289"/>
            <a:ext cx="2317685"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Other Comorbidities</a:t>
            </a:r>
          </a:p>
        </p:txBody>
      </p:sp>
      <p:pic>
        <p:nvPicPr>
          <p:cNvPr id="155" name="Graphic 154" descr="Cursor with solid fill">
            <a:extLst>
              <a:ext uri="{FF2B5EF4-FFF2-40B4-BE49-F238E27FC236}">
                <a16:creationId xmlns:a16="http://schemas.microsoft.com/office/drawing/2014/main" id="{DF3629D6-4A3E-584C-8431-F1E50AB35885}"/>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87149" y="5212036"/>
            <a:ext cx="301752" cy="301752"/>
          </a:xfrm>
          <a:prstGeom prst="rect">
            <a:avLst/>
          </a:prstGeom>
        </p:spPr>
      </p:pic>
      <p:pic>
        <p:nvPicPr>
          <p:cNvPr id="22" name="teachIM logo" descr="Icon&#10;&#10;Description automatically generated">
            <a:extLst>
              <a:ext uri="{FF2B5EF4-FFF2-40B4-BE49-F238E27FC236}">
                <a16:creationId xmlns:a16="http://schemas.microsoft.com/office/drawing/2014/main" id="{9941794D-0E4C-4929-897A-E61CE338C30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731041" y="6350056"/>
            <a:ext cx="1387970" cy="507944"/>
          </a:xfrm>
          <a:prstGeom prst="rect">
            <a:avLst/>
          </a:prstGeom>
        </p:spPr>
      </p:pic>
      <p:grpSp>
        <p:nvGrpSpPr>
          <p:cNvPr id="60" name="Group 59">
            <a:extLst>
              <a:ext uri="{FF2B5EF4-FFF2-40B4-BE49-F238E27FC236}">
                <a16:creationId xmlns:a16="http://schemas.microsoft.com/office/drawing/2014/main" id="{4835A159-F4EF-4728-A2AD-F79222185ED7}"/>
              </a:ext>
            </a:extLst>
          </p:cNvPr>
          <p:cNvGrpSpPr/>
          <p:nvPr/>
        </p:nvGrpSpPr>
        <p:grpSpPr>
          <a:xfrm>
            <a:off x="3840311" y="1070127"/>
            <a:ext cx="473313" cy="145064"/>
            <a:chOff x="3840311" y="1070127"/>
            <a:chExt cx="473313" cy="145064"/>
          </a:xfrm>
        </p:grpSpPr>
        <p:grpSp>
          <p:nvGrpSpPr>
            <p:cNvPr id="51" name="Group 50">
              <a:extLst>
                <a:ext uri="{FF2B5EF4-FFF2-40B4-BE49-F238E27FC236}">
                  <a16:creationId xmlns:a16="http://schemas.microsoft.com/office/drawing/2014/main" id="{BC08AE30-4533-4394-9BB3-8E5D2819ABC7}"/>
                </a:ext>
              </a:extLst>
            </p:cNvPr>
            <p:cNvGrpSpPr/>
            <p:nvPr/>
          </p:nvGrpSpPr>
          <p:grpSpPr>
            <a:xfrm>
              <a:off x="3840311" y="1070127"/>
              <a:ext cx="473313" cy="145064"/>
              <a:chOff x="3773004" y="1461708"/>
              <a:chExt cx="473313" cy="165887"/>
            </a:xfrm>
          </p:grpSpPr>
          <p:sp>
            <p:nvSpPr>
              <p:cNvPr id="36" name="Oval 35">
                <a:extLst>
                  <a:ext uri="{FF2B5EF4-FFF2-40B4-BE49-F238E27FC236}">
                    <a16:creationId xmlns:a16="http://schemas.microsoft.com/office/drawing/2014/main" id="{FE3501BD-D31F-461C-9954-E8208D0C3473}"/>
                  </a:ext>
                </a:extLst>
              </p:cNvPr>
              <p:cNvSpPr/>
              <p:nvPr/>
            </p:nvSpPr>
            <p:spPr>
              <a:xfrm>
                <a:off x="4110001" y="1461708"/>
                <a:ext cx="136316" cy="16156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EAC39E4F-678C-44FD-B183-998BE9406AAA}"/>
                  </a:ext>
                </a:extLst>
              </p:cNvPr>
              <p:cNvSpPr/>
              <p:nvPr/>
            </p:nvSpPr>
            <p:spPr>
              <a:xfrm>
                <a:off x="3773004" y="1466028"/>
                <a:ext cx="136316" cy="16156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Oval 55">
              <a:extLst>
                <a:ext uri="{FF2B5EF4-FFF2-40B4-BE49-F238E27FC236}">
                  <a16:creationId xmlns:a16="http://schemas.microsoft.com/office/drawing/2014/main" id="{DF3ADDF2-3A2A-4042-81F3-9D4A242EA7F0}"/>
                </a:ext>
              </a:extLst>
            </p:cNvPr>
            <p:cNvSpPr/>
            <p:nvPr/>
          </p:nvSpPr>
          <p:spPr>
            <a:xfrm>
              <a:off x="3886133" y="112179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6F158DF4-616A-4088-B489-01A50074152A}"/>
                </a:ext>
              </a:extLst>
            </p:cNvPr>
            <p:cNvSpPr/>
            <p:nvPr/>
          </p:nvSpPr>
          <p:spPr>
            <a:xfrm>
              <a:off x="4214766" y="112179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 name="Freeform: Shape 60">
            <a:extLst>
              <a:ext uri="{FF2B5EF4-FFF2-40B4-BE49-F238E27FC236}">
                <a16:creationId xmlns:a16="http://schemas.microsoft.com/office/drawing/2014/main" id="{22E2668D-CCF4-431A-90F4-1626E966B332}"/>
              </a:ext>
            </a:extLst>
          </p:cNvPr>
          <p:cNvSpPr/>
          <p:nvPr/>
        </p:nvSpPr>
        <p:spPr>
          <a:xfrm>
            <a:off x="3763420" y="1932168"/>
            <a:ext cx="716275" cy="1817817"/>
          </a:xfrm>
          <a:custGeom>
            <a:avLst/>
            <a:gdLst>
              <a:gd name="connsiteX0" fmla="*/ 261468 w 747402"/>
              <a:gd name="connsiteY0" fmla="*/ 267921 h 1868472"/>
              <a:gd name="connsiteX1" fmla="*/ 293218 w 747402"/>
              <a:gd name="connsiteY1" fmla="*/ 58371 h 1868472"/>
              <a:gd name="connsiteX2" fmla="*/ 477368 w 747402"/>
              <a:gd name="connsiteY2" fmla="*/ 7571 h 1868472"/>
              <a:gd name="connsiteX3" fmla="*/ 636118 w 747402"/>
              <a:gd name="connsiteY3" fmla="*/ 191721 h 1868472"/>
              <a:gd name="connsiteX4" fmla="*/ 629768 w 747402"/>
              <a:gd name="connsiteY4" fmla="*/ 769571 h 1868472"/>
              <a:gd name="connsiteX5" fmla="*/ 598018 w 747402"/>
              <a:gd name="connsiteY5" fmla="*/ 1468071 h 1868472"/>
              <a:gd name="connsiteX6" fmla="*/ 712318 w 747402"/>
              <a:gd name="connsiteY6" fmla="*/ 1696671 h 1868472"/>
              <a:gd name="connsiteX7" fmla="*/ 737718 w 747402"/>
              <a:gd name="connsiteY7" fmla="*/ 1779221 h 1868472"/>
              <a:gd name="connsiteX8" fmla="*/ 566268 w 747402"/>
              <a:gd name="connsiteY8" fmla="*/ 1791921 h 1868472"/>
              <a:gd name="connsiteX9" fmla="*/ 382118 w 747402"/>
              <a:gd name="connsiteY9" fmla="*/ 1423621 h 1868472"/>
              <a:gd name="connsiteX10" fmla="*/ 147168 w 747402"/>
              <a:gd name="connsiteY10" fmla="*/ 1798271 h 1868472"/>
              <a:gd name="connsiteX11" fmla="*/ 77318 w 747402"/>
              <a:gd name="connsiteY11" fmla="*/ 1868121 h 1868472"/>
              <a:gd name="connsiteX12" fmla="*/ 7468 w 747402"/>
              <a:gd name="connsiteY12" fmla="*/ 1791921 h 1868472"/>
              <a:gd name="connsiteX13" fmla="*/ 267818 w 747402"/>
              <a:gd name="connsiteY13" fmla="*/ 1341071 h 1868472"/>
              <a:gd name="connsiteX14" fmla="*/ 458318 w 747402"/>
              <a:gd name="connsiteY14" fmla="*/ 1061671 h 1868472"/>
              <a:gd name="connsiteX15" fmla="*/ 528168 w 747402"/>
              <a:gd name="connsiteY15" fmla="*/ 560021 h 1868472"/>
              <a:gd name="connsiteX16" fmla="*/ 521818 w 747402"/>
              <a:gd name="connsiteY16" fmla="*/ 210771 h 1868472"/>
              <a:gd name="connsiteX17" fmla="*/ 445618 w 747402"/>
              <a:gd name="connsiteY17" fmla="*/ 134571 h 1868472"/>
              <a:gd name="connsiteX18" fmla="*/ 375768 w 747402"/>
              <a:gd name="connsiteY18" fmla="*/ 179021 h 1868472"/>
              <a:gd name="connsiteX19" fmla="*/ 375768 w 747402"/>
              <a:gd name="connsiteY19" fmla="*/ 293321 h 1868472"/>
              <a:gd name="connsiteX20" fmla="*/ 344018 w 747402"/>
              <a:gd name="connsiteY20" fmla="*/ 356821 h 1868472"/>
              <a:gd name="connsiteX21" fmla="*/ 261468 w 747402"/>
              <a:gd name="connsiteY21" fmla="*/ 267921 h 1868472"/>
              <a:gd name="connsiteX0" fmla="*/ 261468 w 747402"/>
              <a:gd name="connsiteY0" fmla="*/ 267921 h 1868472"/>
              <a:gd name="connsiteX1" fmla="*/ 293218 w 747402"/>
              <a:gd name="connsiteY1" fmla="*/ 58371 h 1868472"/>
              <a:gd name="connsiteX2" fmla="*/ 477368 w 747402"/>
              <a:gd name="connsiteY2" fmla="*/ 7571 h 1868472"/>
              <a:gd name="connsiteX3" fmla="*/ 636118 w 747402"/>
              <a:gd name="connsiteY3" fmla="*/ 191721 h 1868472"/>
              <a:gd name="connsiteX4" fmla="*/ 629768 w 747402"/>
              <a:gd name="connsiteY4" fmla="*/ 769571 h 1868472"/>
              <a:gd name="connsiteX5" fmla="*/ 598018 w 747402"/>
              <a:gd name="connsiteY5" fmla="*/ 1468071 h 1868472"/>
              <a:gd name="connsiteX6" fmla="*/ 712318 w 747402"/>
              <a:gd name="connsiteY6" fmla="*/ 1696671 h 1868472"/>
              <a:gd name="connsiteX7" fmla="*/ 737718 w 747402"/>
              <a:gd name="connsiteY7" fmla="*/ 1779221 h 1868472"/>
              <a:gd name="connsiteX8" fmla="*/ 566268 w 747402"/>
              <a:gd name="connsiteY8" fmla="*/ 1791921 h 1868472"/>
              <a:gd name="connsiteX9" fmla="*/ 382118 w 747402"/>
              <a:gd name="connsiteY9" fmla="*/ 1423621 h 1868472"/>
              <a:gd name="connsiteX10" fmla="*/ 147168 w 747402"/>
              <a:gd name="connsiteY10" fmla="*/ 1798271 h 1868472"/>
              <a:gd name="connsiteX11" fmla="*/ 77318 w 747402"/>
              <a:gd name="connsiteY11" fmla="*/ 1868121 h 1868472"/>
              <a:gd name="connsiteX12" fmla="*/ 7468 w 747402"/>
              <a:gd name="connsiteY12" fmla="*/ 1791921 h 1868472"/>
              <a:gd name="connsiteX13" fmla="*/ 267818 w 747402"/>
              <a:gd name="connsiteY13" fmla="*/ 1341071 h 1868472"/>
              <a:gd name="connsiteX14" fmla="*/ 356718 w 747402"/>
              <a:gd name="connsiteY14" fmla="*/ 1106121 h 1868472"/>
              <a:gd name="connsiteX15" fmla="*/ 528168 w 747402"/>
              <a:gd name="connsiteY15" fmla="*/ 560021 h 1868472"/>
              <a:gd name="connsiteX16" fmla="*/ 521818 w 747402"/>
              <a:gd name="connsiteY16" fmla="*/ 210771 h 1868472"/>
              <a:gd name="connsiteX17" fmla="*/ 445618 w 747402"/>
              <a:gd name="connsiteY17" fmla="*/ 134571 h 1868472"/>
              <a:gd name="connsiteX18" fmla="*/ 375768 w 747402"/>
              <a:gd name="connsiteY18" fmla="*/ 179021 h 1868472"/>
              <a:gd name="connsiteX19" fmla="*/ 375768 w 747402"/>
              <a:gd name="connsiteY19" fmla="*/ 293321 h 1868472"/>
              <a:gd name="connsiteX20" fmla="*/ 344018 w 747402"/>
              <a:gd name="connsiteY20" fmla="*/ 356821 h 1868472"/>
              <a:gd name="connsiteX21" fmla="*/ 261468 w 747402"/>
              <a:gd name="connsiteY21" fmla="*/ 267921 h 1868472"/>
              <a:gd name="connsiteX0" fmla="*/ 261468 w 747402"/>
              <a:gd name="connsiteY0" fmla="*/ 267921 h 1868472"/>
              <a:gd name="connsiteX1" fmla="*/ 293218 w 747402"/>
              <a:gd name="connsiteY1" fmla="*/ 58371 h 1868472"/>
              <a:gd name="connsiteX2" fmla="*/ 477368 w 747402"/>
              <a:gd name="connsiteY2" fmla="*/ 7571 h 1868472"/>
              <a:gd name="connsiteX3" fmla="*/ 636118 w 747402"/>
              <a:gd name="connsiteY3" fmla="*/ 191721 h 1868472"/>
              <a:gd name="connsiteX4" fmla="*/ 642468 w 747402"/>
              <a:gd name="connsiteY4" fmla="*/ 648921 h 1868472"/>
              <a:gd name="connsiteX5" fmla="*/ 598018 w 747402"/>
              <a:gd name="connsiteY5" fmla="*/ 1468071 h 1868472"/>
              <a:gd name="connsiteX6" fmla="*/ 712318 w 747402"/>
              <a:gd name="connsiteY6" fmla="*/ 1696671 h 1868472"/>
              <a:gd name="connsiteX7" fmla="*/ 737718 w 747402"/>
              <a:gd name="connsiteY7" fmla="*/ 1779221 h 1868472"/>
              <a:gd name="connsiteX8" fmla="*/ 566268 w 747402"/>
              <a:gd name="connsiteY8" fmla="*/ 1791921 h 1868472"/>
              <a:gd name="connsiteX9" fmla="*/ 382118 w 747402"/>
              <a:gd name="connsiteY9" fmla="*/ 1423621 h 1868472"/>
              <a:gd name="connsiteX10" fmla="*/ 147168 w 747402"/>
              <a:gd name="connsiteY10" fmla="*/ 1798271 h 1868472"/>
              <a:gd name="connsiteX11" fmla="*/ 77318 w 747402"/>
              <a:gd name="connsiteY11" fmla="*/ 1868121 h 1868472"/>
              <a:gd name="connsiteX12" fmla="*/ 7468 w 747402"/>
              <a:gd name="connsiteY12" fmla="*/ 1791921 h 1868472"/>
              <a:gd name="connsiteX13" fmla="*/ 267818 w 747402"/>
              <a:gd name="connsiteY13" fmla="*/ 1341071 h 1868472"/>
              <a:gd name="connsiteX14" fmla="*/ 356718 w 747402"/>
              <a:gd name="connsiteY14" fmla="*/ 1106121 h 1868472"/>
              <a:gd name="connsiteX15" fmla="*/ 528168 w 747402"/>
              <a:gd name="connsiteY15" fmla="*/ 560021 h 1868472"/>
              <a:gd name="connsiteX16" fmla="*/ 521818 w 747402"/>
              <a:gd name="connsiteY16" fmla="*/ 210771 h 1868472"/>
              <a:gd name="connsiteX17" fmla="*/ 445618 w 747402"/>
              <a:gd name="connsiteY17" fmla="*/ 134571 h 1868472"/>
              <a:gd name="connsiteX18" fmla="*/ 375768 w 747402"/>
              <a:gd name="connsiteY18" fmla="*/ 179021 h 1868472"/>
              <a:gd name="connsiteX19" fmla="*/ 375768 w 747402"/>
              <a:gd name="connsiteY19" fmla="*/ 293321 h 1868472"/>
              <a:gd name="connsiteX20" fmla="*/ 344018 w 747402"/>
              <a:gd name="connsiteY20" fmla="*/ 356821 h 1868472"/>
              <a:gd name="connsiteX21" fmla="*/ 261468 w 747402"/>
              <a:gd name="connsiteY21" fmla="*/ 267921 h 1868472"/>
              <a:gd name="connsiteX0" fmla="*/ 261468 w 747402"/>
              <a:gd name="connsiteY0" fmla="*/ 267921 h 1868472"/>
              <a:gd name="connsiteX1" fmla="*/ 293218 w 747402"/>
              <a:gd name="connsiteY1" fmla="*/ 58371 h 1868472"/>
              <a:gd name="connsiteX2" fmla="*/ 477368 w 747402"/>
              <a:gd name="connsiteY2" fmla="*/ 7571 h 1868472"/>
              <a:gd name="connsiteX3" fmla="*/ 636118 w 747402"/>
              <a:gd name="connsiteY3" fmla="*/ 191721 h 1868472"/>
              <a:gd name="connsiteX4" fmla="*/ 642468 w 747402"/>
              <a:gd name="connsiteY4" fmla="*/ 648921 h 1868472"/>
              <a:gd name="connsiteX5" fmla="*/ 473778 w 747402"/>
              <a:gd name="connsiteY5" fmla="*/ 1171484 h 1868472"/>
              <a:gd name="connsiteX6" fmla="*/ 598018 w 747402"/>
              <a:gd name="connsiteY6" fmla="*/ 1468071 h 1868472"/>
              <a:gd name="connsiteX7" fmla="*/ 712318 w 747402"/>
              <a:gd name="connsiteY7" fmla="*/ 1696671 h 1868472"/>
              <a:gd name="connsiteX8" fmla="*/ 737718 w 747402"/>
              <a:gd name="connsiteY8" fmla="*/ 1779221 h 1868472"/>
              <a:gd name="connsiteX9" fmla="*/ 566268 w 747402"/>
              <a:gd name="connsiteY9" fmla="*/ 1791921 h 1868472"/>
              <a:gd name="connsiteX10" fmla="*/ 382118 w 747402"/>
              <a:gd name="connsiteY10" fmla="*/ 1423621 h 1868472"/>
              <a:gd name="connsiteX11" fmla="*/ 147168 w 747402"/>
              <a:gd name="connsiteY11" fmla="*/ 1798271 h 1868472"/>
              <a:gd name="connsiteX12" fmla="*/ 77318 w 747402"/>
              <a:gd name="connsiteY12" fmla="*/ 1868121 h 1868472"/>
              <a:gd name="connsiteX13" fmla="*/ 7468 w 747402"/>
              <a:gd name="connsiteY13" fmla="*/ 1791921 h 1868472"/>
              <a:gd name="connsiteX14" fmla="*/ 267818 w 747402"/>
              <a:gd name="connsiteY14" fmla="*/ 1341071 h 1868472"/>
              <a:gd name="connsiteX15" fmla="*/ 356718 w 747402"/>
              <a:gd name="connsiteY15" fmla="*/ 1106121 h 1868472"/>
              <a:gd name="connsiteX16" fmla="*/ 528168 w 747402"/>
              <a:gd name="connsiteY16" fmla="*/ 560021 h 1868472"/>
              <a:gd name="connsiteX17" fmla="*/ 521818 w 747402"/>
              <a:gd name="connsiteY17" fmla="*/ 210771 h 1868472"/>
              <a:gd name="connsiteX18" fmla="*/ 445618 w 747402"/>
              <a:gd name="connsiteY18" fmla="*/ 134571 h 1868472"/>
              <a:gd name="connsiteX19" fmla="*/ 375768 w 747402"/>
              <a:gd name="connsiteY19" fmla="*/ 179021 h 1868472"/>
              <a:gd name="connsiteX20" fmla="*/ 375768 w 747402"/>
              <a:gd name="connsiteY20" fmla="*/ 293321 h 1868472"/>
              <a:gd name="connsiteX21" fmla="*/ 344018 w 747402"/>
              <a:gd name="connsiteY21" fmla="*/ 356821 h 1868472"/>
              <a:gd name="connsiteX22" fmla="*/ 261468 w 747402"/>
              <a:gd name="connsiteY22" fmla="*/ 267921 h 1868472"/>
              <a:gd name="connsiteX0" fmla="*/ 261468 w 747402"/>
              <a:gd name="connsiteY0" fmla="*/ 267921 h 1868472"/>
              <a:gd name="connsiteX1" fmla="*/ 293218 w 747402"/>
              <a:gd name="connsiteY1" fmla="*/ 58371 h 1868472"/>
              <a:gd name="connsiteX2" fmla="*/ 477368 w 747402"/>
              <a:gd name="connsiteY2" fmla="*/ 7571 h 1868472"/>
              <a:gd name="connsiteX3" fmla="*/ 636118 w 747402"/>
              <a:gd name="connsiteY3" fmla="*/ 191721 h 1868472"/>
              <a:gd name="connsiteX4" fmla="*/ 642468 w 747402"/>
              <a:gd name="connsiteY4" fmla="*/ 648921 h 1868472"/>
              <a:gd name="connsiteX5" fmla="*/ 473778 w 747402"/>
              <a:gd name="connsiteY5" fmla="*/ 1234984 h 1868472"/>
              <a:gd name="connsiteX6" fmla="*/ 598018 w 747402"/>
              <a:gd name="connsiteY6" fmla="*/ 1468071 h 1868472"/>
              <a:gd name="connsiteX7" fmla="*/ 712318 w 747402"/>
              <a:gd name="connsiteY7" fmla="*/ 1696671 h 1868472"/>
              <a:gd name="connsiteX8" fmla="*/ 737718 w 747402"/>
              <a:gd name="connsiteY8" fmla="*/ 1779221 h 1868472"/>
              <a:gd name="connsiteX9" fmla="*/ 566268 w 747402"/>
              <a:gd name="connsiteY9" fmla="*/ 1791921 h 1868472"/>
              <a:gd name="connsiteX10" fmla="*/ 382118 w 747402"/>
              <a:gd name="connsiteY10" fmla="*/ 1423621 h 1868472"/>
              <a:gd name="connsiteX11" fmla="*/ 147168 w 747402"/>
              <a:gd name="connsiteY11" fmla="*/ 1798271 h 1868472"/>
              <a:gd name="connsiteX12" fmla="*/ 77318 w 747402"/>
              <a:gd name="connsiteY12" fmla="*/ 1868121 h 1868472"/>
              <a:gd name="connsiteX13" fmla="*/ 7468 w 747402"/>
              <a:gd name="connsiteY13" fmla="*/ 1791921 h 1868472"/>
              <a:gd name="connsiteX14" fmla="*/ 267818 w 747402"/>
              <a:gd name="connsiteY14" fmla="*/ 1341071 h 1868472"/>
              <a:gd name="connsiteX15" fmla="*/ 356718 w 747402"/>
              <a:gd name="connsiteY15" fmla="*/ 1106121 h 1868472"/>
              <a:gd name="connsiteX16" fmla="*/ 528168 w 747402"/>
              <a:gd name="connsiteY16" fmla="*/ 560021 h 1868472"/>
              <a:gd name="connsiteX17" fmla="*/ 521818 w 747402"/>
              <a:gd name="connsiteY17" fmla="*/ 210771 h 1868472"/>
              <a:gd name="connsiteX18" fmla="*/ 445618 w 747402"/>
              <a:gd name="connsiteY18" fmla="*/ 134571 h 1868472"/>
              <a:gd name="connsiteX19" fmla="*/ 375768 w 747402"/>
              <a:gd name="connsiteY19" fmla="*/ 179021 h 1868472"/>
              <a:gd name="connsiteX20" fmla="*/ 375768 w 747402"/>
              <a:gd name="connsiteY20" fmla="*/ 293321 h 1868472"/>
              <a:gd name="connsiteX21" fmla="*/ 344018 w 747402"/>
              <a:gd name="connsiteY21" fmla="*/ 356821 h 1868472"/>
              <a:gd name="connsiteX22" fmla="*/ 261468 w 747402"/>
              <a:gd name="connsiteY22" fmla="*/ 267921 h 1868472"/>
              <a:gd name="connsiteX0" fmla="*/ 261468 w 747585"/>
              <a:gd name="connsiteY0" fmla="*/ 267921 h 1868472"/>
              <a:gd name="connsiteX1" fmla="*/ 293218 w 747585"/>
              <a:gd name="connsiteY1" fmla="*/ 58371 h 1868472"/>
              <a:gd name="connsiteX2" fmla="*/ 477368 w 747585"/>
              <a:gd name="connsiteY2" fmla="*/ 7571 h 1868472"/>
              <a:gd name="connsiteX3" fmla="*/ 636118 w 747585"/>
              <a:gd name="connsiteY3" fmla="*/ 191721 h 1868472"/>
              <a:gd name="connsiteX4" fmla="*/ 642468 w 747585"/>
              <a:gd name="connsiteY4" fmla="*/ 648921 h 1868472"/>
              <a:gd name="connsiteX5" fmla="*/ 473778 w 747585"/>
              <a:gd name="connsiteY5" fmla="*/ 1234984 h 1868472"/>
              <a:gd name="connsiteX6" fmla="*/ 591668 w 747585"/>
              <a:gd name="connsiteY6" fmla="*/ 1531571 h 1868472"/>
              <a:gd name="connsiteX7" fmla="*/ 712318 w 747585"/>
              <a:gd name="connsiteY7" fmla="*/ 1696671 h 1868472"/>
              <a:gd name="connsiteX8" fmla="*/ 737718 w 747585"/>
              <a:gd name="connsiteY8" fmla="*/ 1779221 h 1868472"/>
              <a:gd name="connsiteX9" fmla="*/ 566268 w 747585"/>
              <a:gd name="connsiteY9" fmla="*/ 1791921 h 1868472"/>
              <a:gd name="connsiteX10" fmla="*/ 382118 w 747585"/>
              <a:gd name="connsiteY10" fmla="*/ 1423621 h 1868472"/>
              <a:gd name="connsiteX11" fmla="*/ 147168 w 747585"/>
              <a:gd name="connsiteY11" fmla="*/ 1798271 h 1868472"/>
              <a:gd name="connsiteX12" fmla="*/ 77318 w 747585"/>
              <a:gd name="connsiteY12" fmla="*/ 1868121 h 1868472"/>
              <a:gd name="connsiteX13" fmla="*/ 7468 w 747585"/>
              <a:gd name="connsiteY13" fmla="*/ 1791921 h 1868472"/>
              <a:gd name="connsiteX14" fmla="*/ 267818 w 747585"/>
              <a:gd name="connsiteY14" fmla="*/ 1341071 h 1868472"/>
              <a:gd name="connsiteX15" fmla="*/ 356718 w 747585"/>
              <a:gd name="connsiteY15" fmla="*/ 1106121 h 1868472"/>
              <a:gd name="connsiteX16" fmla="*/ 528168 w 747585"/>
              <a:gd name="connsiteY16" fmla="*/ 560021 h 1868472"/>
              <a:gd name="connsiteX17" fmla="*/ 521818 w 747585"/>
              <a:gd name="connsiteY17" fmla="*/ 210771 h 1868472"/>
              <a:gd name="connsiteX18" fmla="*/ 445618 w 747585"/>
              <a:gd name="connsiteY18" fmla="*/ 134571 h 1868472"/>
              <a:gd name="connsiteX19" fmla="*/ 375768 w 747585"/>
              <a:gd name="connsiteY19" fmla="*/ 179021 h 1868472"/>
              <a:gd name="connsiteX20" fmla="*/ 375768 w 747585"/>
              <a:gd name="connsiteY20" fmla="*/ 293321 h 1868472"/>
              <a:gd name="connsiteX21" fmla="*/ 344018 w 747585"/>
              <a:gd name="connsiteY21" fmla="*/ 356821 h 1868472"/>
              <a:gd name="connsiteX22" fmla="*/ 261468 w 747585"/>
              <a:gd name="connsiteY22" fmla="*/ 267921 h 1868472"/>
              <a:gd name="connsiteX0" fmla="*/ 261468 w 715997"/>
              <a:gd name="connsiteY0" fmla="*/ 267921 h 1868472"/>
              <a:gd name="connsiteX1" fmla="*/ 293218 w 715997"/>
              <a:gd name="connsiteY1" fmla="*/ 58371 h 1868472"/>
              <a:gd name="connsiteX2" fmla="*/ 477368 w 715997"/>
              <a:gd name="connsiteY2" fmla="*/ 7571 h 1868472"/>
              <a:gd name="connsiteX3" fmla="*/ 636118 w 715997"/>
              <a:gd name="connsiteY3" fmla="*/ 191721 h 1868472"/>
              <a:gd name="connsiteX4" fmla="*/ 642468 w 715997"/>
              <a:gd name="connsiteY4" fmla="*/ 648921 h 1868472"/>
              <a:gd name="connsiteX5" fmla="*/ 473778 w 715997"/>
              <a:gd name="connsiteY5" fmla="*/ 1234984 h 1868472"/>
              <a:gd name="connsiteX6" fmla="*/ 591668 w 715997"/>
              <a:gd name="connsiteY6" fmla="*/ 1531571 h 1868472"/>
              <a:gd name="connsiteX7" fmla="*/ 712318 w 715997"/>
              <a:gd name="connsiteY7" fmla="*/ 1696671 h 1868472"/>
              <a:gd name="connsiteX8" fmla="*/ 674218 w 715997"/>
              <a:gd name="connsiteY8" fmla="*/ 1766521 h 1868472"/>
              <a:gd name="connsiteX9" fmla="*/ 566268 w 715997"/>
              <a:gd name="connsiteY9" fmla="*/ 1791921 h 1868472"/>
              <a:gd name="connsiteX10" fmla="*/ 382118 w 715997"/>
              <a:gd name="connsiteY10" fmla="*/ 1423621 h 1868472"/>
              <a:gd name="connsiteX11" fmla="*/ 147168 w 715997"/>
              <a:gd name="connsiteY11" fmla="*/ 1798271 h 1868472"/>
              <a:gd name="connsiteX12" fmla="*/ 77318 w 715997"/>
              <a:gd name="connsiteY12" fmla="*/ 1868121 h 1868472"/>
              <a:gd name="connsiteX13" fmla="*/ 7468 w 715997"/>
              <a:gd name="connsiteY13" fmla="*/ 1791921 h 1868472"/>
              <a:gd name="connsiteX14" fmla="*/ 267818 w 715997"/>
              <a:gd name="connsiteY14" fmla="*/ 1341071 h 1868472"/>
              <a:gd name="connsiteX15" fmla="*/ 356718 w 715997"/>
              <a:gd name="connsiteY15" fmla="*/ 1106121 h 1868472"/>
              <a:gd name="connsiteX16" fmla="*/ 528168 w 715997"/>
              <a:gd name="connsiteY16" fmla="*/ 560021 h 1868472"/>
              <a:gd name="connsiteX17" fmla="*/ 521818 w 715997"/>
              <a:gd name="connsiteY17" fmla="*/ 210771 h 1868472"/>
              <a:gd name="connsiteX18" fmla="*/ 445618 w 715997"/>
              <a:gd name="connsiteY18" fmla="*/ 134571 h 1868472"/>
              <a:gd name="connsiteX19" fmla="*/ 375768 w 715997"/>
              <a:gd name="connsiteY19" fmla="*/ 179021 h 1868472"/>
              <a:gd name="connsiteX20" fmla="*/ 375768 w 715997"/>
              <a:gd name="connsiteY20" fmla="*/ 293321 h 1868472"/>
              <a:gd name="connsiteX21" fmla="*/ 344018 w 715997"/>
              <a:gd name="connsiteY21" fmla="*/ 356821 h 1868472"/>
              <a:gd name="connsiteX22" fmla="*/ 261468 w 715997"/>
              <a:gd name="connsiteY22" fmla="*/ 267921 h 1868472"/>
              <a:gd name="connsiteX0" fmla="*/ 261468 w 715997"/>
              <a:gd name="connsiteY0" fmla="*/ 267921 h 1868472"/>
              <a:gd name="connsiteX1" fmla="*/ 293218 w 715997"/>
              <a:gd name="connsiteY1" fmla="*/ 58371 h 1868472"/>
              <a:gd name="connsiteX2" fmla="*/ 477368 w 715997"/>
              <a:gd name="connsiteY2" fmla="*/ 7571 h 1868472"/>
              <a:gd name="connsiteX3" fmla="*/ 636118 w 715997"/>
              <a:gd name="connsiteY3" fmla="*/ 191721 h 1868472"/>
              <a:gd name="connsiteX4" fmla="*/ 642468 w 715997"/>
              <a:gd name="connsiteY4" fmla="*/ 648921 h 1868472"/>
              <a:gd name="connsiteX5" fmla="*/ 473778 w 715997"/>
              <a:gd name="connsiteY5" fmla="*/ 1234984 h 1868472"/>
              <a:gd name="connsiteX6" fmla="*/ 591668 w 715997"/>
              <a:gd name="connsiteY6" fmla="*/ 1531571 h 1868472"/>
              <a:gd name="connsiteX7" fmla="*/ 712318 w 715997"/>
              <a:gd name="connsiteY7" fmla="*/ 1696671 h 1868472"/>
              <a:gd name="connsiteX8" fmla="*/ 674218 w 715997"/>
              <a:gd name="connsiteY8" fmla="*/ 1766521 h 1868472"/>
              <a:gd name="connsiteX9" fmla="*/ 566268 w 715997"/>
              <a:gd name="connsiteY9" fmla="*/ 1741121 h 1868472"/>
              <a:gd name="connsiteX10" fmla="*/ 382118 w 715997"/>
              <a:gd name="connsiteY10" fmla="*/ 1423621 h 1868472"/>
              <a:gd name="connsiteX11" fmla="*/ 147168 w 715997"/>
              <a:gd name="connsiteY11" fmla="*/ 1798271 h 1868472"/>
              <a:gd name="connsiteX12" fmla="*/ 77318 w 715997"/>
              <a:gd name="connsiteY12" fmla="*/ 1868121 h 1868472"/>
              <a:gd name="connsiteX13" fmla="*/ 7468 w 715997"/>
              <a:gd name="connsiteY13" fmla="*/ 1791921 h 1868472"/>
              <a:gd name="connsiteX14" fmla="*/ 267818 w 715997"/>
              <a:gd name="connsiteY14" fmla="*/ 1341071 h 1868472"/>
              <a:gd name="connsiteX15" fmla="*/ 356718 w 715997"/>
              <a:gd name="connsiteY15" fmla="*/ 1106121 h 1868472"/>
              <a:gd name="connsiteX16" fmla="*/ 528168 w 715997"/>
              <a:gd name="connsiteY16" fmla="*/ 560021 h 1868472"/>
              <a:gd name="connsiteX17" fmla="*/ 521818 w 715997"/>
              <a:gd name="connsiteY17" fmla="*/ 210771 h 1868472"/>
              <a:gd name="connsiteX18" fmla="*/ 445618 w 715997"/>
              <a:gd name="connsiteY18" fmla="*/ 134571 h 1868472"/>
              <a:gd name="connsiteX19" fmla="*/ 375768 w 715997"/>
              <a:gd name="connsiteY19" fmla="*/ 179021 h 1868472"/>
              <a:gd name="connsiteX20" fmla="*/ 375768 w 715997"/>
              <a:gd name="connsiteY20" fmla="*/ 293321 h 1868472"/>
              <a:gd name="connsiteX21" fmla="*/ 344018 w 715997"/>
              <a:gd name="connsiteY21" fmla="*/ 356821 h 1868472"/>
              <a:gd name="connsiteX22" fmla="*/ 261468 w 715997"/>
              <a:gd name="connsiteY22" fmla="*/ 267921 h 1868472"/>
              <a:gd name="connsiteX0" fmla="*/ 261468 w 715997"/>
              <a:gd name="connsiteY0" fmla="*/ 267921 h 1868472"/>
              <a:gd name="connsiteX1" fmla="*/ 293218 w 715997"/>
              <a:gd name="connsiteY1" fmla="*/ 58371 h 1868472"/>
              <a:gd name="connsiteX2" fmla="*/ 477368 w 715997"/>
              <a:gd name="connsiteY2" fmla="*/ 7571 h 1868472"/>
              <a:gd name="connsiteX3" fmla="*/ 636118 w 715997"/>
              <a:gd name="connsiteY3" fmla="*/ 191721 h 1868472"/>
              <a:gd name="connsiteX4" fmla="*/ 642468 w 715997"/>
              <a:gd name="connsiteY4" fmla="*/ 648921 h 1868472"/>
              <a:gd name="connsiteX5" fmla="*/ 473778 w 715997"/>
              <a:gd name="connsiteY5" fmla="*/ 1234984 h 1868472"/>
              <a:gd name="connsiteX6" fmla="*/ 591668 w 715997"/>
              <a:gd name="connsiteY6" fmla="*/ 1531571 h 1868472"/>
              <a:gd name="connsiteX7" fmla="*/ 712318 w 715997"/>
              <a:gd name="connsiteY7" fmla="*/ 1696671 h 1868472"/>
              <a:gd name="connsiteX8" fmla="*/ 674218 w 715997"/>
              <a:gd name="connsiteY8" fmla="*/ 1766521 h 1868472"/>
              <a:gd name="connsiteX9" fmla="*/ 566268 w 715997"/>
              <a:gd name="connsiteY9" fmla="*/ 1741121 h 1868472"/>
              <a:gd name="connsiteX10" fmla="*/ 382118 w 715997"/>
              <a:gd name="connsiteY10" fmla="*/ 1423621 h 1868472"/>
              <a:gd name="connsiteX11" fmla="*/ 147168 w 715997"/>
              <a:gd name="connsiteY11" fmla="*/ 1798271 h 1868472"/>
              <a:gd name="connsiteX12" fmla="*/ 77318 w 715997"/>
              <a:gd name="connsiteY12" fmla="*/ 1868121 h 1868472"/>
              <a:gd name="connsiteX13" fmla="*/ 7468 w 715997"/>
              <a:gd name="connsiteY13" fmla="*/ 1791921 h 1868472"/>
              <a:gd name="connsiteX14" fmla="*/ 267818 w 715997"/>
              <a:gd name="connsiteY14" fmla="*/ 1341071 h 1868472"/>
              <a:gd name="connsiteX15" fmla="*/ 356718 w 715997"/>
              <a:gd name="connsiteY15" fmla="*/ 1106121 h 1868472"/>
              <a:gd name="connsiteX16" fmla="*/ 528168 w 715997"/>
              <a:gd name="connsiteY16" fmla="*/ 560021 h 1868472"/>
              <a:gd name="connsiteX17" fmla="*/ 521818 w 715997"/>
              <a:gd name="connsiteY17" fmla="*/ 210771 h 1868472"/>
              <a:gd name="connsiteX18" fmla="*/ 445618 w 715997"/>
              <a:gd name="connsiteY18" fmla="*/ 134571 h 1868472"/>
              <a:gd name="connsiteX19" fmla="*/ 375768 w 715997"/>
              <a:gd name="connsiteY19" fmla="*/ 179021 h 1868472"/>
              <a:gd name="connsiteX20" fmla="*/ 375768 w 715997"/>
              <a:gd name="connsiteY20" fmla="*/ 293321 h 1868472"/>
              <a:gd name="connsiteX21" fmla="*/ 344018 w 715997"/>
              <a:gd name="connsiteY21" fmla="*/ 356821 h 1868472"/>
              <a:gd name="connsiteX22" fmla="*/ 261468 w 715997"/>
              <a:gd name="connsiteY22" fmla="*/ 267921 h 1868472"/>
              <a:gd name="connsiteX0" fmla="*/ 261468 w 715997"/>
              <a:gd name="connsiteY0" fmla="*/ 267921 h 1868472"/>
              <a:gd name="connsiteX1" fmla="*/ 293218 w 715997"/>
              <a:gd name="connsiteY1" fmla="*/ 58371 h 1868472"/>
              <a:gd name="connsiteX2" fmla="*/ 477368 w 715997"/>
              <a:gd name="connsiteY2" fmla="*/ 7571 h 1868472"/>
              <a:gd name="connsiteX3" fmla="*/ 636118 w 715997"/>
              <a:gd name="connsiteY3" fmla="*/ 191721 h 1868472"/>
              <a:gd name="connsiteX4" fmla="*/ 642468 w 715997"/>
              <a:gd name="connsiteY4" fmla="*/ 648921 h 1868472"/>
              <a:gd name="connsiteX5" fmla="*/ 473778 w 715997"/>
              <a:gd name="connsiteY5" fmla="*/ 1234984 h 1868472"/>
              <a:gd name="connsiteX6" fmla="*/ 591668 w 715997"/>
              <a:gd name="connsiteY6" fmla="*/ 1531571 h 1868472"/>
              <a:gd name="connsiteX7" fmla="*/ 712318 w 715997"/>
              <a:gd name="connsiteY7" fmla="*/ 1696671 h 1868472"/>
              <a:gd name="connsiteX8" fmla="*/ 674218 w 715997"/>
              <a:gd name="connsiteY8" fmla="*/ 1766521 h 1868472"/>
              <a:gd name="connsiteX9" fmla="*/ 566268 w 715997"/>
              <a:gd name="connsiteY9" fmla="*/ 1741121 h 1868472"/>
              <a:gd name="connsiteX10" fmla="*/ 382118 w 715997"/>
              <a:gd name="connsiteY10" fmla="*/ 1423621 h 1868472"/>
              <a:gd name="connsiteX11" fmla="*/ 147168 w 715997"/>
              <a:gd name="connsiteY11" fmla="*/ 1798271 h 1868472"/>
              <a:gd name="connsiteX12" fmla="*/ 77318 w 715997"/>
              <a:gd name="connsiteY12" fmla="*/ 1868121 h 1868472"/>
              <a:gd name="connsiteX13" fmla="*/ 7468 w 715997"/>
              <a:gd name="connsiteY13" fmla="*/ 1791921 h 1868472"/>
              <a:gd name="connsiteX14" fmla="*/ 267818 w 715997"/>
              <a:gd name="connsiteY14" fmla="*/ 1341071 h 1868472"/>
              <a:gd name="connsiteX15" fmla="*/ 356718 w 715997"/>
              <a:gd name="connsiteY15" fmla="*/ 1106121 h 1868472"/>
              <a:gd name="connsiteX16" fmla="*/ 528168 w 715997"/>
              <a:gd name="connsiteY16" fmla="*/ 560021 h 1868472"/>
              <a:gd name="connsiteX17" fmla="*/ 521818 w 715997"/>
              <a:gd name="connsiteY17" fmla="*/ 210771 h 1868472"/>
              <a:gd name="connsiteX18" fmla="*/ 445618 w 715997"/>
              <a:gd name="connsiteY18" fmla="*/ 134571 h 1868472"/>
              <a:gd name="connsiteX19" fmla="*/ 375768 w 715997"/>
              <a:gd name="connsiteY19" fmla="*/ 179021 h 1868472"/>
              <a:gd name="connsiteX20" fmla="*/ 375768 w 715997"/>
              <a:gd name="connsiteY20" fmla="*/ 293321 h 1868472"/>
              <a:gd name="connsiteX21" fmla="*/ 344018 w 715997"/>
              <a:gd name="connsiteY21" fmla="*/ 356821 h 1868472"/>
              <a:gd name="connsiteX22" fmla="*/ 261468 w 715997"/>
              <a:gd name="connsiteY22"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42468 w 716382"/>
              <a:gd name="connsiteY4" fmla="*/ 648921 h 1868472"/>
              <a:gd name="connsiteX5" fmla="*/ 473778 w 716382"/>
              <a:gd name="connsiteY5" fmla="*/ 1234984 h 1868472"/>
              <a:gd name="connsiteX6" fmla="*/ 591668 w 716382"/>
              <a:gd name="connsiteY6" fmla="*/ 1531571 h 1868472"/>
              <a:gd name="connsiteX7" fmla="*/ 712318 w 716382"/>
              <a:gd name="connsiteY7" fmla="*/ 1696671 h 1868472"/>
              <a:gd name="connsiteX8" fmla="*/ 674218 w 716382"/>
              <a:gd name="connsiteY8" fmla="*/ 1766521 h 1868472"/>
              <a:gd name="connsiteX9" fmla="*/ 540868 w 716382"/>
              <a:gd name="connsiteY9" fmla="*/ 1658571 h 1868472"/>
              <a:gd name="connsiteX10" fmla="*/ 382118 w 716382"/>
              <a:gd name="connsiteY10" fmla="*/ 1423621 h 1868472"/>
              <a:gd name="connsiteX11" fmla="*/ 147168 w 716382"/>
              <a:gd name="connsiteY11" fmla="*/ 1798271 h 1868472"/>
              <a:gd name="connsiteX12" fmla="*/ 77318 w 716382"/>
              <a:gd name="connsiteY12" fmla="*/ 1868121 h 1868472"/>
              <a:gd name="connsiteX13" fmla="*/ 7468 w 716382"/>
              <a:gd name="connsiteY13" fmla="*/ 1791921 h 1868472"/>
              <a:gd name="connsiteX14" fmla="*/ 267818 w 716382"/>
              <a:gd name="connsiteY14" fmla="*/ 1341071 h 1868472"/>
              <a:gd name="connsiteX15" fmla="*/ 356718 w 716382"/>
              <a:gd name="connsiteY15" fmla="*/ 1106121 h 1868472"/>
              <a:gd name="connsiteX16" fmla="*/ 528168 w 716382"/>
              <a:gd name="connsiteY16" fmla="*/ 560021 h 1868472"/>
              <a:gd name="connsiteX17" fmla="*/ 521818 w 716382"/>
              <a:gd name="connsiteY17" fmla="*/ 210771 h 1868472"/>
              <a:gd name="connsiteX18" fmla="*/ 445618 w 716382"/>
              <a:gd name="connsiteY18" fmla="*/ 134571 h 1868472"/>
              <a:gd name="connsiteX19" fmla="*/ 375768 w 716382"/>
              <a:gd name="connsiteY19" fmla="*/ 179021 h 1868472"/>
              <a:gd name="connsiteX20" fmla="*/ 375768 w 716382"/>
              <a:gd name="connsiteY20" fmla="*/ 293321 h 1868472"/>
              <a:gd name="connsiteX21" fmla="*/ 344018 w 716382"/>
              <a:gd name="connsiteY21" fmla="*/ 356821 h 1868472"/>
              <a:gd name="connsiteX22" fmla="*/ 261468 w 716382"/>
              <a:gd name="connsiteY22"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42468 w 716382"/>
              <a:gd name="connsiteY4" fmla="*/ 648921 h 1868472"/>
              <a:gd name="connsiteX5" fmla="*/ 473778 w 716382"/>
              <a:gd name="connsiteY5" fmla="*/ 1234984 h 1868472"/>
              <a:gd name="connsiteX6" fmla="*/ 591668 w 716382"/>
              <a:gd name="connsiteY6" fmla="*/ 1531571 h 1868472"/>
              <a:gd name="connsiteX7" fmla="*/ 712318 w 716382"/>
              <a:gd name="connsiteY7" fmla="*/ 1696671 h 1868472"/>
              <a:gd name="connsiteX8" fmla="*/ 674218 w 716382"/>
              <a:gd name="connsiteY8" fmla="*/ 1766521 h 1868472"/>
              <a:gd name="connsiteX9" fmla="*/ 540868 w 716382"/>
              <a:gd name="connsiteY9" fmla="*/ 1639521 h 1868472"/>
              <a:gd name="connsiteX10" fmla="*/ 382118 w 716382"/>
              <a:gd name="connsiteY10" fmla="*/ 1423621 h 1868472"/>
              <a:gd name="connsiteX11" fmla="*/ 147168 w 716382"/>
              <a:gd name="connsiteY11" fmla="*/ 1798271 h 1868472"/>
              <a:gd name="connsiteX12" fmla="*/ 77318 w 716382"/>
              <a:gd name="connsiteY12" fmla="*/ 1868121 h 1868472"/>
              <a:gd name="connsiteX13" fmla="*/ 7468 w 716382"/>
              <a:gd name="connsiteY13" fmla="*/ 1791921 h 1868472"/>
              <a:gd name="connsiteX14" fmla="*/ 267818 w 716382"/>
              <a:gd name="connsiteY14" fmla="*/ 1341071 h 1868472"/>
              <a:gd name="connsiteX15" fmla="*/ 356718 w 716382"/>
              <a:gd name="connsiteY15" fmla="*/ 1106121 h 1868472"/>
              <a:gd name="connsiteX16" fmla="*/ 528168 w 716382"/>
              <a:gd name="connsiteY16" fmla="*/ 560021 h 1868472"/>
              <a:gd name="connsiteX17" fmla="*/ 521818 w 716382"/>
              <a:gd name="connsiteY17" fmla="*/ 210771 h 1868472"/>
              <a:gd name="connsiteX18" fmla="*/ 445618 w 716382"/>
              <a:gd name="connsiteY18" fmla="*/ 134571 h 1868472"/>
              <a:gd name="connsiteX19" fmla="*/ 375768 w 716382"/>
              <a:gd name="connsiteY19" fmla="*/ 179021 h 1868472"/>
              <a:gd name="connsiteX20" fmla="*/ 375768 w 716382"/>
              <a:gd name="connsiteY20" fmla="*/ 293321 h 1868472"/>
              <a:gd name="connsiteX21" fmla="*/ 344018 w 716382"/>
              <a:gd name="connsiteY21" fmla="*/ 356821 h 1868472"/>
              <a:gd name="connsiteX22" fmla="*/ 261468 w 716382"/>
              <a:gd name="connsiteY22"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42468 w 716382"/>
              <a:gd name="connsiteY4" fmla="*/ 648921 h 1868472"/>
              <a:gd name="connsiteX5" fmla="*/ 473778 w 716382"/>
              <a:gd name="connsiteY5" fmla="*/ 1234984 h 1868472"/>
              <a:gd name="connsiteX6" fmla="*/ 591668 w 716382"/>
              <a:gd name="connsiteY6" fmla="*/ 1531571 h 1868472"/>
              <a:gd name="connsiteX7" fmla="*/ 712318 w 716382"/>
              <a:gd name="connsiteY7" fmla="*/ 1696671 h 1868472"/>
              <a:gd name="connsiteX8" fmla="*/ 674218 w 716382"/>
              <a:gd name="connsiteY8" fmla="*/ 1766521 h 1868472"/>
              <a:gd name="connsiteX9" fmla="*/ 540868 w 716382"/>
              <a:gd name="connsiteY9" fmla="*/ 1639521 h 1868472"/>
              <a:gd name="connsiteX10" fmla="*/ 382118 w 716382"/>
              <a:gd name="connsiteY10" fmla="*/ 1423621 h 1868472"/>
              <a:gd name="connsiteX11" fmla="*/ 147168 w 716382"/>
              <a:gd name="connsiteY11" fmla="*/ 1798271 h 1868472"/>
              <a:gd name="connsiteX12" fmla="*/ 77318 w 716382"/>
              <a:gd name="connsiteY12" fmla="*/ 1868121 h 1868472"/>
              <a:gd name="connsiteX13" fmla="*/ 7468 w 716382"/>
              <a:gd name="connsiteY13" fmla="*/ 1791921 h 1868472"/>
              <a:gd name="connsiteX14" fmla="*/ 267818 w 716382"/>
              <a:gd name="connsiteY14" fmla="*/ 1341071 h 1868472"/>
              <a:gd name="connsiteX15" fmla="*/ 356718 w 716382"/>
              <a:gd name="connsiteY15" fmla="*/ 1106121 h 1868472"/>
              <a:gd name="connsiteX16" fmla="*/ 403927 w 716382"/>
              <a:gd name="connsiteY16" fmla="*/ 822234 h 1868472"/>
              <a:gd name="connsiteX17" fmla="*/ 528168 w 716382"/>
              <a:gd name="connsiteY17" fmla="*/ 560021 h 1868472"/>
              <a:gd name="connsiteX18" fmla="*/ 521818 w 716382"/>
              <a:gd name="connsiteY18" fmla="*/ 210771 h 1868472"/>
              <a:gd name="connsiteX19" fmla="*/ 445618 w 716382"/>
              <a:gd name="connsiteY19" fmla="*/ 134571 h 1868472"/>
              <a:gd name="connsiteX20" fmla="*/ 375768 w 716382"/>
              <a:gd name="connsiteY20" fmla="*/ 179021 h 1868472"/>
              <a:gd name="connsiteX21" fmla="*/ 375768 w 716382"/>
              <a:gd name="connsiteY21" fmla="*/ 293321 h 1868472"/>
              <a:gd name="connsiteX22" fmla="*/ 344018 w 716382"/>
              <a:gd name="connsiteY22" fmla="*/ 356821 h 1868472"/>
              <a:gd name="connsiteX23" fmla="*/ 261468 w 716382"/>
              <a:gd name="connsiteY23"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42468 w 716382"/>
              <a:gd name="connsiteY4" fmla="*/ 648921 h 1868472"/>
              <a:gd name="connsiteX5" fmla="*/ 530927 w 716382"/>
              <a:gd name="connsiteY5" fmla="*/ 911134 h 1868472"/>
              <a:gd name="connsiteX6" fmla="*/ 473778 w 716382"/>
              <a:gd name="connsiteY6" fmla="*/ 1234984 h 1868472"/>
              <a:gd name="connsiteX7" fmla="*/ 591668 w 716382"/>
              <a:gd name="connsiteY7" fmla="*/ 1531571 h 1868472"/>
              <a:gd name="connsiteX8" fmla="*/ 712318 w 716382"/>
              <a:gd name="connsiteY8" fmla="*/ 1696671 h 1868472"/>
              <a:gd name="connsiteX9" fmla="*/ 674218 w 716382"/>
              <a:gd name="connsiteY9" fmla="*/ 1766521 h 1868472"/>
              <a:gd name="connsiteX10" fmla="*/ 540868 w 716382"/>
              <a:gd name="connsiteY10" fmla="*/ 1639521 h 1868472"/>
              <a:gd name="connsiteX11" fmla="*/ 382118 w 716382"/>
              <a:gd name="connsiteY11" fmla="*/ 1423621 h 1868472"/>
              <a:gd name="connsiteX12" fmla="*/ 147168 w 716382"/>
              <a:gd name="connsiteY12" fmla="*/ 1798271 h 1868472"/>
              <a:gd name="connsiteX13" fmla="*/ 77318 w 716382"/>
              <a:gd name="connsiteY13" fmla="*/ 1868121 h 1868472"/>
              <a:gd name="connsiteX14" fmla="*/ 7468 w 716382"/>
              <a:gd name="connsiteY14" fmla="*/ 1791921 h 1868472"/>
              <a:gd name="connsiteX15" fmla="*/ 267818 w 716382"/>
              <a:gd name="connsiteY15" fmla="*/ 1341071 h 1868472"/>
              <a:gd name="connsiteX16" fmla="*/ 356718 w 716382"/>
              <a:gd name="connsiteY16" fmla="*/ 1106121 h 1868472"/>
              <a:gd name="connsiteX17" fmla="*/ 403927 w 716382"/>
              <a:gd name="connsiteY17" fmla="*/ 822234 h 1868472"/>
              <a:gd name="connsiteX18" fmla="*/ 528168 w 716382"/>
              <a:gd name="connsiteY18" fmla="*/ 560021 h 1868472"/>
              <a:gd name="connsiteX19" fmla="*/ 521818 w 716382"/>
              <a:gd name="connsiteY19" fmla="*/ 210771 h 1868472"/>
              <a:gd name="connsiteX20" fmla="*/ 445618 w 716382"/>
              <a:gd name="connsiteY20" fmla="*/ 134571 h 1868472"/>
              <a:gd name="connsiteX21" fmla="*/ 375768 w 716382"/>
              <a:gd name="connsiteY21" fmla="*/ 179021 h 1868472"/>
              <a:gd name="connsiteX22" fmla="*/ 375768 w 716382"/>
              <a:gd name="connsiteY22" fmla="*/ 293321 h 1868472"/>
              <a:gd name="connsiteX23" fmla="*/ 344018 w 716382"/>
              <a:gd name="connsiteY23" fmla="*/ 356821 h 1868472"/>
              <a:gd name="connsiteX24" fmla="*/ 261468 w 716382"/>
              <a:gd name="connsiteY24"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42468 w 716382"/>
              <a:gd name="connsiteY4" fmla="*/ 648921 h 1868472"/>
              <a:gd name="connsiteX5" fmla="*/ 530927 w 716382"/>
              <a:gd name="connsiteY5" fmla="*/ 911134 h 1868472"/>
              <a:gd name="connsiteX6" fmla="*/ 473778 w 716382"/>
              <a:gd name="connsiteY6" fmla="*/ 1234984 h 1868472"/>
              <a:gd name="connsiteX7" fmla="*/ 591668 w 716382"/>
              <a:gd name="connsiteY7" fmla="*/ 1531571 h 1868472"/>
              <a:gd name="connsiteX8" fmla="*/ 712318 w 716382"/>
              <a:gd name="connsiteY8" fmla="*/ 1696671 h 1868472"/>
              <a:gd name="connsiteX9" fmla="*/ 674218 w 716382"/>
              <a:gd name="connsiteY9" fmla="*/ 1766521 h 1868472"/>
              <a:gd name="connsiteX10" fmla="*/ 540868 w 716382"/>
              <a:gd name="connsiteY10" fmla="*/ 1639521 h 1868472"/>
              <a:gd name="connsiteX11" fmla="*/ 382118 w 716382"/>
              <a:gd name="connsiteY11" fmla="*/ 1423621 h 1868472"/>
              <a:gd name="connsiteX12" fmla="*/ 147168 w 716382"/>
              <a:gd name="connsiteY12" fmla="*/ 1798271 h 1868472"/>
              <a:gd name="connsiteX13" fmla="*/ 77318 w 716382"/>
              <a:gd name="connsiteY13" fmla="*/ 1868121 h 1868472"/>
              <a:gd name="connsiteX14" fmla="*/ 7468 w 716382"/>
              <a:gd name="connsiteY14" fmla="*/ 1791921 h 1868472"/>
              <a:gd name="connsiteX15" fmla="*/ 267818 w 716382"/>
              <a:gd name="connsiteY15" fmla="*/ 1341071 h 1868472"/>
              <a:gd name="connsiteX16" fmla="*/ 356718 w 716382"/>
              <a:gd name="connsiteY16" fmla="*/ 1106121 h 1868472"/>
              <a:gd name="connsiteX17" fmla="*/ 403927 w 716382"/>
              <a:gd name="connsiteY17" fmla="*/ 822234 h 1868472"/>
              <a:gd name="connsiteX18" fmla="*/ 509118 w 716382"/>
              <a:gd name="connsiteY18" fmla="*/ 560021 h 1868472"/>
              <a:gd name="connsiteX19" fmla="*/ 521818 w 716382"/>
              <a:gd name="connsiteY19" fmla="*/ 210771 h 1868472"/>
              <a:gd name="connsiteX20" fmla="*/ 445618 w 716382"/>
              <a:gd name="connsiteY20" fmla="*/ 134571 h 1868472"/>
              <a:gd name="connsiteX21" fmla="*/ 375768 w 716382"/>
              <a:gd name="connsiteY21" fmla="*/ 179021 h 1868472"/>
              <a:gd name="connsiteX22" fmla="*/ 375768 w 716382"/>
              <a:gd name="connsiteY22" fmla="*/ 293321 h 1868472"/>
              <a:gd name="connsiteX23" fmla="*/ 344018 w 716382"/>
              <a:gd name="connsiteY23" fmla="*/ 356821 h 1868472"/>
              <a:gd name="connsiteX24" fmla="*/ 261468 w 716382"/>
              <a:gd name="connsiteY24"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23418 w 716382"/>
              <a:gd name="connsiteY4" fmla="*/ 610821 h 1868472"/>
              <a:gd name="connsiteX5" fmla="*/ 530927 w 716382"/>
              <a:gd name="connsiteY5" fmla="*/ 911134 h 1868472"/>
              <a:gd name="connsiteX6" fmla="*/ 473778 w 716382"/>
              <a:gd name="connsiteY6" fmla="*/ 1234984 h 1868472"/>
              <a:gd name="connsiteX7" fmla="*/ 591668 w 716382"/>
              <a:gd name="connsiteY7" fmla="*/ 1531571 h 1868472"/>
              <a:gd name="connsiteX8" fmla="*/ 712318 w 716382"/>
              <a:gd name="connsiteY8" fmla="*/ 1696671 h 1868472"/>
              <a:gd name="connsiteX9" fmla="*/ 674218 w 716382"/>
              <a:gd name="connsiteY9" fmla="*/ 1766521 h 1868472"/>
              <a:gd name="connsiteX10" fmla="*/ 540868 w 716382"/>
              <a:gd name="connsiteY10" fmla="*/ 1639521 h 1868472"/>
              <a:gd name="connsiteX11" fmla="*/ 382118 w 716382"/>
              <a:gd name="connsiteY11" fmla="*/ 1423621 h 1868472"/>
              <a:gd name="connsiteX12" fmla="*/ 147168 w 716382"/>
              <a:gd name="connsiteY12" fmla="*/ 1798271 h 1868472"/>
              <a:gd name="connsiteX13" fmla="*/ 77318 w 716382"/>
              <a:gd name="connsiteY13" fmla="*/ 1868121 h 1868472"/>
              <a:gd name="connsiteX14" fmla="*/ 7468 w 716382"/>
              <a:gd name="connsiteY14" fmla="*/ 1791921 h 1868472"/>
              <a:gd name="connsiteX15" fmla="*/ 267818 w 716382"/>
              <a:gd name="connsiteY15" fmla="*/ 1341071 h 1868472"/>
              <a:gd name="connsiteX16" fmla="*/ 356718 w 716382"/>
              <a:gd name="connsiteY16" fmla="*/ 1106121 h 1868472"/>
              <a:gd name="connsiteX17" fmla="*/ 403927 w 716382"/>
              <a:gd name="connsiteY17" fmla="*/ 822234 h 1868472"/>
              <a:gd name="connsiteX18" fmla="*/ 509118 w 716382"/>
              <a:gd name="connsiteY18" fmla="*/ 560021 h 1868472"/>
              <a:gd name="connsiteX19" fmla="*/ 521818 w 716382"/>
              <a:gd name="connsiteY19" fmla="*/ 210771 h 1868472"/>
              <a:gd name="connsiteX20" fmla="*/ 445618 w 716382"/>
              <a:gd name="connsiteY20" fmla="*/ 134571 h 1868472"/>
              <a:gd name="connsiteX21" fmla="*/ 375768 w 716382"/>
              <a:gd name="connsiteY21" fmla="*/ 179021 h 1868472"/>
              <a:gd name="connsiteX22" fmla="*/ 375768 w 716382"/>
              <a:gd name="connsiteY22" fmla="*/ 293321 h 1868472"/>
              <a:gd name="connsiteX23" fmla="*/ 344018 w 716382"/>
              <a:gd name="connsiteY23" fmla="*/ 356821 h 1868472"/>
              <a:gd name="connsiteX24" fmla="*/ 261468 w 716382"/>
              <a:gd name="connsiteY24"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23418 w 716382"/>
              <a:gd name="connsiteY4" fmla="*/ 610821 h 1868472"/>
              <a:gd name="connsiteX5" fmla="*/ 530927 w 716382"/>
              <a:gd name="connsiteY5" fmla="*/ 911134 h 1868472"/>
              <a:gd name="connsiteX6" fmla="*/ 473778 w 716382"/>
              <a:gd name="connsiteY6" fmla="*/ 1234984 h 1868472"/>
              <a:gd name="connsiteX7" fmla="*/ 591668 w 716382"/>
              <a:gd name="connsiteY7" fmla="*/ 1531571 h 1868472"/>
              <a:gd name="connsiteX8" fmla="*/ 712318 w 716382"/>
              <a:gd name="connsiteY8" fmla="*/ 1696671 h 1868472"/>
              <a:gd name="connsiteX9" fmla="*/ 674218 w 716382"/>
              <a:gd name="connsiteY9" fmla="*/ 1766521 h 1868472"/>
              <a:gd name="connsiteX10" fmla="*/ 540868 w 716382"/>
              <a:gd name="connsiteY10" fmla="*/ 1639521 h 1868472"/>
              <a:gd name="connsiteX11" fmla="*/ 382118 w 716382"/>
              <a:gd name="connsiteY11" fmla="*/ 1423621 h 1868472"/>
              <a:gd name="connsiteX12" fmla="*/ 147168 w 716382"/>
              <a:gd name="connsiteY12" fmla="*/ 1798271 h 1868472"/>
              <a:gd name="connsiteX13" fmla="*/ 77318 w 716382"/>
              <a:gd name="connsiteY13" fmla="*/ 1868121 h 1868472"/>
              <a:gd name="connsiteX14" fmla="*/ 7468 w 716382"/>
              <a:gd name="connsiteY14" fmla="*/ 1791921 h 1868472"/>
              <a:gd name="connsiteX15" fmla="*/ 267818 w 716382"/>
              <a:gd name="connsiteY15" fmla="*/ 1341071 h 1868472"/>
              <a:gd name="connsiteX16" fmla="*/ 356718 w 716382"/>
              <a:gd name="connsiteY16" fmla="*/ 1106121 h 1868472"/>
              <a:gd name="connsiteX17" fmla="*/ 403927 w 716382"/>
              <a:gd name="connsiteY17" fmla="*/ 822234 h 1868472"/>
              <a:gd name="connsiteX18" fmla="*/ 509118 w 716382"/>
              <a:gd name="connsiteY18" fmla="*/ 560021 h 1868472"/>
              <a:gd name="connsiteX19" fmla="*/ 521818 w 716382"/>
              <a:gd name="connsiteY19" fmla="*/ 210771 h 1868472"/>
              <a:gd name="connsiteX20" fmla="*/ 445618 w 716382"/>
              <a:gd name="connsiteY20" fmla="*/ 134571 h 1868472"/>
              <a:gd name="connsiteX21" fmla="*/ 375768 w 716382"/>
              <a:gd name="connsiteY21" fmla="*/ 179021 h 1868472"/>
              <a:gd name="connsiteX22" fmla="*/ 375768 w 716382"/>
              <a:gd name="connsiteY22" fmla="*/ 293321 h 1868472"/>
              <a:gd name="connsiteX23" fmla="*/ 344018 w 716382"/>
              <a:gd name="connsiteY23" fmla="*/ 356821 h 1868472"/>
              <a:gd name="connsiteX24" fmla="*/ 261468 w 716382"/>
              <a:gd name="connsiteY24"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23418 w 716382"/>
              <a:gd name="connsiteY4" fmla="*/ 610821 h 1868472"/>
              <a:gd name="connsiteX5" fmla="*/ 518227 w 716382"/>
              <a:gd name="connsiteY5" fmla="*/ 892084 h 1868472"/>
              <a:gd name="connsiteX6" fmla="*/ 473778 w 716382"/>
              <a:gd name="connsiteY6" fmla="*/ 1234984 h 1868472"/>
              <a:gd name="connsiteX7" fmla="*/ 591668 w 716382"/>
              <a:gd name="connsiteY7" fmla="*/ 1531571 h 1868472"/>
              <a:gd name="connsiteX8" fmla="*/ 712318 w 716382"/>
              <a:gd name="connsiteY8" fmla="*/ 1696671 h 1868472"/>
              <a:gd name="connsiteX9" fmla="*/ 674218 w 716382"/>
              <a:gd name="connsiteY9" fmla="*/ 1766521 h 1868472"/>
              <a:gd name="connsiteX10" fmla="*/ 540868 w 716382"/>
              <a:gd name="connsiteY10" fmla="*/ 1639521 h 1868472"/>
              <a:gd name="connsiteX11" fmla="*/ 382118 w 716382"/>
              <a:gd name="connsiteY11" fmla="*/ 1423621 h 1868472"/>
              <a:gd name="connsiteX12" fmla="*/ 147168 w 716382"/>
              <a:gd name="connsiteY12" fmla="*/ 1798271 h 1868472"/>
              <a:gd name="connsiteX13" fmla="*/ 77318 w 716382"/>
              <a:gd name="connsiteY13" fmla="*/ 1868121 h 1868472"/>
              <a:gd name="connsiteX14" fmla="*/ 7468 w 716382"/>
              <a:gd name="connsiteY14" fmla="*/ 1791921 h 1868472"/>
              <a:gd name="connsiteX15" fmla="*/ 267818 w 716382"/>
              <a:gd name="connsiteY15" fmla="*/ 1341071 h 1868472"/>
              <a:gd name="connsiteX16" fmla="*/ 356718 w 716382"/>
              <a:gd name="connsiteY16" fmla="*/ 1106121 h 1868472"/>
              <a:gd name="connsiteX17" fmla="*/ 403927 w 716382"/>
              <a:gd name="connsiteY17" fmla="*/ 822234 h 1868472"/>
              <a:gd name="connsiteX18" fmla="*/ 509118 w 716382"/>
              <a:gd name="connsiteY18" fmla="*/ 560021 h 1868472"/>
              <a:gd name="connsiteX19" fmla="*/ 521818 w 716382"/>
              <a:gd name="connsiteY19" fmla="*/ 210771 h 1868472"/>
              <a:gd name="connsiteX20" fmla="*/ 445618 w 716382"/>
              <a:gd name="connsiteY20" fmla="*/ 134571 h 1868472"/>
              <a:gd name="connsiteX21" fmla="*/ 375768 w 716382"/>
              <a:gd name="connsiteY21" fmla="*/ 179021 h 1868472"/>
              <a:gd name="connsiteX22" fmla="*/ 375768 w 716382"/>
              <a:gd name="connsiteY22" fmla="*/ 293321 h 1868472"/>
              <a:gd name="connsiteX23" fmla="*/ 344018 w 716382"/>
              <a:gd name="connsiteY23" fmla="*/ 356821 h 1868472"/>
              <a:gd name="connsiteX24" fmla="*/ 261468 w 716382"/>
              <a:gd name="connsiteY24" fmla="*/ 267921 h 1868472"/>
              <a:gd name="connsiteX0" fmla="*/ 261614 w 716528"/>
              <a:gd name="connsiteY0" fmla="*/ 267921 h 1871694"/>
              <a:gd name="connsiteX1" fmla="*/ 293364 w 716528"/>
              <a:gd name="connsiteY1" fmla="*/ 58371 h 1871694"/>
              <a:gd name="connsiteX2" fmla="*/ 477514 w 716528"/>
              <a:gd name="connsiteY2" fmla="*/ 7571 h 1871694"/>
              <a:gd name="connsiteX3" fmla="*/ 636264 w 716528"/>
              <a:gd name="connsiteY3" fmla="*/ 191721 h 1871694"/>
              <a:gd name="connsiteX4" fmla="*/ 623564 w 716528"/>
              <a:gd name="connsiteY4" fmla="*/ 610821 h 1871694"/>
              <a:gd name="connsiteX5" fmla="*/ 518373 w 716528"/>
              <a:gd name="connsiteY5" fmla="*/ 892084 h 1871694"/>
              <a:gd name="connsiteX6" fmla="*/ 473924 w 716528"/>
              <a:gd name="connsiteY6" fmla="*/ 1234984 h 1871694"/>
              <a:gd name="connsiteX7" fmla="*/ 591814 w 716528"/>
              <a:gd name="connsiteY7" fmla="*/ 1531571 h 1871694"/>
              <a:gd name="connsiteX8" fmla="*/ 712464 w 716528"/>
              <a:gd name="connsiteY8" fmla="*/ 1696671 h 1871694"/>
              <a:gd name="connsiteX9" fmla="*/ 674364 w 716528"/>
              <a:gd name="connsiteY9" fmla="*/ 1766521 h 1871694"/>
              <a:gd name="connsiteX10" fmla="*/ 541014 w 716528"/>
              <a:gd name="connsiteY10" fmla="*/ 1639521 h 1871694"/>
              <a:gd name="connsiteX11" fmla="*/ 382264 w 716528"/>
              <a:gd name="connsiteY11" fmla="*/ 1423621 h 1871694"/>
              <a:gd name="connsiteX12" fmla="*/ 160014 w 716528"/>
              <a:gd name="connsiteY12" fmla="*/ 1747471 h 1871694"/>
              <a:gd name="connsiteX13" fmla="*/ 77464 w 716528"/>
              <a:gd name="connsiteY13" fmla="*/ 1868121 h 1871694"/>
              <a:gd name="connsiteX14" fmla="*/ 7614 w 716528"/>
              <a:gd name="connsiteY14" fmla="*/ 1791921 h 1871694"/>
              <a:gd name="connsiteX15" fmla="*/ 267964 w 716528"/>
              <a:gd name="connsiteY15" fmla="*/ 1341071 h 1871694"/>
              <a:gd name="connsiteX16" fmla="*/ 356864 w 716528"/>
              <a:gd name="connsiteY16" fmla="*/ 1106121 h 1871694"/>
              <a:gd name="connsiteX17" fmla="*/ 404073 w 716528"/>
              <a:gd name="connsiteY17" fmla="*/ 822234 h 1871694"/>
              <a:gd name="connsiteX18" fmla="*/ 509264 w 716528"/>
              <a:gd name="connsiteY18" fmla="*/ 560021 h 1871694"/>
              <a:gd name="connsiteX19" fmla="*/ 521964 w 716528"/>
              <a:gd name="connsiteY19" fmla="*/ 210771 h 1871694"/>
              <a:gd name="connsiteX20" fmla="*/ 445764 w 716528"/>
              <a:gd name="connsiteY20" fmla="*/ 134571 h 1871694"/>
              <a:gd name="connsiteX21" fmla="*/ 375914 w 716528"/>
              <a:gd name="connsiteY21" fmla="*/ 179021 h 1871694"/>
              <a:gd name="connsiteX22" fmla="*/ 375914 w 716528"/>
              <a:gd name="connsiteY22" fmla="*/ 293321 h 1871694"/>
              <a:gd name="connsiteX23" fmla="*/ 344164 w 716528"/>
              <a:gd name="connsiteY23" fmla="*/ 356821 h 1871694"/>
              <a:gd name="connsiteX24" fmla="*/ 261614 w 716528"/>
              <a:gd name="connsiteY24" fmla="*/ 267921 h 1871694"/>
              <a:gd name="connsiteX0" fmla="*/ 260884 w 715798"/>
              <a:gd name="connsiteY0" fmla="*/ 267921 h 1871261"/>
              <a:gd name="connsiteX1" fmla="*/ 292634 w 715798"/>
              <a:gd name="connsiteY1" fmla="*/ 58371 h 1871261"/>
              <a:gd name="connsiteX2" fmla="*/ 476784 w 715798"/>
              <a:gd name="connsiteY2" fmla="*/ 7571 h 1871261"/>
              <a:gd name="connsiteX3" fmla="*/ 635534 w 715798"/>
              <a:gd name="connsiteY3" fmla="*/ 191721 h 1871261"/>
              <a:gd name="connsiteX4" fmla="*/ 622834 w 715798"/>
              <a:gd name="connsiteY4" fmla="*/ 610821 h 1871261"/>
              <a:gd name="connsiteX5" fmla="*/ 517643 w 715798"/>
              <a:gd name="connsiteY5" fmla="*/ 892084 h 1871261"/>
              <a:gd name="connsiteX6" fmla="*/ 473194 w 715798"/>
              <a:gd name="connsiteY6" fmla="*/ 1234984 h 1871261"/>
              <a:gd name="connsiteX7" fmla="*/ 591084 w 715798"/>
              <a:gd name="connsiteY7" fmla="*/ 1531571 h 1871261"/>
              <a:gd name="connsiteX8" fmla="*/ 711734 w 715798"/>
              <a:gd name="connsiteY8" fmla="*/ 1696671 h 1871261"/>
              <a:gd name="connsiteX9" fmla="*/ 673634 w 715798"/>
              <a:gd name="connsiteY9" fmla="*/ 1766521 h 1871261"/>
              <a:gd name="connsiteX10" fmla="*/ 540284 w 715798"/>
              <a:gd name="connsiteY10" fmla="*/ 1639521 h 1871261"/>
              <a:gd name="connsiteX11" fmla="*/ 381534 w 715798"/>
              <a:gd name="connsiteY11" fmla="*/ 1423621 h 1871261"/>
              <a:gd name="connsiteX12" fmla="*/ 159284 w 715798"/>
              <a:gd name="connsiteY12" fmla="*/ 1747471 h 1871261"/>
              <a:gd name="connsiteX13" fmla="*/ 76734 w 715798"/>
              <a:gd name="connsiteY13" fmla="*/ 1868121 h 1871261"/>
              <a:gd name="connsiteX14" fmla="*/ 6884 w 715798"/>
              <a:gd name="connsiteY14" fmla="*/ 1791921 h 1871261"/>
              <a:gd name="connsiteX15" fmla="*/ 254534 w 715798"/>
              <a:gd name="connsiteY15" fmla="*/ 1360121 h 1871261"/>
              <a:gd name="connsiteX16" fmla="*/ 356134 w 715798"/>
              <a:gd name="connsiteY16" fmla="*/ 1106121 h 1871261"/>
              <a:gd name="connsiteX17" fmla="*/ 403343 w 715798"/>
              <a:gd name="connsiteY17" fmla="*/ 822234 h 1871261"/>
              <a:gd name="connsiteX18" fmla="*/ 508534 w 715798"/>
              <a:gd name="connsiteY18" fmla="*/ 560021 h 1871261"/>
              <a:gd name="connsiteX19" fmla="*/ 521234 w 715798"/>
              <a:gd name="connsiteY19" fmla="*/ 210771 h 1871261"/>
              <a:gd name="connsiteX20" fmla="*/ 445034 w 715798"/>
              <a:gd name="connsiteY20" fmla="*/ 134571 h 1871261"/>
              <a:gd name="connsiteX21" fmla="*/ 375184 w 715798"/>
              <a:gd name="connsiteY21" fmla="*/ 179021 h 1871261"/>
              <a:gd name="connsiteX22" fmla="*/ 375184 w 715798"/>
              <a:gd name="connsiteY22" fmla="*/ 293321 h 1871261"/>
              <a:gd name="connsiteX23" fmla="*/ 343434 w 715798"/>
              <a:gd name="connsiteY23" fmla="*/ 356821 h 1871261"/>
              <a:gd name="connsiteX24" fmla="*/ 260884 w 715798"/>
              <a:gd name="connsiteY24" fmla="*/ 267921 h 1871261"/>
              <a:gd name="connsiteX0" fmla="*/ 260884 w 715798"/>
              <a:gd name="connsiteY0" fmla="*/ 267921 h 1871261"/>
              <a:gd name="connsiteX1" fmla="*/ 292634 w 715798"/>
              <a:gd name="connsiteY1" fmla="*/ 58371 h 1871261"/>
              <a:gd name="connsiteX2" fmla="*/ 476784 w 715798"/>
              <a:gd name="connsiteY2" fmla="*/ 7571 h 1871261"/>
              <a:gd name="connsiteX3" fmla="*/ 635534 w 715798"/>
              <a:gd name="connsiteY3" fmla="*/ 191721 h 1871261"/>
              <a:gd name="connsiteX4" fmla="*/ 622834 w 715798"/>
              <a:gd name="connsiteY4" fmla="*/ 610821 h 1871261"/>
              <a:gd name="connsiteX5" fmla="*/ 517643 w 715798"/>
              <a:gd name="connsiteY5" fmla="*/ 892084 h 1871261"/>
              <a:gd name="connsiteX6" fmla="*/ 473194 w 715798"/>
              <a:gd name="connsiteY6" fmla="*/ 1234984 h 1871261"/>
              <a:gd name="connsiteX7" fmla="*/ 591084 w 715798"/>
              <a:gd name="connsiteY7" fmla="*/ 1531571 h 1871261"/>
              <a:gd name="connsiteX8" fmla="*/ 711734 w 715798"/>
              <a:gd name="connsiteY8" fmla="*/ 1696671 h 1871261"/>
              <a:gd name="connsiteX9" fmla="*/ 673634 w 715798"/>
              <a:gd name="connsiteY9" fmla="*/ 1766521 h 1871261"/>
              <a:gd name="connsiteX10" fmla="*/ 540284 w 715798"/>
              <a:gd name="connsiteY10" fmla="*/ 1639521 h 1871261"/>
              <a:gd name="connsiteX11" fmla="*/ 381534 w 715798"/>
              <a:gd name="connsiteY11" fmla="*/ 1423621 h 1871261"/>
              <a:gd name="connsiteX12" fmla="*/ 159284 w 715798"/>
              <a:gd name="connsiteY12" fmla="*/ 1747471 h 1871261"/>
              <a:gd name="connsiteX13" fmla="*/ 76734 w 715798"/>
              <a:gd name="connsiteY13" fmla="*/ 1868121 h 1871261"/>
              <a:gd name="connsiteX14" fmla="*/ 6884 w 715798"/>
              <a:gd name="connsiteY14" fmla="*/ 1791921 h 1871261"/>
              <a:gd name="connsiteX15" fmla="*/ 254534 w 715798"/>
              <a:gd name="connsiteY15" fmla="*/ 1360121 h 1871261"/>
              <a:gd name="connsiteX16" fmla="*/ 337084 w 715798"/>
              <a:gd name="connsiteY16" fmla="*/ 1150571 h 1871261"/>
              <a:gd name="connsiteX17" fmla="*/ 403343 w 715798"/>
              <a:gd name="connsiteY17" fmla="*/ 822234 h 1871261"/>
              <a:gd name="connsiteX18" fmla="*/ 508534 w 715798"/>
              <a:gd name="connsiteY18" fmla="*/ 560021 h 1871261"/>
              <a:gd name="connsiteX19" fmla="*/ 521234 w 715798"/>
              <a:gd name="connsiteY19" fmla="*/ 210771 h 1871261"/>
              <a:gd name="connsiteX20" fmla="*/ 445034 w 715798"/>
              <a:gd name="connsiteY20" fmla="*/ 134571 h 1871261"/>
              <a:gd name="connsiteX21" fmla="*/ 375184 w 715798"/>
              <a:gd name="connsiteY21" fmla="*/ 179021 h 1871261"/>
              <a:gd name="connsiteX22" fmla="*/ 375184 w 715798"/>
              <a:gd name="connsiteY22" fmla="*/ 293321 h 1871261"/>
              <a:gd name="connsiteX23" fmla="*/ 343434 w 715798"/>
              <a:gd name="connsiteY23" fmla="*/ 356821 h 1871261"/>
              <a:gd name="connsiteX24" fmla="*/ 260884 w 715798"/>
              <a:gd name="connsiteY24" fmla="*/ 267921 h 1871261"/>
              <a:gd name="connsiteX0" fmla="*/ 260884 w 715798"/>
              <a:gd name="connsiteY0" fmla="*/ 267921 h 1868637"/>
              <a:gd name="connsiteX1" fmla="*/ 292634 w 715798"/>
              <a:gd name="connsiteY1" fmla="*/ 58371 h 1868637"/>
              <a:gd name="connsiteX2" fmla="*/ 476784 w 715798"/>
              <a:gd name="connsiteY2" fmla="*/ 7571 h 1868637"/>
              <a:gd name="connsiteX3" fmla="*/ 635534 w 715798"/>
              <a:gd name="connsiteY3" fmla="*/ 191721 h 1868637"/>
              <a:gd name="connsiteX4" fmla="*/ 622834 w 715798"/>
              <a:gd name="connsiteY4" fmla="*/ 610821 h 1868637"/>
              <a:gd name="connsiteX5" fmla="*/ 517643 w 715798"/>
              <a:gd name="connsiteY5" fmla="*/ 892084 h 1868637"/>
              <a:gd name="connsiteX6" fmla="*/ 473194 w 715798"/>
              <a:gd name="connsiteY6" fmla="*/ 1234984 h 1868637"/>
              <a:gd name="connsiteX7" fmla="*/ 591084 w 715798"/>
              <a:gd name="connsiteY7" fmla="*/ 1531571 h 1868637"/>
              <a:gd name="connsiteX8" fmla="*/ 711734 w 715798"/>
              <a:gd name="connsiteY8" fmla="*/ 1696671 h 1868637"/>
              <a:gd name="connsiteX9" fmla="*/ 673634 w 715798"/>
              <a:gd name="connsiteY9" fmla="*/ 1766521 h 1868637"/>
              <a:gd name="connsiteX10" fmla="*/ 540284 w 715798"/>
              <a:gd name="connsiteY10" fmla="*/ 1639521 h 1868637"/>
              <a:gd name="connsiteX11" fmla="*/ 381534 w 715798"/>
              <a:gd name="connsiteY11" fmla="*/ 1423621 h 1868637"/>
              <a:gd name="connsiteX12" fmla="*/ 159284 w 715798"/>
              <a:gd name="connsiteY12" fmla="*/ 1747471 h 1868637"/>
              <a:gd name="connsiteX13" fmla="*/ 76734 w 715798"/>
              <a:gd name="connsiteY13" fmla="*/ 1868121 h 1868637"/>
              <a:gd name="connsiteX14" fmla="*/ 6884 w 715798"/>
              <a:gd name="connsiteY14" fmla="*/ 1709371 h 1868637"/>
              <a:gd name="connsiteX15" fmla="*/ 254534 w 715798"/>
              <a:gd name="connsiteY15" fmla="*/ 1360121 h 1868637"/>
              <a:gd name="connsiteX16" fmla="*/ 337084 w 715798"/>
              <a:gd name="connsiteY16" fmla="*/ 1150571 h 1868637"/>
              <a:gd name="connsiteX17" fmla="*/ 403343 w 715798"/>
              <a:gd name="connsiteY17" fmla="*/ 822234 h 1868637"/>
              <a:gd name="connsiteX18" fmla="*/ 508534 w 715798"/>
              <a:gd name="connsiteY18" fmla="*/ 560021 h 1868637"/>
              <a:gd name="connsiteX19" fmla="*/ 521234 w 715798"/>
              <a:gd name="connsiteY19" fmla="*/ 210771 h 1868637"/>
              <a:gd name="connsiteX20" fmla="*/ 445034 w 715798"/>
              <a:gd name="connsiteY20" fmla="*/ 134571 h 1868637"/>
              <a:gd name="connsiteX21" fmla="*/ 375184 w 715798"/>
              <a:gd name="connsiteY21" fmla="*/ 179021 h 1868637"/>
              <a:gd name="connsiteX22" fmla="*/ 375184 w 715798"/>
              <a:gd name="connsiteY22" fmla="*/ 293321 h 1868637"/>
              <a:gd name="connsiteX23" fmla="*/ 343434 w 715798"/>
              <a:gd name="connsiteY23" fmla="*/ 356821 h 1868637"/>
              <a:gd name="connsiteX24" fmla="*/ 260884 w 715798"/>
              <a:gd name="connsiteY24" fmla="*/ 267921 h 1868637"/>
              <a:gd name="connsiteX0" fmla="*/ 260884 w 715798"/>
              <a:gd name="connsiteY0" fmla="*/ 267921 h 1818912"/>
              <a:gd name="connsiteX1" fmla="*/ 292634 w 715798"/>
              <a:gd name="connsiteY1" fmla="*/ 58371 h 1818912"/>
              <a:gd name="connsiteX2" fmla="*/ 476784 w 715798"/>
              <a:gd name="connsiteY2" fmla="*/ 7571 h 1818912"/>
              <a:gd name="connsiteX3" fmla="*/ 635534 w 715798"/>
              <a:gd name="connsiteY3" fmla="*/ 191721 h 1818912"/>
              <a:gd name="connsiteX4" fmla="*/ 622834 w 715798"/>
              <a:gd name="connsiteY4" fmla="*/ 610821 h 1818912"/>
              <a:gd name="connsiteX5" fmla="*/ 517643 w 715798"/>
              <a:gd name="connsiteY5" fmla="*/ 892084 h 1818912"/>
              <a:gd name="connsiteX6" fmla="*/ 473194 w 715798"/>
              <a:gd name="connsiteY6" fmla="*/ 1234984 h 1818912"/>
              <a:gd name="connsiteX7" fmla="*/ 591084 w 715798"/>
              <a:gd name="connsiteY7" fmla="*/ 1531571 h 1818912"/>
              <a:gd name="connsiteX8" fmla="*/ 711734 w 715798"/>
              <a:gd name="connsiteY8" fmla="*/ 1696671 h 1818912"/>
              <a:gd name="connsiteX9" fmla="*/ 673634 w 715798"/>
              <a:gd name="connsiteY9" fmla="*/ 1766521 h 1818912"/>
              <a:gd name="connsiteX10" fmla="*/ 540284 w 715798"/>
              <a:gd name="connsiteY10" fmla="*/ 1639521 h 1818912"/>
              <a:gd name="connsiteX11" fmla="*/ 381534 w 715798"/>
              <a:gd name="connsiteY11" fmla="*/ 1423621 h 1818912"/>
              <a:gd name="connsiteX12" fmla="*/ 159284 w 715798"/>
              <a:gd name="connsiteY12" fmla="*/ 1747471 h 1818912"/>
              <a:gd name="connsiteX13" fmla="*/ 76734 w 715798"/>
              <a:gd name="connsiteY13" fmla="*/ 1817321 h 1818912"/>
              <a:gd name="connsiteX14" fmla="*/ 6884 w 715798"/>
              <a:gd name="connsiteY14" fmla="*/ 1709371 h 1818912"/>
              <a:gd name="connsiteX15" fmla="*/ 254534 w 715798"/>
              <a:gd name="connsiteY15" fmla="*/ 1360121 h 1818912"/>
              <a:gd name="connsiteX16" fmla="*/ 337084 w 715798"/>
              <a:gd name="connsiteY16" fmla="*/ 1150571 h 1818912"/>
              <a:gd name="connsiteX17" fmla="*/ 403343 w 715798"/>
              <a:gd name="connsiteY17" fmla="*/ 822234 h 1818912"/>
              <a:gd name="connsiteX18" fmla="*/ 508534 w 715798"/>
              <a:gd name="connsiteY18" fmla="*/ 560021 h 1818912"/>
              <a:gd name="connsiteX19" fmla="*/ 521234 w 715798"/>
              <a:gd name="connsiteY19" fmla="*/ 210771 h 1818912"/>
              <a:gd name="connsiteX20" fmla="*/ 445034 w 715798"/>
              <a:gd name="connsiteY20" fmla="*/ 134571 h 1818912"/>
              <a:gd name="connsiteX21" fmla="*/ 375184 w 715798"/>
              <a:gd name="connsiteY21" fmla="*/ 179021 h 1818912"/>
              <a:gd name="connsiteX22" fmla="*/ 375184 w 715798"/>
              <a:gd name="connsiteY22" fmla="*/ 293321 h 1818912"/>
              <a:gd name="connsiteX23" fmla="*/ 343434 w 715798"/>
              <a:gd name="connsiteY23" fmla="*/ 356821 h 1818912"/>
              <a:gd name="connsiteX24" fmla="*/ 260884 w 715798"/>
              <a:gd name="connsiteY24" fmla="*/ 267921 h 1818912"/>
              <a:gd name="connsiteX0" fmla="*/ 261026 w 715940"/>
              <a:gd name="connsiteY0" fmla="*/ 267921 h 1817817"/>
              <a:gd name="connsiteX1" fmla="*/ 292776 w 715940"/>
              <a:gd name="connsiteY1" fmla="*/ 58371 h 1817817"/>
              <a:gd name="connsiteX2" fmla="*/ 476926 w 715940"/>
              <a:gd name="connsiteY2" fmla="*/ 7571 h 1817817"/>
              <a:gd name="connsiteX3" fmla="*/ 635676 w 715940"/>
              <a:gd name="connsiteY3" fmla="*/ 191721 h 1817817"/>
              <a:gd name="connsiteX4" fmla="*/ 622976 w 715940"/>
              <a:gd name="connsiteY4" fmla="*/ 610821 h 1817817"/>
              <a:gd name="connsiteX5" fmla="*/ 517785 w 715940"/>
              <a:gd name="connsiteY5" fmla="*/ 892084 h 1817817"/>
              <a:gd name="connsiteX6" fmla="*/ 473336 w 715940"/>
              <a:gd name="connsiteY6" fmla="*/ 1234984 h 1817817"/>
              <a:gd name="connsiteX7" fmla="*/ 591226 w 715940"/>
              <a:gd name="connsiteY7" fmla="*/ 1531571 h 1817817"/>
              <a:gd name="connsiteX8" fmla="*/ 711876 w 715940"/>
              <a:gd name="connsiteY8" fmla="*/ 1696671 h 1817817"/>
              <a:gd name="connsiteX9" fmla="*/ 673776 w 715940"/>
              <a:gd name="connsiteY9" fmla="*/ 1766521 h 1817817"/>
              <a:gd name="connsiteX10" fmla="*/ 540426 w 715940"/>
              <a:gd name="connsiteY10" fmla="*/ 1639521 h 1817817"/>
              <a:gd name="connsiteX11" fmla="*/ 381676 w 715940"/>
              <a:gd name="connsiteY11" fmla="*/ 1423621 h 1817817"/>
              <a:gd name="connsiteX12" fmla="*/ 172126 w 715940"/>
              <a:gd name="connsiteY12" fmla="*/ 1677621 h 1817817"/>
              <a:gd name="connsiteX13" fmla="*/ 76876 w 715940"/>
              <a:gd name="connsiteY13" fmla="*/ 1817321 h 1817817"/>
              <a:gd name="connsiteX14" fmla="*/ 7026 w 715940"/>
              <a:gd name="connsiteY14" fmla="*/ 1709371 h 1817817"/>
              <a:gd name="connsiteX15" fmla="*/ 254676 w 715940"/>
              <a:gd name="connsiteY15" fmla="*/ 1360121 h 1817817"/>
              <a:gd name="connsiteX16" fmla="*/ 337226 w 715940"/>
              <a:gd name="connsiteY16" fmla="*/ 1150571 h 1817817"/>
              <a:gd name="connsiteX17" fmla="*/ 403485 w 715940"/>
              <a:gd name="connsiteY17" fmla="*/ 822234 h 1817817"/>
              <a:gd name="connsiteX18" fmla="*/ 508676 w 715940"/>
              <a:gd name="connsiteY18" fmla="*/ 560021 h 1817817"/>
              <a:gd name="connsiteX19" fmla="*/ 521376 w 715940"/>
              <a:gd name="connsiteY19" fmla="*/ 210771 h 1817817"/>
              <a:gd name="connsiteX20" fmla="*/ 445176 w 715940"/>
              <a:gd name="connsiteY20" fmla="*/ 134571 h 1817817"/>
              <a:gd name="connsiteX21" fmla="*/ 375326 w 715940"/>
              <a:gd name="connsiteY21" fmla="*/ 179021 h 1817817"/>
              <a:gd name="connsiteX22" fmla="*/ 375326 w 715940"/>
              <a:gd name="connsiteY22" fmla="*/ 293321 h 1817817"/>
              <a:gd name="connsiteX23" fmla="*/ 343576 w 715940"/>
              <a:gd name="connsiteY23" fmla="*/ 356821 h 1817817"/>
              <a:gd name="connsiteX24" fmla="*/ 261026 w 715940"/>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362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362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362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362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362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60636 w 716275"/>
              <a:gd name="connsiteY6" fmla="*/ 129213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60636 w 716275"/>
              <a:gd name="connsiteY6" fmla="*/ 129213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60636 w 716275"/>
              <a:gd name="connsiteY6" fmla="*/ 129213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60636 w 716275"/>
              <a:gd name="connsiteY6" fmla="*/ 129213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6962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16275" h="1817817">
                <a:moveTo>
                  <a:pt x="261026" y="267921"/>
                </a:moveTo>
                <a:cubicBezTo>
                  <a:pt x="252559" y="218179"/>
                  <a:pt x="256793" y="101763"/>
                  <a:pt x="292776" y="58371"/>
                </a:cubicBezTo>
                <a:cubicBezTo>
                  <a:pt x="328759" y="14979"/>
                  <a:pt x="419776" y="-14654"/>
                  <a:pt x="476926" y="7571"/>
                </a:cubicBezTo>
                <a:cubicBezTo>
                  <a:pt x="534076" y="29796"/>
                  <a:pt x="611334" y="91179"/>
                  <a:pt x="635676" y="191721"/>
                </a:cubicBezTo>
                <a:cubicBezTo>
                  <a:pt x="660018" y="292263"/>
                  <a:pt x="642624" y="494094"/>
                  <a:pt x="622976" y="610821"/>
                </a:cubicBezTo>
                <a:cubicBezTo>
                  <a:pt x="603328" y="727548"/>
                  <a:pt x="545900" y="794407"/>
                  <a:pt x="517785" y="892084"/>
                </a:cubicBezTo>
                <a:cubicBezTo>
                  <a:pt x="489670" y="989761"/>
                  <a:pt x="476971" y="1182378"/>
                  <a:pt x="460636" y="1292134"/>
                </a:cubicBezTo>
                <a:cubicBezTo>
                  <a:pt x="495101" y="1376490"/>
                  <a:pt x="549353" y="1464148"/>
                  <a:pt x="591226" y="1531571"/>
                </a:cubicBezTo>
                <a:cubicBezTo>
                  <a:pt x="633099" y="1598994"/>
                  <a:pt x="698118" y="1657513"/>
                  <a:pt x="711876" y="1696671"/>
                </a:cubicBezTo>
                <a:cubicBezTo>
                  <a:pt x="725634" y="1735829"/>
                  <a:pt x="705526" y="1777104"/>
                  <a:pt x="673776" y="1766521"/>
                </a:cubicBezTo>
                <a:cubicBezTo>
                  <a:pt x="642026" y="1755938"/>
                  <a:pt x="570059" y="1689263"/>
                  <a:pt x="521376" y="1633171"/>
                </a:cubicBezTo>
                <a:cubicBezTo>
                  <a:pt x="472693" y="1577079"/>
                  <a:pt x="408134" y="1473363"/>
                  <a:pt x="381676" y="1429971"/>
                </a:cubicBezTo>
                <a:cubicBezTo>
                  <a:pt x="323468" y="1481829"/>
                  <a:pt x="222926" y="1613063"/>
                  <a:pt x="172126" y="1677621"/>
                </a:cubicBezTo>
                <a:cubicBezTo>
                  <a:pt x="121326" y="1742179"/>
                  <a:pt x="104393" y="1812029"/>
                  <a:pt x="76876" y="1817321"/>
                </a:cubicBezTo>
                <a:cubicBezTo>
                  <a:pt x="49359" y="1822613"/>
                  <a:pt x="-22607" y="1785571"/>
                  <a:pt x="7026" y="1709371"/>
                </a:cubicBezTo>
                <a:cubicBezTo>
                  <a:pt x="36659" y="1633171"/>
                  <a:pt x="199643" y="1450079"/>
                  <a:pt x="254676" y="1360121"/>
                </a:cubicBezTo>
                <a:cubicBezTo>
                  <a:pt x="309709" y="1270163"/>
                  <a:pt x="312425" y="1259269"/>
                  <a:pt x="337226" y="1169621"/>
                </a:cubicBezTo>
                <a:cubicBezTo>
                  <a:pt x="362027" y="1079973"/>
                  <a:pt x="374910" y="913251"/>
                  <a:pt x="403485" y="822234"/>
                </a:cubicBezTo>
                <a:cubicBezTo>
                  <a:pt x="432060" y="731217"/>
                  <a:pt x="489028" y="661931"/>
                  <a:pt x="508676" y="560021"/>
                </a:cubicBezTo>
                <a:cubicBezTo>
                  <a:pt x="528324" y="458111"/>
                  <a:pt x="531959" y="281679"/>
                  <a:pt x="521376" y="210771"/>
                </a:cubicBezTo>
                <a:cubicBezTo>
                  <a:pt x="510793" y="139863"/>
                  <a:pt x="469518" y="139863"/>
                  <a:pt x="445176" y="134571"/>
                </a:cubicBezTo>
                <a:cubicBezTo>
                  <a:pt x="420834" y="129279"/>
                  <a:pt x="386968" y="152563"/>
                  <a:pt x="375326" y="179021"/>
                </a:cubicBezTo>
                <a:cubicBezTo>
                  <a:pt x="363684" y="205479"/>
                  <a:pt x="380618" y="263688"/>
                  <a:pt x="375326" y="293321"/>
                </a:cubicBezTo>
                <a:cubicBezTo>
                  <a:pt x="370034" y="322954"/>
                  <a:pt x="362626" y="355763"/>
                  <a:pt x="343576" y="356821"/>
                </a:cubicBezTo>
                <a:cubicBezTo>
                  <a:pt x="324526" y="357879"/>
                  <a:pt x="269493" y="317663"/>
                  <a:pt x="261026" y="267921"/>
                </a:cubicBezTo>
                <a:close/>
              </a:path>
            </a:pathLst>
          </a:cu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8F8CB7B2-C5AD-4E1F-8B8D-507BB9A8B0E3}"/>
              </a:ext>
            </a:extLst>
          </p:cNvPr>
          <p:cNvSpPr/>
          <p:nvPr/>
        </p:nvSpPr>
        <p:spPr>
          <a:xfrm>
            <a:off x="3734087" y="749075"/>
            <a:ext cx="647835" cy="322591"/>
          </a:xfrm>
          <a:custGeom>
            <a:avLst/>
            <a:gdLst>
              <a:gd name="connsiteX0" fmla="*/ 855694 w 865511"/>
              <a:gd name="connsiteY0" fmla="*/ 260091 h 292576"/>
              <a:gd name="connsiteX1" fmla="*/ 8671 w 865511"/>
              <a:gd name="connsiteY1" fmla="*/ 260091 h 292576"/>
              <a:gd name="connsiteX2" fmla="*/ 441808 w 865511"/>
              <a:gd name="connsiteY2" fmla="*/ 209 h 292576"/>
              <a:gd name="connsiteX3" fmla="*/ 855694 w 865511"/>
              <a:gd name="connsiteY3" fmla="*/ 260091 h 292576"/>
              <a:gd name="connsiteX0" fmla="*/ 869954 w 878954"/>
              <a:gd name="connsiteY0" fmla="*/ 277441 h 309926"/>
              <a:gd name="connsiteX1" fmla="*/ 22931 w 878954"/>
              <a:gd name="connsiteY1" fmla="*/ 277441 h 309926"/>
              <a:gd name="connsiteX2" fmla="*/ 249438 w 878954"/>
              <a:gd name="connsiteY2" fmla="*/ 51528 h 309926"/>
              <a:gd name="connsiteX3" fmla="*/ 456068 w 878954"/>
              <a:gd name="connsiteY3" fmla="*/ 17559 h 309926"/>
              <a:gd name="connsiteX4" fmla="*/ 869954 w 878954"/>
              <a:gd name="connsiteY4" fmla="*/ 277441 h 309926"/>
              <a:gd name="connsiteX0" fmla="*/ 869954 w 893873"/>
              <a:gd name="connsiteY0" fmla="*/ 260732 h 291131"/>
              <a:gd name="connsiteX1" fmla="*/ 22931 w 893873"/>
              <a:gd name="connsiteY1" fmla="*/ 260732 h 291131"/>
              <a:gd name="connsiteX2" fmla="*/ 249438 w 893873"/>
              <a:gd name="connsiteY2" fmla="*/ 34819 h 291131"/>
              <a:gd name="connsiteX3" fmla="*/ 456068 w 893873"/>
              <a:gd name="connsiteY3" fmla="*/ 850 h 291131"/>
              <a:gd name="connsiteX4" fmla="*/ 643283 w 893873"/>
              <a:gd name="connsiteY4" fmla="*/ 34820 h 291131"/>
              <a:gd name="connsiteX5" fmla="*/ 869954 w 893873"/>
              <a:gd name="connsiteY5" fmla="*/ 260732 h 291131"/>
              <a:gd name="connsiteX0" fmla="*/ 869954 w 893873"/>
              <a:gd name="connsiteY0" fmla="*/ 242075 h 272474"/>
              <a:gd name="connsiteX1" fmla="*/ 22931 w 893873"/>
              <a:gd name="connsiteY1" fmla="*/ 242075 h 272474"/>
              <a:gd name="connsiteX2" fmla="*/ 249438 w 893873"/>
              <a:gd name="connsiteY2" fmla="*/ 16162 h 272474"/>
              <a:gd name="connsiteX3" fmla="*/ 456068 w 893873"/>
              <a:gd name="connsiteY3" fmla="*/ 30309 h 272474"/>
              <a:gd name="connsiteX4" fmla="*/ 643283 w 893873"/>
              <a:gd name="connsiteY4" fmla="*/ 16163 h 272474"/>
              <a:gd name="connsiteX5" fmla="*/ 869954 w 893873"/>
              <a:gd name="connsiteY5" fmla="*/ 242075 h 272474"/>
              <a:gd name="connsiteX0" fmla="*/ 869954 w 893873"/>
              <a:gd name="connsiteY0" fmla="*/ 242075 h 272474"/>
              <a:gd name="connsiteX1" fmla="*/ 22931 w 893873"/>
              <a:gd name="connsiteY1" fmla="*/ 242075 h 272474"/>
              <a:gd name="connsiteX2" fmla="*/ 249438 w 893873"/>
              <a:gd name="connsiteY2" fmla="*/ 16162 h 272474"/>
              <a:gd name="connsiteX3" fmla="*/ 456068 w 893873"/>
              <a:gd name="connsiteY3" fmla="*/ 30309 h 272474"/>
              <a:gd name="connsiteX4" fmla="*/ 643283 w 893873"/>
              <a:gd name="connsiteY4" fmla="*/ 16163 h 272474"/>
              <a:gd name="connsiteX5" fmla="*/ 869954 w 893873"/>
              <a:gd name="connsiteY5" fmla="*/ 242075 h 272474"/>
              <a:gd name="connsiteX0" fmla="*/ 869954 w 893873"/>
              <a:gd name="connsiteY0" fmla="*/ 236345 h 266744"/>
              <a:gd name="connsiteX1" fmla="*/ 22931 w 893873"/>
              <a:gd name="connsiteY1" fmla="*/ 236345 h 266744"/>
              <a:gd name="connsiteX2" fmla="*/ 249438 w 893873"/>
              <a:gd name="connsiteY2" fmla="*/ 10432 h 266744"/>
              <a:gd name="connsiteX3" fmla="*/ 456068 w 893873"/>
              <a:gd name="connsiteY3" fmla="*/ 72695 h 266744"/>
              <a:gd name="connsiteX4" fmla="*/ 643283 w 893873"/>
              <a:gd name="connsiteY4" fmla="*/ 10433 h 266744"/>
              <a:gd name="connsiteX5" fmla="*/ 869954 w 893873"/>
              <a:gd name="connsiteY5" fmla="*/ 236345 h 266744"/>
              <a:gd name="connsiteX0" fmla="*/ 869954 w 893873"/>
              <a:gd name="connsiteY0" fmla="*/ 238050 h 268449"/>
              <a:gd name="connsiteX1" fmla="*/ 22931 w 893873"/>
              <a:gd name="connsiteY1" fmla="*/ 238050 h 268449"/>
              <a:gd name="connsiteX2" fmla="*/ 249438 w 893873"/>
              <a:gd name="connsiteY2" fmla="*/ 12137 h 268449"/>
              <a:gd name="connsiteX3" fmla="*/ 456068 w 893873"/>
              <a:gd name="connsiteY3" fmla="*/ 74400 h 268449"/>
              <a:gd name="connsiteX4" fmla="*/ 643283 w 893873"/>
              <a:gd name="connsiteY4" fmla="*/ 12138 h 268449"/>
              <a:gd name="connsiteX5" fmla="*/ 869954 w 893873"/>
              <a:gd name="connsiteY5" fmla="*/ 238050 h 268449"/>
              <a:gd name="connsiteX0" fmla="*/ 791943 w 811090"/>
              <a:gd name="connsiteY0" fmla="*/ 238050 h 272655"/>
              <a:gd name="connsiteX1" fmla="*/ 30849 w 811090"/>
              <a:gd name="connsiteY1" fmla="*/ 244924 h 272655"/>
              <a:gd name="connsiteX2" fmla="*/ 171427 w 811090"/>
              <a:gd name="connsiteY2" fmla="*/ 12137 h 272655"/>
              <a:gd name="connsiteX3" fmla="*/ 378057 w 811090"/>
              <a:gd name="connsiteY3" fmla="*/ 74400 h 272655"/>
              <a:gd name="connsiteX4" fmla="*/ 565272 w 811090"/>
              <a:gd name="connsiteY4" fmla="*/ 12138 h 272655"/>
              <a:gd name="connsiteX5" fmla="*/ 791943 w 811090"/>
              <a:gd name="connsiteY5" fmla="*/ 238050 h 272655"/>
              <a:gd name="connsiteX0" fmla="*/ 670209 w 701095"/>
              <a:gd name="connsiteY0" fmla="*/ 258671 h 283187"/>
              <a:gd name="connsiteX1" fmla="*/ 30849 w 701095"/>
              <a:gd name="connsiteY1" fmla="*/ 244924 h 283187"/>
              <a:gd name="connsiteX2" fmla="*/ 171427 w 701095"/>
              <a:gd name="connsiteY2" fmla="*/ 12137 h 283187"/>
              <a:gd name="connsiteX3" fmla="*/ 378057 w 701095"/>
              <a:gd name="connsiteY3" fmla="*/ 74400 h 283187"/>
              <a:gd name="connsiteX4" fmla="*/ 565272 w 701095"/>
              <a:gd name="connsiteY4" fmla="*/ 12138 h 283187"/>
              <a:gd name="connsiteX5" fmla="*/ 670209 w 701095"/>
              <a:gd name="connsiteY5" fmla="*/ 258671 h 283187"/>
              <a:gd name="connsiteX0" fmla="*/ 670209 w 710189"/>
              <a:gd name="connsiteY0" fmla="*/ 258671 h 286086"/>
              <a:gd name="connsiteX1" fmla="*/ 30849 w 710189"/>
              <a:gd name="connsiteY1" fmla="*/ 244924 h 286086"/>
              <a:gd name="connsiteX2" fmla="*/ 171427 w 710189"/>
              <a:gd name="connsiteY2" fmla="*/ 12137 h 286086"/>
              <a:gd name="connsiteX3" fmla="*/ 378057 w 710189"/>
              <a:gd name="connsiteY3" fmla="*/ 74400 h 286086"/>
              <a:gd name="connsiteX4" fmla="*/ 565272 w 710189"/>
              <a:gd name="connsiteY4" fmla="*/ 12138 h 286086"/>
              <a:gd name="connsiteX5" fmla="*/ 670209 w 710189"/>
              <a:gd name="connsiteY5" fmla="*/ 258671 h 286086"/>
              <a:gd name="connsiteX0" fmla="*/ 670209 w 710189"/>
              <a:gd name="connsiteY0" fmla="*/ 254804 h 282219"/>
              <a:gd name="connsiteX1" fmla="*/ 30849 w 710189"/>
              <a:gd name="connsiteY1" fmla="*/ 241057 h 282219"/>
              <a:gd name="connsiteX2" fmla="*/ 171427 w 710189"/>
              <a:gd name="connsiteY2" fmla="*/ 8270 h 282219"/>
              <a:gd name="connsiteX3" fmla="*/ 385218 w 710189"/>
              <a:gd name="connsiteY3" fmla="*/ 125523 h 282219"/>
              <a:gd name="connsiteX4" fmla="*/ 565272 w 710189"/>
              <a:gd name="connsiteY4" fmla="*/ 8271 h 282219"/>
              <a:gd name="connsiteX5" fmla="*/ 670209 w 710189"/>
              <a:gd name="connsiteY5" fmla="*/ 254804 h 282219"/>
              <a:gd name="connsiteX0" fmla="*/ 670209 w 710189"/>
              <a:gd name="connsiteY0" fmla="*/ 254804 h 282219"/>
              <a:gd name="connsiteX1" fmla="*/ 30849 w 710189"/>
              <a:gd name="connsiteY1" fmla="*/ 241057 h 282219"/>
              <a:gd name="connsiteX2" fmla="*/ 171427 w 710189"/>
              <a:gd name="connsiteY2" fmla="*/ 8270 h 282219"/>
              <a:gd name="connsiteX3" fmla="*/ 385218 w 710189"/>
              <a:gd name="connsiteY3" fmla="*/ 125523 h 282219"/>
              <a:gd name="connsiteX4" fmla="*/ 565272 w 710189"/>
              <a:gd name="connsiteY4" fmla="*/ 8271 h 282219"/>
              <a:gd name="connsiteX5" fmla="*/ 670209 w 710189"/>
              <a:gd name="connsiteY5" fmla="*/ 254804 h 282219"/>
              <a:gd name="connsiteX0" fmla="*/ 670209 w 710189"/>
              <a:gd name="connsiteY0" fmla="*/ 262922 h 290337"/>
              <a:gd name="connsiteX1" fmla="*/ 30849 w 710189"/>
              <a:gd name="connsiteY1" fmla="*/ 249175 h 290337"/>
              <a:gd name="connsiteX2" fmla="*/ 171427 w 710189"/>
              <a:gd name="connsiteY2" fmla="*/ 16388 h 290337"/>
              <a:gd name="connsiteX3" fmla="*/ 385218 w 710189"/>
              <a:gd name="connsiteY3" fmla="*/ 133641 h 290337"/>
              <a:gd name="connsiteX4" fmla="*/ 565272 w 710189"/>
              <a:gd name="connsiteY4" fmla="*/ 16389 h 290337"/>
              <a:gd name="connsiteX5" fmla="*/ 670209 w 710189"/>
              <a:gd name="connsiteY5" fmla="*/ 262922 h 290337"/>
              <a:gd name="connsiteX0" fmla="*/ 670209 w 710189"/>
              <a:gd name="connsiteY0" fmla="*/ 262922 h 290337"/>
              <a:gd name="connsiteX1" fmla="*/ 30849 w 710189"/>
              <a:gd name="connsiteY1" fmla="*/ 249175 h 290337"/>
              <a:gd name="connsiteX2" fmla="*/ 171427 w 710189"/>
              <a:gd name="connsiteY2" fmla="*/ 16388 h 290337"/>
              <a:gd name="connsiteX3" fmla="*/ 385218 w 710189"/>
              <a:gd name="connsiteY3" fmla="*/ 133641 h 290337"/>
              <a:gd name="connsiteX4" fmla="*/ 565272 w 710189"/>
              <a:gd name="connsiteY4" fmla="*/ 16389 h 290337"/>
              <a:gd name="connsiteX5" fmla="*/ 670209 w 710189"/>
              <a:gd name="connsiteY5" fmla="*/ 262922 h 290337"/>
              <a:gd name="connsiteX0" fmla="*/ 670209 w 678938"/>
              <a:gd name="connsiteY0" fmla="*/ 262922 h 277772"/>
              <a:gd name="connsiteX1" fmla="*/ 363560 w 678938"/>
              <a:gd name="connsiteY1" fmla="*/ 249925 h 277772"/>
              <a:gd name="connsiteX2" fmla="*/ 30849 w 678938"/>
              <a:gd name="connsiteY2" fmla="*/ 249175 h 277772"/>
              <a:gd name="connsiteX3" fmla="*/ 171427 w 678938"/>
              <a:gd name="connsiteY3" fmla="*/ 16388 h 277772"/>
              <a:gd name="connsiteX4" fmla="*/ 385218 w 678938"/>
              <a:gd name="connsiteY4" fmla="*/ 133641 h 277772"/>
              <a:gd name="connsiteX5" fmla="*/ 565272 w 678938"/>
              <a:gd name="connsiteY5" fmla="*/ 16389 h 277772"/>
              <a:gd name="connsiteX6" fmla="*/ 670209 w 678938"/>
              <a:gd name="connsiteY6" fmla="*/ 262922 h 277772"/>
              <a:gd name="connsiteX0" fmla="*/ 670209 w 678938"/>
              <a:gd name="connsiteY0" fmla="*/ 262922 h 281805"/>
              <a:gd name="connsiteX1" fmla="*/ 363560 w 678938"/>
              <a:gd name="connsiteY1" fmla="*/ 249925 h 281805"/>
              <a:gd name="connsiteX2" fmla="*/ 30849 w 678938"/>
              <a:gd name="connsiteY2" fmla="*/ 249175 h 281805"/>
              <a:gd name="connsiteX3" fmla="*/ 171427 w 678938"/>
              <a:gd name="connsiteY3" fmla="*/ 16388 h 281805"/>
              <a:gd name="connsiteX4" fmla="*/ 385218 w 678938"/>
              <a:gd name="connsiteY4" fmla="*/ 133641 h 281805"/>
              <a:gd name="connsiteX5" fmla="*/ 565272 w 678938"/>
              <a:gd name="connsiteY5" fmla="*/ 16389 h 281805"/>
              <a:gd name="connsiteX6" fmla="*/ 670209 w 678938"/>
              <a:gd name="connsiteY6" fmla="*/ 262922 h 281805"/>
              <a:gd name="connsiteX0" fmla="*/ 670209 w 678938"/>
              <a:gd name="connsiteY0" fmla="*/ 262922 h 287861"/>
              <a:gd name="connsiteX1" fmla="*/ 363560 w 678938"/>
              <a:gd name="connsiteY1" fmla="*/ 249925 h 287861"/>
              <a:gd name="connsiteX2" fmla="*/ 30849 w 678938"/>
              <a:gd name="connsiteY2" fmla="*/ 249175 h 287861"/>
              <a:gd name="connsiteX3" fmla="*/ 171427 w 678938"/>
              <a:gd name="connsiteY3" fmla="*/ 16388 h 287861"/>
              <a:gd name="connsiteX4" fmla="*/ 385218 w 678938"/>
              <a:gd name="connsiteY4" fmla="*/ 133641 h 287861"/>
              <a:gd name="connsiteX5" fmla="*/ 565272 w 678938"/>
              <a:gd name="connsiteY5" fmla="*/ 16389 h 287861"/>
              <a:gd name="connsiteX6" fmla="*/ 670209 w 678938"/>
              <a:gd name="connsiteY6" fmla="*/ 262922 h 287861"/>
              <a:gd name="connsiteX0" fmla="*/ 691691 w 698900"/>
              <a:gd name="connsiteY0" fmla="*/ 262922 h 287861"/>
              <a:gd name="connsiteX1" fmla="*/ 363560 w 698900"/>
              <a:gd name="connsiteY1" fmla="*/ 249925 h 287861"/>
              <a:gd name="connsiteX2" fmla="*/ 30849 w 698900"/>
              <a:gd name="connsiteY2" fmla="*/ 249175 h 287861"/>
              <a:gd name="connsiteX3" fmla="*/ 171427 w 698900"/>
              <a:gd name="connsiteY3" fmla="*/ 16388 h 287861"/>
              <a:gd name="connsiteX4" fmla="*/ 385218 w 698900"/>
              <a:gd name="connsiteY4" fmla="*/ 133641 h 287861"/>
              <a:gd name="connsiteX5" fmla="*/ 565272 w 698900"/>
              <a:gd name="connsiteY5" fmla="*/ 16389 h 287861"/>
              <a:gd name="connsiteX6" fmla="*/ 691691 w 698900"/>
              <a:gd name="connsiteY6" fmla="*/ 262922 h 287861"/>
              <a:gd name="connsiteX0" fmla="*/ 727495 w 733059"/>
              <a:gd name="connsiteY0" fmla="*/ 256048 h 283974"/>
              <a:gd name="connsiteX1" fmla="*/ 363560 w 733059"/>
              <a:gd name="connsiteY1" fmla="*/ 249925 h 283974"/>
              <a:gd name="connsiteX2" fmla="*/ 30849 w 733059"/>
              <a:gd name="connsiteY2" fmla="*/ 249175 h 283974"/>
              <a:gd name="connsiteX3" fmla="*/ 171427 w 733059"/>
              <a:gd name="connsiteY3" fmla="*/ 16388 h 283974"/>
              <a:gd name="connsiteX4" fmla="*/ 385218 w 733059"/>
              <a:gd name="connsiteY4" fmla="*/ 133641 h 283974"/>
              <a:gd name="connsiteX5" fmla="*/ 565272 w 733059"/>
              <a:gd name="connsiteY5" fmla="*/ 16389 h 283974"/>
              <a:gd name="connsiteX6" fmla="*/ 727495 w 733059"/>
              <a:gd name="connsiteY6" fmla="*/ 256048 h 283974"/>
              <a:gd name="connsiteX0" fmla="*/ 727495 w 744268"/>
              <a:gd name="connsiteY0" fmla="*/ 256048 h 281805"/>
              <a:gd name="connsiteX1" fmla="*/ 363560 w 744268"/>
              <a:gd name="connsiteY1" fmla="*/ 249925 h 281805"/>
              <a:gd name="connsiteX2" fmla="*/ 30849 w 744268"/>
              <a:gd name="connsiteY2" fmla="*/ 249175 h 281805"/>
              <a:gd name="connsiteX3" fmla="*/ 171427 w 744268"/>
              <a:gd name="connsiteY3" fmla="*/ 16388 h 281805"/>
              <a:gd name="connsiteX4" fmla="*/ 385218 w 744268"/>
              <a:gd name="connsiteY4" fmla="*/ 133641 h 281805"/>
              <a:gd name="connsiteX5" fmla="*/ 565272 w 744268"/>
              <a:gd name="connsiteY5" fmla="*/ 16389 h 281805"/>
              <a:gd name="connsiteX6" fmla="*/ 671475 w 744268"/>
              <a:gd name="connsiteY6" fmla="*/ 84956 h 281805"/>
              <a:gd name="connsiteX7" fmla="*/ 727495 w 744268"/>
              <a:gd name="connsiteY7" fmla="*/ 256048 h 281805"/>
              <a:gd name="connsiteX0" fmla="*/ 727495 w 732676"/>
              <a:gd name="connsiteY0" fmla="*/ 256048 h 281805"/>
              <a:gd name="connsiteX1" fmla="*/ 363560 w 732676"/>
              <a:gd name="connsiteY1" fmla="*/ 249925 h 281805"/>
              <a:gd name="connsiteX2" fmla="*/ 30849 w 732676"/>
              <a:gd name="connsiteY2" fmla="*/ 249175 h 281805"/>
              <a:gd name="connsiteX3" fmla="*/ 171427 w 732676"/>
              <a:gd name="connsiteY3" fmla="*/ 16388 h 281805"/>
              <a:gd name="connsiteX4" fmla="*/ 385218 w 732676"/>
              <a:gd name="connsiteY4" fmla="*/ 133641 h 281805"/>
              <a:gd name="connsiteX5" fmla="*/ 565272 w 732676"/>
              <a:gd name="connsiteY5" fmla="*/ 16389 h 281805"/>
              <a:gd name="connsiteX6" fmla="*/ 727495 w 732676"/>
              <a:gd name="connsiteY6" fmla="*/ 256048 h 281805"/>
              <a:gd name="connsiteX0" fmla="*/ 727495 w 732676"/>
              <a:gd name="connsiteY0" fmla="*/ 256048 h 283974"/>
              <a:gd name="connsiteX1" fmla="*/ 363560 w 732676"/>
              <a:gd name="connsiteY1" fmla="*/ 249925 h 283974"/>
              <a:gd name="connsiteX2" fmla="*/ 30849 w 732676"/>
              <a:gd name="connsiteY2" fmla="*/ 249175 h 283974"/>
              <a:gd name="connsiteX3" fmla="*/ 171427 w 732676"/>
              <a:gd name="connsiteY3" fmla="*/ 16388 h 283974"/>
              <a:gd name="connsiteX4" fmla="*/ 385218 w 732676"/>
              <a:gd name="connsiteY4" fmla="*/ 133641 h 283974"/>
              <a:gd name="connsiteX5" fmla="*/ 565272 w 732676"/>
              <a:gd name="connsiteY5" fmla="*/ 16389 h 283974"/>
              <a:gd name="connsiteX6" fmla="*/ 727495 w 732676"/>
              <a:gd name="connsiteY6" fmla="*/ 256048 h 283974"/>
              <a:gd name="connsiteX0" fmla="*/ 727495 w 733405"/>
              <a:gd name="connsiteY0" fmla="*/ 256048 h 283974"/>
              <a:gd name="connsiteX1" fmla="*/ 363560 w 733405"/>
              <a:gd name="connsiteY1" fmla="*/ 249925 h 283974"/>
              <a:gd name="connsiteX2" fmla="*/ 30849 w 733405"/>
              <a:gd name="connsiteY2" fmla="*/ 249175 h 283974"/>
              <a:gd name="connsiteX3" fmla="*/ 171427 w 733405"/>
              <a:gd name="connsiteY3" fmla="*/ 16388 h 283974"/>
              <a:gd name="connsiteX4" fmla="*/ 385218 w 733405"/>
              <a:gd name="connsiteY4" fmla="*/ 133641 h 283974"/>
              <a:gd name="connsiteX5" fmla="*/ 565272 w 733405"/>
              <a:gd name="connsiteY5" fmla="*/ 16389 h 283974"/>
              <a:gd name="connsiteX6" fmla="*/ 727495 w 733405"/>
              <a:gd name="connsiteY6" fmla="*/ 256048 h 283974"/>
              <a:gd name="connsiteX0" fmla="*/ 727495 w 735136"/>
              <a:gd name="connsiteY0" fmla="*/ 256048 h 283974"/>
              <a:gd name="connsiteX1" fmla="*/ 363560 w 735136"/>
              <a:gd name="connsiteY1" fmla="*/ 249925 h 283974"/>
              <a:gd name="connsiteX2" fmla="*/ 30849 w 735136"/>
              <a:gd name="connsiteY2" fmla="*/ 249175 h 283974"/>
              <a:gd name="connsiteX3" fmla="*/ 171427 w 735136"/>
              <a:gd name="connsiteY3" fmla="*/ 16388 h 283974"/>
              <a:gd name="connsiteX4" fmla="*/ 385218 w 735136"/>
              <a:gd name="connsiteY4" fmla="*/ 133641 h 283974"/>
              <a:gd name="connsiteX5" fmla="*/ 565272 w 735136"/>
              <a:gd name="connsiteY5" fmla="*/ 16389 h 283974"/>
              <a:gd name="connsiteX6" fmla="*/ 727495 w 735136"/>
              <a:gd name="connsiteY6" fmla="*/ 256048 h 283974"/>
              <a:gd name="connsiteX0" fmla="*/ 730069 w 737710"/>
              <a:gd name="connsiteY0" fmla="*/ 256048 h 283974"/>
              <a:gd name="connsiteX1" fmla="*/ 366134 w 737710"/>
              <a:gd name="connsiteY1" fmla="*/ 249925 h 283974"/>
              <a:gd name="connsiteX2" fmla="*/ 33423 w 737710"/>
              <a:gd name="connsiteY2" fmla="*/ 249175 h 283974"/>
              <a:gd name="connsiteX3" fmla="*/ 174001 w 737710"/>
              <a:gd name="connsiteY3" fmla="*/ 16388 h 283974"/>
              <a:gd name="connsiteX4" fmla="*/ 387792 w 737710"/>
              <a:gd name="connsiteY4" fmla="*/ 133641 h 283974"/>
              <a:gd name="connsiteX5" fmla="*/ 567846 w 737710"/>
              <a:gd name="connsiteY5" fmla="*/ 16389 h 283974"/>
              <a:gd name="connsiteX6" fmla="*/ 730069 w 737710"/>
              <a:gd name="connsiteY6" fmla="*/ 256048 h 283974"/>
              <a:gd name="connsiteX0" fmla="*/ 730069 w 739112"/>
              <a:gd name="connsiteY0" fmla="*/ 262510 h 290998"/>
              <a:gd name="connsiteX1" fmla="*/ 366134 w 739112"/>
              <a:gd name="connsiteY1" fmla="*/ 256387 h 290998"/>
              <a:gd name="connsiteX2" fmla="*/ 33423 w 739112"/>
              <a:gd name="connsiteY2" fmla="*/ 255637 h 290998"/>
              <a:gd name="connsiteX3" fmla="*/ 174001 w 739112"/>
              <a:gd name="connsiteY3" fmla="*/ 22850 h 290998"/>
              <a:gd name="connsiteX4" fmla="*/ 387792 w 739112"/>
              <a:gd name="connsiteY4" fmla="*/ 140103 h 290998"/>
              <a:gd name="connsiteX5" fmla="*/ 578712 w 739112"/>
              <a:gd name="connsiteY5" fmla="*/ 14259 h 290998"/>
              <a:gd name="connsiteX6" fmla="*/ 730069 w 739112"/>
              <a:gd name="connsiteY6" fmla="*/ 262510 h 290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9112" h="290998">
                <a:moveTo>
                  <a:pt x="730069" y="262510"/>
                </a:moveTo>
                <a:cubicBezTo>
                  <a:pt x="694639" y="302865"/>
                  <a:pt x="436890" y="299921"/>
                  <a:pt x="366134" y="256387"/>
                </a:cubicBezTo>
                <a:cubicBezTo>
                  <a:pt x="331182" y="295338"/>
                  <a:pt x="65445" y="302579"/>
                  <a:pt x="33423" y="255637"/>
                </a:cubicBezTo>
                <a:cubicBezTo>
                  <a:pt x="-66416" y="221422"/>
                  <a:pt x="80329" y="52417"/>
                  <a:pt x="174001" y="22850"/>
                </a:cubicBezTo>
                <a:cubicBezTo>
                  <a:pt x="246191" y="-20464"/>
                  <a:pt x="336472" y="23249"/>
                  <a:pt x="387792" y="140103"/>
                </a:cubicBezTo>
                <a:cubicBezTo>
                  <a:pt x="417629" y="30124"/>
                  <a:pt x="509731" y="-29055"/>
                  <a:pt x="578712" y="14259"/>
                </a:cubicBezTo>
                <a:cubicBezTo>
                  <a:pt x="693044" y="20912"/>
                  <a:pt x="765499" y="222155"/>
                  <a:pt x="730069" y="262510"/>
                </a:cubicBezTo>
                <a:close/>
              </a:path>
            </a:pathLst>
          </a:custGeom>
          <a:solidFill>
            <a:schemeClr val="accent2">
              <a:lumMod val="40000"/>
              <a:lumOff val="60000"/>
            </a:schemeClr>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6" name="Group 65">
            <a:extLst>
              <a:ext uri="{FF2B5EF4-FFF2-40B4-BE49-F238E27FC236}">
                <a16:creationId xmlns:a16="http://schemas.microsoft.com/office/drawing/2014/main" id="{27C2EFD0-FF57-42B2-8293-B0B74B1C0D95}"/>
              </a:ext>
            </a:extLst>
          </p:cNvPr>
          <p:cNvGrpSpPr/>
          <p:nvPr/>
        </p:nvGrpSpPr>
        <p:grpSpPr>
          <a:xfrm>
            <a:off x="3719534" y="2740257"/>
            <a:ext cx="797514" cy="427590"/>
            <a:chOff x="3719534" y="2740257"/>
            <a:chExt cx="797514" cy="427590"/>
          </a:xfrm>
        </p:grpSpPr>
        <p:sp>
          <p:nvSpPr>
            <p:cNvPr id="25" name="Oval 24">
              <a:extLst>
                <a:ext uri="{FF2B5EF4-FFF2-40B4-BE49-F238E27FC236}">
                  <a16:creationId xmlns:a16="http://schemas.microsoft.com/office/drawing/2014/main" id="{EA0D7C0E-96BA-489B-B047-736BBEE93A6D}"/>
                </a:ext>
              </a:extLst>
            </p:cNvPr>
            <p:cNvSpPr/>
            <p:nvPr/>
          </p:nvSpPr>
          <p:spPr>
            <a:xfrm>
              <a:off x="3719534" y="2740257"/>
              <a:ext cx="235818" cy="427590"/>
            </a:xfrm>
            <a:custGeom>
              <a:avLst/>
              <a:gdLst>
                <a:gd name="connsiteX0" fmla="*/ 0 w 202253"/>
                <a:gd name="connsiteY0" fmla="*/ 216453 h 432905"/>
                <a:gd name="connsiteX1" fmla="*/ 101127 w 202253"/>
                <a:gd name="connsiteY1" fmla="*/ 0 h 432905"/>
                <a:gd name="connsiteX2" fmla="*/ 202254 w 202253"/>
                <a:gd name="connsiteY2" fmla="*/ 216453 h 432905"/>
                <a:gd name="connsiteX3" fmla="*/ 101127 w 202253"/>
                <a:gd name="connsiteY3" fmla="*/ 432906 h 432905"/>
                <a:gd name="connsiteX4" fmla="*/ 0 w 202253"/>
                <a:gd name="connsiteY4" fmla="*/ 216453 h 432905"/>
                <a:gd name="connsiteX0" fmla="*/ 68 w 202322"/>
                <a:gd name="connsiteY0" fmla="*/ 197403 h 413856"/>
                <a:gd name="connsiteX1" fmla="*/ 113895 w 202322"/>
                <a:gd name="connsiteY1" fmla="*/ 0 h 413856"/>
                <a:gd name="connsiteX2" fmla="*/ 202322 w 202322"/>
                <a:gd name="connsiteY2" fmla="*/ 197403 h 413856"/>
                <a:gd name="connsiteX3" fmla="*/ 101195 w 202322"/>
                <a:gd name="connsiteY3" fmla="*/ 413856 h 413856"/>
                <a:gd name="connsiteX4" fmla="*/ 68 w 202322"/>
                <a:gd name="connsiteY4" fmla="*/ 197403 h 413856"/>
                <a:gd name="connsiteX0" fmla="*/ 68 w 234191"/>
                <a:gd name="connsiteY0" fmla="*/ 200611 h 417064"/>
                <a:gd name="connsiteX1" fmla="*/ 113895 w 234191"/>
                <a:gd name="connsiteY1" fmla="*/ 3208 h 417064"/>
                <a:gd name="connsiteX2" fmla="*/ 229839 w 234191"/>
                <a:gd name="connsiteY2" fmla="*/ 86921 h 417064"/>
                <a:gd name="connsiteX3" fmla="*/ 202322 w 234191"/>
                <a:gd name="connsiteY3" fmla="*/ 200611 h 417064"/>
                <a:gd name="connsiteX4" fmla="*/ 101195 w 234191"/>
                <a:gd name="connsiteY4" fmla="*/ 417064 h 417064"/>
                <a:gd name="connsiteX5" fmla="*/ 68 w 234191"/>
                <a:gd name="connsiteY5" fmla="*/ 200611 h 417064"/>
                <a:gd name="connsiteX0" fmla="*/ 49 w 233494"/>
                <a:gd name="connsiteY0" fmla="*/ 200611 h 421431"/>
                <a:gd name="connsiteX1" fmla="*/ 113876 w 233494"/>
                <a:gd name="connsiteY1" fmla="*/ 3208 h 421431"/>
                <a:gd name="connsiteX2" fmla="*/ 229820 w 233494"/>
                <a:gd name="connsiteY2" fmla="*/ 86921 h 421431"/>
                <a:gd name="connsiteX3" fmla="*/ 202303 w 233494"/>
                <a:gd name="connsiteY3" fmla="*/ 200611 h 421431"/>
                <a:gd name="connsiteX4" fmla="*/ 210770 w 233494"/>
                <a:gd name="connsiteY4" fmla="*/ 334571 h 421431"/>
                <a:gd name="connsiteX5" fmla="*/ 101176 w 233494"/>
                <a:gd name="connsiteY5" fmla="*/ 417064 h 421431"/>
                <a:gd name="connsiteX6" fmla="*/ 49 w 233494"/>
                <a:gd name="connsiteY6" fmla="*/ 200611 h 421431"/>
                <a:gd name="connsiteX0" fmla="*/ 3424 w 236869"/>
                <a:gd name="connsiteY0" fmla="*/ 200611 h 417083"/>
                <a:gd name="connsiteX1" fmla="*/ 117251 w 236869"/>
                <a:gd name="connsiteY1" fmla="*/ 3208 h 417083"/>
                <a:gd name="connsiteX2" fmla="*/ 233195 w 236869"/>
                <a:gd name="connsiteY2" fmla="*/ 86921 h 417083"/>
                <a:gd name="connsiteX3" fmla="*/ 205678 w 236869"/>
                <a:gd name="connsiteY3" fmla="*/ 200611 h 417083"/>
                <a:gd name="connsiteX4" fmla="*/ 214145 w 236869"/>
                <a:gd name="connsiteY4" fmla="*/ 334571 h 417083"/>
                <a:gd name="connsiteX5" fmla="*/ 104551 w 236869"/>
                <a:gd name="connsiteY5" fmla="*/ 417064 h 417083"/>
                <a:gd name="connsiteX6" fmla="*/ 36344 w 236869"/>
                <a:gd name="connsiteY6" fmla="*/ 340921 h 417083"/>
                <a:gd name="connsiteX7" fmla="*/ 3424 w 236869"/>
                <a:gd name="connsiteY7" fmla="*/ 200611 h 417083"/>
                <a:gd name="connsiteX0" fmla="*/ 169 w 233614"/>
                <a:gd name="connsiteY0" fmla="*/ 197808 h 414280"/>
                <a:gd name="connsiteX1" fmla="*/ 45790 w 233614"/>
                <a:gd name="connsiteY1" fmla="*/ 58718 h 414280"/>
                <a:gd name="connsiteX2" fmla="*/ 113996 w 233614"/>
                <a:gd name="connsiteY2" fmla="*/ 405 h 414280"/>
                <a:gd name="connsiteX3" fmla="*/ 229940 w 233614"/>
                <a:gd name="connsiteY3" fmla="*/ 84118 h 414280"/>
                <a:gd name="connsiteX4" fmla="*/ 202423 w 233614"/>
                <a:gd name="connsiteY4" fmla="*/ 197808 h 414280"/>
                <a:gd name="connsiteX5" fmla="*/ 210890 w 233614"/>
                <a:gd name="connsiteY5" fmla="*/ 331768 h 414280"/>
                <a:gd name="connsiteX6" fmla="*/ 101296 w 233614"/>
                <a:gd name="connsiteY6" fmla="*/ 414261 h 414280"/>
                <a:gd name="connsiteX7" fmla="*/ 33089 w 233614"/>
                <a:gd name="connsiteY7" fmla="*/ 338118 h 414280"/>
                <a:gd name="connsiteX8" fmla="*/ 169 w 233614"/>
                <a:gd name="connsiteY8" fmla="*/ 197808 h 414280"/>
                <a:gd name="connsiteX0" fmla="*/ 169 w 233614"/>
                <a:gd name="connsiteY0" fmla="*/ 197808 h 414280"/>
                <a:gd name="connsiteX1" fmla="*/ 45790 w 233614"/>
                <a:gd name="connsiteY1" fmla="*/ 58718 h 414280"/>
                <a:gd name="connsiteX2" fmla="*/ 113996 w 233614"/>
                <a:gd name="connsiteY2" fmla="*/ 405 h 414280"/>
                <a:gd name="connsiteX3" fmla="*/ 229940 w 233614"/>
                <a:gd name="connsiteY3" fmla="*/ 84118 h 414280"/>
                <a:gd name="connsiteX4" fmla="*/ 202423 w 233614"/>
                <a:gd name="connsiteY4" fmla="*/ 197808 h 414280"/>
                <a:gd name="connsiteX5" fmla="*/ 210890 w 233614"/>
                <a:gd name="connsiteY5" fmla="*/ 331768 h 414280"/>
                <a:gd name="connsiteX6" fmla="*/ 101296 w 233614"/>
                <a:gd name="connsiteY6" fmla="*/ 414261 h 414280"/>
                <a:gd name="connsiteX7" fmla="*/ 33089 w 233614"/>
                <a:gd name="connsiteY7" fmla="*/ 338118 h 414280"/>
                <a:gd name="connsiteX8" fmla="*/ 169 w 233614"/>
                <a:gd name="connsiteY8" fmla="*/ 197808 h 414280"/>
                <a:gd name="connsiteX0" fmla="*/ 169 w 233614"/>
                <a:gd name="connsiteY0" fmla="*/ 197678 h 414150"/>
                <a:gd name="connsiteX1" fmla="*/ 45790 w 233614"/>
                <a:gd name="connsiteY1" fmla="*/ 58588 h 414150"/>
                <a:gd name="connsiteX2" fmla="*/ 113996 w 233614"/>
                <a:gd name="connsiteY2" fmla="*/ 275 h 414150"/>
                <a:gd name="connsiteX3" fmla="*/ 229940 w 233614"/>
                <a:gd name="connsiteY3" fmla="*/ 83988 h 414150"/>
                <a:gd name="connsiteX4" fmla="*/ 202423 w 233614"/>
                <a:gd name="connsiteY4" fmla="*/ 197678 h 414150"/>
                <a:gd name="connsiteX5" fmla="*/ 210890 w 233614"/>
                <a:gd name="connsiteY5" fmla="*/ 331638 h 414150"/>
                <a:gd name="connsiteX6" fmla="*/ 101296 w 233614"/>
                <a:gd name="connsiteY6" fmla="*/ 414131 h 414150"/>
                <a:gd name="connsiteX7" fmla="*/ 33089 w 233614"/>
                <a:gd name="connsiteY7" fmla="*/ 337988 h 414150"/>
                <a:gd name="connsiteX8" fmla="*/ 169 w 233614"/>
                <a:gd name="connsiteY8" fmla="*/ 197678 h 414150"/>
                <a:gd name="connsiteX0" fmla="*/ 169 w 233614"/>
                <a:gd name="connsiteY0" fmla="*/ 203941 h 420413"/>
                <a:gd name="connsiteX1" fmla="*/ 45790 w 233614"/>
                <a:gd name="connsiteY1" fmla="*/ 64851 h 420413"/>
                <a:gd name="connsiteX2" fmla="*/ 139396 w 233614"/>
                <a:gd name="connsiteY2" fmla="*/ 188 h 420413"/>
                <a:gd name="connsiteX3" fmla="*/ 229940 w 233614"/>
                <a:gd name="connsiteY3" fmla="*/ 90251 h 420413"/>
                <a:gd name="connsiteX4" fmla="*/ 202423 w 233614"/>
                <a:gd name="connsiteY4" fmla="*/ 203941 h 420413"/>
                <a:gd name="connsiteX5" fmla="*/ 210890 w 233614"/>
                <a:gd name="connsiteY5" fmla="*/ 337901 h 420413"/>
                <a:gd name="connsiteX6" fmla="*/ 101296 w 233614"/>
                <a:gd name="connsiteY6" fmla="*/ 420394 h 420413"/>
                <a:gd name="connsiteX7" fmla="*/ 33089 w 233614"/>
                <a:gd name="connsiteY7" fmla="*/ 344251 h 420413"/>
                <a:gd name="connsiteX8" fmla="*/ 169 w 233614"/>
                <a:gd name="connsiteY8" fmla="*/ 203941 h 420413"/>
                <a:gd name="connsiteX0" fmla="*/ 169 w 233614"/>
                <a:gd name="connsiteY0" fmla="*/ 203941 h 420770"/>
                <a:gd name="connsiteX1" fmla="*/ 45790 w 233614"/>
                <a:gd name="connsiteY1" fmla="*/ 64851 h 420770"/>
                <a:gd name="connsiteX2" fmla="*/ 139396 w 233614"/>
                <a:gd name="connsiteY2" fmla="*/ 188 h 420770"/>
                <a:gd name="connsiteX3" fmla="*/ 229940 w 233614"/>
                <a:gd name="connsiteY3" fmla="*/ 90251 h 420770"/>
                <a:gd name="connsiteX4" fmla="*/ 202423 w 233614"/>
                <a:gd name="connsiteY4" fmla="*/ 203941 h 420770"/>
                <a:gd name="connsiteX5" fmla="*/ 210890 w 233614"/>
                <a:gd name="connsiteY5" fmla="*/ 337901 h 420770"/>
                <a:gd name="connsiteX6" fmla="*/ 101296 w 233614"/>
                <a:gd name="connsiteY6" fmla="*/ 420394 h 420770"/>
                <a:gd name="connsiteX7" fmla="*/ 33089 w 233614"/>
                <a:gd name="connsiteY7" fmla="*/ 344251 h 420770"/>
                <a:gd name="connsiteX8" fmla="*/ 169 w 233614"/>
                <a:gd name="connsiteY8" fmla="*/ 203941 h 420770"/>
                <a:gd name="connsiteX0" fmla="*/ 169 w 233614"/>
                <a:gd name="connsiteY0" fmla="*/ 203941 h 420770"/>
                <a:gd name="connsiteX1" fmla="*/ 45790 w 233614"/>
                <a:gd name="connsiteY1" fmla="*/ 64851 h 420770"/>
                <a:gd name="connsiteX2" fmla="*/ 139396 w 233614"/>
                <a:gd name="connsiteY2" fmla="*/ 188 h 420770"/>
                <a:gd name="connsiteX3" fmla="*/ 229940 w 233614"/>
                <a:gd name="connsiteY3" fmla="*/ 90251 h 420770"/>
                <a:gd name="connsiteX4" fmla="*/ 202423 w 233614"/>
                <a:gd name="connsiteY4" fmla="*/ 203941 h 420770"/>
                <a:gd name="connsiteX5" fmla="*/ 210890 w 233614"/>
                <a:gd name="connsiteY5" fmla="*/ 337901 h 420770"/>
                <a:gd name="connsiteX6" fmla="*/ 120346 w 233614"/>
                <a:gd name="connsiteY6" fmla="*/ 420394 h 420770"/>
                <a:gd name="connsiteX7" fmla="*/ 33089 w 233614"/>
                <a:gd name="connsiteY7" fmla="*/ 344251 h 420770"/>
                <a:gd name="connsiteX8" fmla="*/ 169 w 233614"/>
                <a:gd name="connsiteY8" fmla="*/ 203941 h 420770"/>
                <a:gd name="connsiteX0" fmla="*/ 169 w 233614"/>
                <a:gd name="connsiteY0" fmla="*/ 218147 h 434976"/>
                <a:gd name="connsiteX1" fmla="*/ 45790 w 233614"/>
                <a:gd name="connsiteY1" fmla="*/ 79057 h 434976"/>
                <a:gd name="connsiteX2" fmla="*/ 137015 w 233614"/>
                <a:gd name="connsiteY2" fmla="*/ 106 h 434976"/>
                <a:gd name="connsiteX3" fmla="*/ 229940 w 233614"/>
                <a:gd name="connsiteY3" fmla="*/ 104457 h 434976"/>
                <a:gd name="connsiteX4" fmla="*/ 202423 w 233614"/>
                <a:gd name="connsiteY4" fmla="*/ 218147 h 434976"/>
                <a:gd name="connsiteX5" fmla="*/ 210890 w 233614"/>
                <a:gd name="connsiteY5" fmla="*/ 352107 h 434976"/>
                <a:gd name="connsiteX6" fmla="*/ 120346 w 233614"/>
                <a:gd name="connsiteY6" fmla="*/ 434600 h 434976"/>
                <a:gd name="connsiteX7" fmla="*/ 33089 w 233614"/>
                <a:gd name="connsiteY7" fmla="*/ 358457 h 434976"/>
                <a:gd name="connsiteX8" fmla="*/ 169 w 233614"/>
                <a:gd name="connsiteY8" fmla="*/ 218147 h 434976"/>
                <a:gd name="connsiteX0" fmla="*/ 169 w 233614"/>
                <a:gd name="connsiteY0" fmla="*/ 218145 h 434974"/>
                <a:gd name="connsiteX1" fmla="*/ 45790 w 233614"/>
                <a:gd name="connsiteY1" fmla="*/ 79055 h 434974"/>
                <a:gd name="connsiteX2" fmla="*/ 137015 w 233614"/>
                <a:gd name="connsiteY2" fmla="*/ 104 h 434974"/>
                <a:gd name="connsiteX3" fmla="*/ 229940 w 233614"/>
                <a:gd name="connsiteY3" fmla="*/ 104455 h 434974"/>
                <a:gd name="connsiteX4" fmla="*/ 202423 w 233614"/>
                <a:gd name="connsiteY4" fmla="*/ 218145 h 434974"/>
                <a:gd name="connsiteX5" fmla="*/ 210890 w 233614"/>
                <a:gd name="connsiteY5" fmla="*/ 352105 h 434974"/>
                <a:gd name="connsiteX6" fmla="*/ 120346 w 233614"/>
                <a:gd name="connsiteY6" fmla="*/ 434598 h 434974"/>
                <a:gd name="connsiteX7" fmla="*/ 33089 w 233614"/>
                <a:gd name="connsiteY7" fmla="*/ 358455 h 434974"/>
                <a:gd name="connsiteX8" fmla="*/ 169 w 233614"/>
                <a:gd name="connsiteY8" fmla="*/ 218145 h 434974"/>
                <a:gd name="connsiteX0" fmla="*/ 1 w 233446"/>
                <a:gd name="connsiteY0" fmla="*/ 218418 h 435247"/>
                <a:gd name="connsiteX1" fmla="*/ 33716 w 233446"/>
                <a:gd name="connsiteY1" fmla="*/ 74565 h 435247"/>
                <a:gd name="connsiteX2" fmla="*/ 136847 w 233446"/>
                <a:gd name="connsiteY2" fmla="*/ 377 h 435247"/>
                <a:gd name="connsiteX3" fmla="*/ 229772 w 233446"/>
                <a:gd name="connsiteY3" fmla="*/ 104728 h 435247"/>
                <a:gd name="connsiteX4" fmla="*/ 202255 w 233446"/>
                <a:gd name="connsiteY4" fmla="*/ 218418 h 435247"/>
                <a:gd name="connsiteX5" fmla="*/ 210722 w 233446"/>
                <a:gd name="connsiteY5" fmla="*/ 352378 h 435247"/>
                <a:gd name="connsiteX6" fmla="*/ 120178 w 233446"/>
                <a:gd name="connsiteY6" fmla="*/ 434871 h 435247"/>
                <a:gd name="connsiteX7" fmla="*/ 32921 w 233446"/>
                <a:gd name="connsiteY7" fmla="*/ 358728 h 435247"/>
                <a:gd name="connsiteX8" fmla="*/ 1 w 233446"/>
                <a:gd name="connsiteY8" fmla="*/ 218418 h 435247"/>
                <a:gd name="connsiteX0" fmla="*/ 1 w 233446"/>
                <a:gd name="connsiteY0" fmla="*/ 218418 h 435247"/>
                <a:gd name="connsiteX1" fmla="*/ 33716 w 233446"/>
                <a:gd name="connsiteY1" fmla="*/ 74565 h 435247"/>
                <a:gd name="connsiteX2" fmla="*/ 136847 w 233446"/>
                <a:gd name="connsiteY2" fmla="*/ 377 h 435247"/>
                <a:gd name="connsiteX3" fmla="*/ 229772 w 233446"/>
                <a:gd name="connsiteY3" fmla="*/ 104728 h 435247"/>
                <a:gd name="connsiteX4" fmla="*/ 202255 w 233446"/>
                <a:gd name="connsiteY4" fmla="*/ 218418 h 435247"/>
                <a:gd name="connsiteX5" fmla="*/ 210722 w 233446"/>
                <a:gd name="connsiteY5" fmla="*/ 352378 h 435247"/>
                <a:gd name="connsiteX6" fmla="*/ 120178 w 233446"/>
                <a:gd name="connsiteY6" fmla="*/ 434871 h 435247"/>
                <a:gd name="connsiteX7" fmla="*/ 32921 w 233446"/>
                <a:gd name="connsiteY7" fmla="*/ 358728 h 435247"/>
                <a:gd name="connsiteX8" fmla="*/ 1 w 233446"/>
                <a:gd name="connsiteY8" fmla="*/ 218418 h 435247"/>
                <a:gd name="connsiteX0" fmla="*/ 396 w 233841"/>
                <a:gd name="connsiteY0" fmla="*/ 218418 h 434897"/>
                <a:gd name="connsiteX1" fmla="*/ 34111 w 233841"/>
                <a:gd name="connsiteY1" fmla="*/ 74565 h 434897"/>
                <a:gd name="connsiteX2" fmla="*/ 137242 w 233841"/>
                <a:gd name="connsiteY2" fmla="*/ 377 h 434897"/>
                <a:gd name="connsiteX3" fmla="*/ 230167 w 233841"/>
                <a:gd name="connsiteY3" fmla="*/ 104728 h 434897"/>
                <a:gd name="connsiteX4" fmla="*/ 202650 w 233841"/>
                <a:gd name="connsiteY4" fmla="*/ 218418 h 434897"/>
                <a:gd name="connsiteX5" fmla="*/ 211117 w 233841"/>
                <a:gd name="connsiteY5" fmla="*/ 352378 h 434897"/>
                <a:gd name="connsiteX6" fmla="*/ 120573 w 233841"/>
                <a:gd name="connsiteY6" fmla="*/ 434871 h 434897"/>
                <a:gd name="connsiteX7" fmla="*/ 21410 w 233841"/>
                <a:gd name="connsiteY7" fmla="*/ 344440 h 434897"/>
                <a:gd name="connsiteX8" fmla="*/ 396 w 233841"/>
                <a:gd name="connsiteY8" fmla="*/ 218418 h 434897"/>
                <a:gd name="connsiteX0" fmla="*/ 396 w 233841"/>
                <a:gd name="connsiteY0" fmla="*/ 218418 h 427758"/>
                <a:gd name="connsiteX1" fmla="*/ 34111 w 233841"/>
                <a:gd name="connsiteY1" fmla="*/ 74565 h 427758"/>
                <a:gd name="connsiteX2" fmla="*/ 137242 w 233841"/>
                <a:gd name="connsiteY2" fmla="*/ 377 h 427758"/>
                <a:gd name="connsiteX3" fmla="*/ 230167 w 233841"/>
                <a:gd name="connsiteY3" fmla="*/ 104728 h 427758"/>
                <a:gd name="connsiteX4" fmla="*/ 202650 w 233841"/>
                <a:gd name="connsiteY4" fmla="*/ 218418 h 427758"/>
                <a:gd name="connsiteX5" fmla="*/ 211117 w 233841"/>
                <a:gd name="connsiteY5" fmla="*/ 352378 h 427758"/>
                <a:gd name="connsiteX6" fmla="*/ 125336 w 233841"/>
                <a:gd name="connsiteY6" fmla="*/ 427727 h 427758"/>
                <a:gd name="connsiteX7" fmla="*/ 21410 w 233841"/>
                <a:gd name="connsiteY7" fmla="*/ 344440 h 427758"/>
                <a:gd name="connsiteX8" fmla="*/ 396 w 233841"/>
                <a:gd name="connsiteY8" fmla="*/ 218418 h 427758"/>
                <a:gd name="connsiteX0" fmla="*/ 396 w 233841"/>
                <a:gd name="connsiteY0" fmla="*/ 218418 h 427758"/>
                <a:gd name="connsiteX1" fmla="*/ 34111 w 233841"/>
                <a:gd name="connsiteY1" fmla="*/ 74565 h 427758"/>
                <a:gd name="connsiteX2" fmla="*/ 137242 w 233841"/>
                <a:gd name="connsiteY2" fmla="*/ 377 h 427758"/>
                <a:gd name="connsiteX3" fmla="*/ 230167 w 233841"/>
                <a:gd name="connsiteY3" fmla="*/ 104728 h 427758"/>
                <a:gd name="connsiteX4" fmla="*/ 202650 w 233841"/>
                <a:gd name="connsiteY4" fmla="*/ 218418 h 427758"/>
                <a:gd name="connsiteX5" fmla="*/ 211117 w 233841"/>
                <a:gd name="connsiteY5" fmla="*/ 352378 h 427758"/>
                <a:gd name="connsiteX6" fmla="*/ 125336 w 233841"/>
                <a:gd name="connsiteY6" fmla="*/ 427727 h 427758"/>
                <a:gd name="connsiteX7" fmla="*/ 21410 w 233841"/>
                <a:gd name="connsiteY7" fmla="*/ 344440 h 427758"/>
                <a:gd name="connsiteX8" fmla="*/ 396 w 233841"/>
                <a:gd name="connsiteY8" fmla="*/ 218418 h 427758"/>
                <a:gd name="connsiteX0" fmla="*/ 396 w 233841"/>
                <a:gd name="connsiteY0" fmla="*/ 218418 h 427764"/>
                <a:gd name="connsiteX1" fmla="*/ 34111 w 233841"/>
                <a:gd name="connsiteY1" fmla="*/ 74565 h 427764"/>
                <a:gd name="connsiteX2" fmla="*/ 137242 w 233841"/>
                <a:gd name="connsiteY2" fmla="*/ 377 h 427764"/>
                <a:gd name="connsiteX3" fmla="*/ 230167 w 233841"/>
                <a:gd name="connsiteY3" fmla="*/ 104728 h 427764"/>
                <a:gd name="connsiteX4" fmla="*/ 202650 w 233841"/>
                <a:gd name="connsiteY4" fmla="*/ 218418 h 427764"/>
                <a:gd name="connsiteX5" fmla="*/ 211117 w 233841"/>
                <a:gd name="connsiteY5" fmla="*/ 352378 h 427764"/>
                <a:gd name="connsiteX6" fmla="*/ 125336 w 233841"/>
                <a:gd name="connsiteY6" fmla="*/ 427727 h 427764"/>
                <a:gd name="connsiteX7" fmla="*/ 21410 w 233841"/>
                <a:gd name="connsiteY7" fmla="*/ 344440 h 427764"/>
                <a:gd name="connsiteX8" fmla="*/ 396 w 233841"/>
                <a:gd name="connsiteY8" fmla="*/ 218418 h 427764"/>
                <a:gd name="connsiteX0" fmla="*/ 396 w 236038"/>
                <a:gd name="connsiteY0" fmla="*/ 218049 h 427395"/>
                <a:gd name="connsiteX1" fmla="*/ 34111 w 236038"/>
                <a:gd name="connsiteY1" fmla="*/ 74196 h 427395"/>
                <a:gd name="connsiteX2" fmla="*/ 137242 w 236038"/>
                <a:gd name="connsiteY2" fmla="*/ 8 h 427395"/>
                <a:gd name="connsiteX3" fmla="*/ 232548 w 236038"/>
                <a:gd name="connsiteY3" fmla="*/ 78165 h 427395"/>
                <a:gd name="connsiteX4" fmla="*/ 202650 w 236038"/>
                <a:gd name="connsiteY4" fmla="*/ 218049 h 427395"/>
                <a:gd name="connsiteX5" fmla="*/ 211117 w 236038"/>
                <a:gd name="connsiteY5" fmla="*/ 352009 h 427395"/>
                <a:gd name="connsiteX6" fmla="*/ 125336 w 236038"/>
                <a:gd name="connsiteY6" fmla="*/ 427358 h 427395"/>
                <a:gd name="connsiteX7" fmla="*/ 21410 w 236038"/>
                <a:gd name="connsiteY7" fmla="*/ 344071 h 427395"/>
                <a:gd name="connsiteX8" fmla="*/ 396 w 236038"/>
                <a:gd name="connsiteY8" fmla="*/ 218049 h 427395"/>
                <a:gd name="connsiteX0" fmla="*/ 396 w 236881"/>
                <a:gd name="connsiteY0" fmla="*/ 218049 h 427395"/>
                <a:gd name="connsiteX1" fmla="*/ 34111 w 236881"/>
                <a:gd name="connsiteY1" fmla="*/ 74196 h 427395"/>
                <a:gd name="connsiteX2" fmla="*/ 137242 w 236881"/>
                <a:gd name="connsiteY2" fmla="*/ 8 h 427395"/>
                <a:gd name="connsiteX3" fmla="*/ 232548 w 236881"/>
                <a:gd name="connsiteY3" fmla="*/ 78165 h 427395"/>
                <a:gd name="connsiteX4" fmla="*/ 202650 w 236881"/>
                <a:gd name="connsiteY4" fmla="*/ 218049 h 427395"/>
                <a:gd name="connsiteX5" fmla="*/ 211117 w 236881"/>
                <a:gd name="connsiteY5" fmla="*/ 352009 h 427395"/>
                <a:gd name="connsiteX6" fmla="*/ 125336 w 236881"/>
                <a:gd name="connsiteY6" fmla="*/ 427358 h 427395"/>
                <a:gd name="connsiteX7" fmla="*/ 21410 w 236881"/>
                <a:gd name="connsiteY7" fmla="*/ 344071 h 427395"/>
                <a:gd name="connsiteX8" fmla="*/ 396 w 236881"/>
                <a:gd name="connsiteY8" fmla="*/ 218049 h 427395"/>
                <a:gd name="connsiteX0" fmla="*/ 396 w 236066"/>
                <a:gd name="connsiteY0" fmla="*/ 218049 h 427395"/>
                <a:gd name="connsiteX1" fmla="*/ 34111 w 236066"/>
                <a:gd name="connsiteY1" fmla="*/ 74196 h 427395"/>
                <a:gd name="connsiteX2" fmla="*/ 137242 w 236066"/>
                <a:gd name="connsiteY2" fmla="*/ 8 h 427395"/>
                <a:gd name="connsiteX3" fmla="*/ 232548 w 236066"/>
                <a:gd name="connsiteY3" fmla="*/ 78165 h 427395"/>
                <a:gd name="connsiteX4" fmla="*/ 190744 w 236066"/>
                <a:gd name="connsiteY4" fmla="*/ 198999 h 427395"/>
                <a:gd name="connsiteX5" fmla="*/ 211117 w 236066"/>
                <a:gd name="connsiteY5" fmla="*/ 352009 h 427395"/>
                <a:gd name="connsiteX6" fmla="*/ 125336 w 236066"/>
                <a:gd name="connsiteY6" fmla="*/ 427358 h 427395"/>
                <a:gd name="connsiteX7" fmla="*/ 21410 w 236066"/>
                <a:gd name="connsiteY7" fmla="*/ 344071 h 427395"/>
                <a:gd name="connsiteX8" fmla="*/ 396 w 236066"/>
                <a:gd name="connsiteY8" fmla="*/ 218049 h 427395"/>
                <a:gd name="connsiteX0" fmla="*/ 396 w 236066"/>
                <a:gd name="connsiteY0" fmla="*/ 218049 h 427395"/>
                <a:gd name="connsiteX1" fmla="*/ 34111 w 236066"/>
                <a:gd name="connsiteY1" fmla="*/ 74196 h 427395"/>
                <a:gd name="connsiteX2" fmla="*/ 137242 w 236066"/>
                <a:gd name="connsiteY2" fmla="*/ 8 h 427395"/>
                <a:gd name="connsiteX3" fmla="*/ 232548 w 236066"/>
                <a:gd name="connsiteY3" fmla="*/ 78165 h 427395"/>
                <a:gd name="connsiteX4" fmla="*/ 190744 w 236066"/>
                <a:gd name="connsiteY4" fmla="*/ 198999 h 427395"/>
                <a:gd name="connsiteX5" fmla="*/ 211117 w 236066"/>
                <a:gd name="connsiteY5" fmla="*/ 352009 h 427395"/>
                <a:gd name="connsiteX6" fmla="*/ 125336 w 236066"/>
                <a:gd name="connsiteY6" fmla="*/ 427358 h 427395"/>
                <a:gd name="connsiteX7" fmla="*/ 21410 w 236066"/>
                <a:gd name="connsiteY7" fmla="*/ 344071 h 427395"/>
                <a:gd name="connsiteX8" fmla="*/ 396 w 236066"/>
                <a:gd name="connsiteY8" fmla="*/ 218049 h 427395"/>
                <a:gd name="connsiteX0" fmla="*/ 396 w 236066"/>
                <a:gd name="connsiteY0" fmla="*/ 218049 h 427395"/>
                <a:gd name="connsiteX1" fmla="*/ 34111 w 236066"/>
                <a:gd name="connsiteY1" fmla="*/ 74196 h 427395"/>
                <a:gd name="connsiteX2" fmla="*/ 137242 w 236066"/>
                <a:gd name="connsiteY2" fmla="*/ 8 h 427395"/>
                <a:gd name="connsiteX3" fmla="*/ 232548 w 236066"/>
                <a:gd name="connsiteY3" fmla="*/ 78165 h 427395"/>
                <a:gd name="connsiteX4" fmla="*/ 190744 w 236066"/>
                <a:gd name="connsiteY4" fmla="*/ 198999 h 427395"/>
                <a:gd name="connsiteX5" fmla="*/ 211117 w 236066"/>
                <a:gd name="connsiteY5" fmla="*/ 352009 h 427395"/>
                <a:gd name="connsiteX6" fmla="*/ 125336 w 236066"/>
                <a:gd name="connsiteY6" fmla="*/ 427358 h 427395"/>
                <a:gd name="connsiteX7" fmla="*/ 21410 w 236066"/>
                <a:gd name="connsiteY7" fmla="*/ 344071 h 427395"/>
                <a:gd name="connsiteX8" fmla="*/ 396 w 236066"/>
                <a:gd name="connsiteY8" fmla="*/ 218049 h 427395"/>
                <a:gd name="connsiteX0" fmla="*/ 396 w 236066"/>
                <a:gd name="connsiteY0" fmla="*/ 218049 h 427395"/>
                <a:gd name="connsiteX1" fmla="*/ 34111 w 236066"/>
                <a:gd name="connsiteY1" fmla="*/ 74196 h 427395"/>
                <a:gd name="connsiteX2" fmla="*/ 137242 w 236066"/>
                <a:gd name="connsiteY2" fmla="*/ 8 h 427395"/>
                <a:gd name="connsiteX3" fmla="*/ 232548 w 236066"/>
                <a:gd name="connsiteY3" fmla="*/ 78165 h 427395"/>
                <a:gd name="connsiteX4" fmla="*/ 190744 w 236066"/>
                <a:gd name="connsiteY4" fmla="*/ 198999 h 427395"/>
                <a:gd name="connsiteX5" fmla="*/ 211117 w 236066"/>
                <a:gd name="connsiteY5" fmla="*/ 352009 h 427395"/>
                <a:gd name="connsiteX6" fmla="*/ 125336 w 236066"/>
                <a:gd name="connsiteY6" fmla="*/ 427358 h 427395"/>
                <a:gd name="connsiteX7" fmla="*/ 21410 w 236066"/>
                <a:gd name="connsiteY7" fmla="*/ 344071 h 427395"/>
                <a:gd name="connsiteX8" fmla="*/ 396 w 236066"/>
                <a:gd name="connsiteY8" fmla="*/ 218049 h 427395"/>
                <a:gd name="connsiteX0" fmla="*/ 396 w 238319"/>
                <a:gd name="connsiteY0" fmla="*/ 218479 h 427825"/>
                <a:gd name="connsiteX1" fmla="*/ 34111 w 238319"/>
                <a:gd name="connsiteY1" fmla="*/ 74626 h 427825"/>
                <a:gd name="connsiteX2" fmla="*/ 137242 w 238319"/>
                <a:gd name="connsiteY2" fmla="*/ 438 h 427825"/>
                <a:gd name="connsiteX3" fmla="*/ 234929 w 238319"/>
                <a:gd name="connsiteY3" fmla="*/ 64307 h 427825"/>
                <a:gd name="connsiteX4" fmla="*/ 190744 w 238319"/>
                <a:gd name="connsiteY4" fmla="*/ 199429 h 427825"/>
                <a:gd name="connsiteX5" fmla="*/ 211117 w 238319"/>
                <a:gd name="connsiteY5" fmla="*/ 352439 h 427825"/>
                <a:gd name="connsiteX6" fmla="*/ 125336 w 238319"/>
                <a:gd name="connsiteY6" fmla="*/ 427788 h 427825"/>
                <a:gd name="connsiteX7" fmla="*/ 21410 w 238319"/>
                <a:gd name="connsiteY7" fmla="*/ 344501 h 427825"/>
                <a:gd name="connsiteX8" fmla="*/ 396 w 238319"/>
                <a:gd name="connsiteY8" fmla="*/ 218479 h 427825"/>
                <a:gd name="connsiteX0" fmla="*/ 396 w 235818"/>
                <a:gd name="connsiteY0" fmla="*/ 218479 h 427825"/>
                <a:gd name="connsiteX1" fmla="*/ 34111 w 235818"/>
                <a:gd name="connsiteY1" fmla="*/ 74626 h 427825"/>
                <a:gd name="connsiteX2" fmla="*/ 137242 w 235818"/>
                <a:gd name="connsiteY2" fmla="*/ 438 h 427825"/>
                <a:gd name="connsiteX3" fmla="*/ 234929 w 235818"/>
                <a:gd name="connsiteY3" fmla="*/ 64307 h 427825"/>
                <a:gd name="connsiteX4" fmla="*/ 190744 w 235818"/>
                <a:gd name="connsiteY4" fmla="*/ 199429 h 427825"/>
                <a:gd name="connsiteX5" fmla="*/ 211117 w 235818"/>
                <a:gd name="connsiteY5" fmla="*/ 352439 h 427825"/>
                <a:gd name="connsiteX6" fmla="*/ 125336 w 235818"/>
                <a:gd name="connsiteY6" fmla="*/ 427788 h 427825"/>
                <a:gd name="connsiteX7" fmla="*/ 21410 w 235818"/>
                <a:gd name="connsiteY7" fmla="*/ 344501 h 427825"/>
                <a:gd name="connsiteX8" fmla="*/ 396 w 235818"/>
                <a:gd name="connsiteY8" fmla="*/ 218479 h 427825"/>
                <a:gd name="connsiteX0" fmla="*/ 396 w 235818"/>
                <a:gd name="connsiteY0" fmla="*/ 218234 h 427580"/>
                <a:gd name="connsiteX1" fmla="*/ 34111 w 235818"/>
                <a:gd name="connsiteY1" fmla="*/ 74381 h 427580"/>
                <a:gd name="connsiteX2" fmla="*/ 137242 w 235818"/>
                <a:gd name="connsiteY2" fmla="*/ 193 h 427580"/>
                <a:gd name="connsiteX3" fmla="*/ 234929 w 235818"/>
                <a:gd name="connsiteY3" fmla="*/ 64062 h 427580"/>
                <a:gd name="connsiteX4" fmla="*/ 190744 w 235818"/>
                <a:gd name="connsiteY4" fmla="*/ 199184 h 427580"/>
                <a:gd name="connsiteX5" fmla="*/ 211117 w 235818"/>
                <a:gd name="connsiteY5" fmla="*/ 352194 h 427580"/>
                <a:gd name="connsiteX6" fmla="*/ 125336 w 235818"/>
                <a:gd name="connsiteY6" fmla="*/ 427543 h 427580"/>
                <a:gd name="connsiteX7" fmla="*/ 21410 w 235818"/>
                <a:gd name="connsiteY7" fmla="*/ 344256 h 427580"/>
                <a:gd name="connsiteX8" fmla="*/ 396 w 235818"/>
                <a:gd name="connsiteY8" fmla="*/ 218234 h 427580"/>
                <a:gd name="connsiteX0" fmla="*/ 396 w 235818"/>
                <a:gd name="connsiteY0" fmla="*/ 218234 h 427580"/>
                <a:gd name="connsiteX1" fmla="*/ 34111 w 235818"/>
                <a:gd name="connsiteY1" fmla="*/ 74381 h 427580"/>
                <a:gd name="connsiteX2" fmla="*/ 137242 w 235818"/>
                <a:gd name="connsiteY2" fmla="*/ 193 h 427580"/>
                <a:gd name="connsiteX3" fmla="*/ 234929 w 235818"/>
                <a:gd name="connsiteY3" fmla="*/ 64062 h 427580"/>
                <a:gd name="connsiteX4" fmla="*/ 190744 w 235818"/>
                <a:gd name="connsiteY4" fmla="*/ 199184 h 427580"/>
                <a:gd name="connsiteX5" fmla="*/ 211117 w 235818"/>
                <a:gd name="connsiteY5" fmla="*/ 352194 h 427580"/>
                <a:gd name="connsiteX6" fmla="*/ 125336 w 235818"/>
                <a:gd name="connsiteY6" fmla="*/ 427543 h 427580"/>
                <a:gd name="connsiteX7" fmla="*/ 21410 w 235818"/>
                <a:gd name="connsiteY7" fmla="*/ 344256 h 427580"/>
                <a:gd name="connsiteX8" fmla="*/ 396 w 235818"/>
                <a:gd name="connsiteY8" fmla="*/ 218234 h 42758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8" h="427590">
                  <a:moveTo>
                    <a:pt x="396" y="218234"/>
                  </a:moveTo>
                  <a:cubicBezTo>
                    <a:pt x="2513" y="156587"/>
                    <a:pt x="15140" y="107281"/>
                    <a:pt x="34111" y="74381"/>
                  </a:cubicBezTo>
                  <a:cubicBezTo>
                    <a:pt x="53082" y="41481"/>
                    <a:pt x="103772" y="1913"/>
                    <a:pt x="137242" y="193"/>
                  </a:cubicBezTo>
                  <a:cubicBezTo>
                    <a:pt x="170712" y="-1527"/>
                    <a:pt x="227335" y="7350"/>
                    <a:pt x="234929" y="64062"/>
                  </a:cubicBezTo>
                  <a:cubicBezTo>
                    <a:pt x="242523" y="120774"/>
                    <a:pt x="199211" y="164259"/>
                    <a:pt x="190744" y="199184"/>
                  </a:cubicBezTo>
                  <a:cubicBezTo>
                    <a:pt x="182277" y="234109"/>
                    <a:pt x="223209" y="301832"/>
                    <a:pt x="211117" y="352194"/>
                  </a:cubicBezTo>
                  <a:cubicBezTo>
                    <a:pt x="199025" y="402556"/>
                    <a:pt x="156954" y="428866"/>
                    <a:pt x="125336" y="427543"/>
                  </a:cubicBezTo>
                  <a:cubicBezTo>
                    <a:pt x="93718" y="426220"/>
                    <a:pt x="38264" y="380331"/>
                    <a:pt x="21410" y="344256"/>
                  </a:cubicBezTo>
                  <a:cubicBezTo>
                    <a:pt x="4556" y="308181"/>
                    <a:pt x="-1721" y="279881"/>
                    <a:pt x="396" y="218234"/>
                  </a:cubicBezTo>
                  <a:close/>
                </a:path>
              </a:pathLst>
            </a:custGeom>
            <a:solidFill>
              <a:srgbClr val="7030A0">
                <a:alpha val="46000"/>
              </a:srgbClr>
            </a:solid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56D4CE76-85E4-4225-A15B-19470A817D67}"/>
                </a:ext>
              </a:extLst>
            </p:cNvPr>
            <p:cNvSpPr/>
            <p:nvPr/>
          </p:nvSpPr>
          <p:spPr>
            <a:xfrm>
              <a:off x="4315249" y="2767939"/>
              <a:ext cx="201799" cy="388451"/>
            </a:xfrm>
            <a:custGeom>
              <a:avLst/>
              <a:gdLst>
                <a:gd name="connsiteX0" fmla="*/ 0 w 202253"/>
                <a:gd name="connsiteY0" fmla="*/ 216453 h 432905"/>
                <a:gd name="connsiteX1" fmla="*/ 101127 w 202253"/>
                <a:gd name="connsiteY1" fmla="*/ 0 h 432905"/>
                <a:gd name="connsiteX2" fmla="*/ 202254 w 202253"/>
                <a:gd name="connsiteY2" fmla="*/ 216453 h 432905"/>
                <a:gd name="connsiteX3" fmla="*/ 101127 w 202253"/>
                <a:gd name="connsiteY3" fmla="*/ 432906 h 432905"/>
                <a:gd name="connsiteX4" fmla="*/ 0 w 202253"/>
                <a:gd name="connsiteY4" fmla="*/ 216453 h 432905"/>
                <a:gd name="connsiteX0" fmla="*/ 0 w 161773"/>
                <a:gd name="connsiteY0" fmla="*/ 216453 h 432906"/>
                <a:gd name="connsiteX1" fmla="*/ 60646 w 161773"/>
                <a:gd name="connsiteY1" fmla="*/ 0 h 432906"/>
                <a:gd name="connsiteX2" fmla="*/ 161773 w 161773"/>
                <a:gd name="connsiteY2" fmla="*/ 216453 h 432906"/>
                <a:gd name="connsiteX3" fmla="*/ 60646 w 161773"/>
                <a:gd name="connsiteY3" fmla="*/ 432906 h 432906"/>
                <a:gd name="connsiteX4" fmla="*/ 0 w 161773"/>
                <a:gd name="connsiteY4" fmla="*/ 216453 h 432906"/>
                <a:gd name="connsiteX0" fmla="*/ 2602 w 164375"/>
                <a:gd name="connsiteY0" fmla="*/ 216453 h 432906"/>
                <a:gd name="connsiteX1" fmla="*/ 63248 w 164375"/>
                <a:gd name="connsiteY1" fmla="*/ 0 h 432906"/>
                <a:gd name="connsiteX2" fmla="*/ 164375 w 164375"/>
                <a:gd name="connsiteY2" fmla="*/ 216453 h 432906"/>
                <a:gd name="connsiteX3" fmla="*/ 63248 w 164375"/>
                <a:gd name="connsiteY3" fmla="*/ 432906 h 432906"/>
                <a:gd name="connsiteX4" fmla="*/ 2602 w 164375"/>
                <a:gd name="connsiteY4" fmla="*/ 216453 h 432906"/>
                <a:gd name="connsiteX0" fmla="*/ 2602 w 164375"/>
                <a:gd name="connsiteY0" fmla="*/ 216453 h 432906"/>
                <a:gd name="connsiteX1" fmla="*/ 63248 w 164375"/>
                <a:gd name="connsiteY1" fmla="*/ 0 h 432906"/>
                <a:gd name="connsiteX2" fmla="*/ 164375 w 164375"/>
                <a:gd name="connsiteY2" fmla="*/ 216453 h 432906"/>
                <a:gd name="connsiteX3" fmla="*/ 63248 w 164375"/>
                <a:gd name="connsiteY3" fmla="*/ 432906 h 432906"/>
                <a:gd name="connsiteX4" fmla="*/ 2602 w 164375"/>
                <a:gd name="connsiteY4" fmla="*/ 216453 h 432906"/>
                <a:gd name="connsiteX0" fmla="*/ 2602 w 164375"/>
                <a:gd name="connsiteY0" fmla="*/ 216453 h 432906"/>
                <a:gd name="connsiteX1" fmla="*/ 63248 w 164375"/>
                <a:gd name="connsiteY1" fmla="*/ 0 h 432906"/>
                <a:gd name="connsiteX2" fmla="*/ 164375 w 164375"/>
                <a:gd name="connsiteY2" fmla="*/ 216453 h 432906"/>
                <a:gd name="connsiteX3" fmla="*/ 63248 w 164375"/>
                <a:gd name="connsiteY3" fmla="*/ 432906 h 432906"/>
                <a:gd name="connsiteX4" fmla="*/ 2602 w 164375"/>
                <a:gd name="connsiteY4" fmla="*/ 216453 h 432906"/>
                <a:gd name="connsiteX0" fmla="*/ 2518 w 166672"/>
                <a:gd name="connsiteY0" fmla="*/ 204565 h 432953"/>
                <a:gd name="connsiteX1" fmla="*/ 65545 w 166672"/>
                <a:gd name="connsiteY1" fmla="*/ 18 h 432953"/>
                <a:gd name="connsiteX2" fmla="*/ 166672 w 166672"/>
                <a:gd name="connsiteY2" fmla="*/ 216471 h 432953"/>
                <a:gd name="connsiteX3" fmla="*/ 65545 w 166672"/>
                <a:gd name="connsiteY3" fmla="*/ 432924 h 432953"/>
                <a:gd name="connsiteX4" fmla="*/ 2518 w 166672"/>
                <a:gd name="connsiteY4" fmla="*/ 204565 h 432953"/>
                <a:gd name="connsiteX0" fmla="*/ 9937 w 174091"/>
                <a:gd name="connsiteY0" fmla="*/ 204565 h 439495"/>
                <a:gd name="connsiteX1" fmla="*/ 72964 w 174091"/>
                <a:gd name="connsiteY1" fmla="*/ 18 h 439495"/>
                <a:gd name="connsiteX2" fmla="*/ 174091 w 174091"/>
                <a:gd name="connsiteY2" fmla="*/ 216471 h 439495"/>
                <a:gd name="connsiteX3" fmla="*/ 72964 w 174091"/>
                <a:gd name="connsiteY3" fmla="*/ 432924 h 439495"/>
                <a:gd name="connsiteX4" fmla="*/ 5036 w 174091"/>
                <a:gd name="connsiteY4" fmla="*/ 367462 h 439495"/>
                <a:gd name="connsiteX5" fmla="*/ 9937 w 174091"/>
                <a:gd name="connsiteY5" fmla="*/ 204565 h 439495"/>
                <a:gd name="connsiteX0" fmla="*/ 9937 w 174091"/>
                <a:gd name="connsiteY0" fmla="*/ 204565 h 426712"/>
                <a:gd name="connsiteX1" fmla="*/ 72964 w 174091"/>
                <a:gd name="connsiteY1" fmla="*/ 18 h 426712"/>
                <a:gd name="connsiteX2" fmla="*/ 174091 w 174091"/>
                <a:gd name="connsiteY2" fmla="*/ 216471 h 426712"/>
                <a:gd name="connsiteX3" fmla="*/ 127733 w 174091"/>
                <a:gd name="connsiteY3" fmla="*/ 418636 h 426712"/>
                <a:gd name="connsiteX4" fmla="*/ 5036 w 174091"/>
                <a:gd name="connsiteY4" fmla="*/ 367462 h 426712"/>
                <a:gd name="connsiteX5" fmla="*/ 9937 w 174091"/>
                <a:gd name="connsiteY5" fmla="*/ 204565 h 426712"/>
                <a:gd name="connsiteX0" fmla="*/ 9937 w 174091"/>
                <a:gd name="connsiteY0" fmla="*/ 204565 h 423887"/>
                <a:gd name="connsiteX1" fmla="*/ 72964 w 174091"/>
                <a:gd name="connsiteY1" fmla="*/ 18 h 423887"/>
                <a:gd name="connsiteX2" fmla="*/ 174091 w 174091"/>
                <a:gd name="connsiteY2" fmla="*/ 216471 h 423887"/>
                <a:gd name="connsiteX3" fmla="*/ 127733 w 174091"/>
                <a:gd name="connsiteY3" fmla="*/ 418636 h 423887"/>
                <a:gd name="connsiteX4" fmla="*/ 5036 w 174091"/>
                <a:gd name="connsiteY4" fmla="*/ 367462 h 423887"/>
                <a:gd name="connsiteX5" fmla="*/ 9937 w 174091"/>
                <a:gd name="connsiteY5" fmla="*/ 204565 h 423887"/>
                <a:gd name="connsiteX0" fmla="*/ 9937 w 174091"/>
                <a:gd name="connsiteY0" fmla="*/ 204565 h 439369"/>
                <a:gd name="connsiteX1" fmla="*/ 72964 w 174091"/>
                <a:gd name="connsiteY1" fmla="*/ 18 h 439369"/>
                <a:gd name="connsiteX2" fmla="*/ 174091 w 174091"/>
                <a:gd name="connsiteY2" fmla="*/ 216471 h 439369"/>
                <a:gd name="connsiteX3" fmla="*/ 127733 w 174091"/>
                <a:gd name="connsiteY3" fmla="*/ 418636 h 439369"/>
                <a:gd name="connsiteX4" fmla="*/ 43137 w 174091"/>
                <a:gd name="connsiteY4" fmla="*/ 426994 h 439369"/>
                <a:gd name="connsiteX5" fmla="*/ 5036 w 174091"/>
                <a:gd name="connsiteY5" fmla="*/ 367462 h 439369"/>
                <a:gd name="connsiteX6" fmla="*/ 9937 w 174091"/>
                <a:gd name="connsiteY6" fmla="*/ 204565 h 439369"/>
                <a:gd name="connsiteX0" fmla="*/ 11731 w 175885"/>
                <a:gd name="connsiteY0" fmla="*/ 204565 h 439369"/>
                <a:gd name="connsiteX1" fmla="*/ 74758 w 175885"/>
                <a:gd name="connsiteY1" fmla="*/ 18 h 439369"/>
                <a:gd name="connsiteX2" fmla="*/ 175885 w 175885"/>
                <a:gd name="connsiteY2" fmla="*/ 216471 h 439369"/>
                <a:gd name="connsiteX3" fmla="*/ 129527 w 175885"/>
                <a:gd name="connsiteY3" fmla="*/ 418636 h 439369"/>
                <a:gd name="connsiteX4" fmla="*/ 44931 w 175885"/>
                <a:gd name="connsiteY4" fmla="*/ 426994 h 439369"/>
                <a:gd name="connsiteX5" fmla="*/ 4449 w 175885"/>
                <a:gd name="connsiteY5" fmla="*/ 350793 h 439369"/>
                <a:gd name="connsiteX6" fmla="*/ 11731 w 175885"/>
                <a:gd name="connsiteY6" fmla="*/ 204565 h 439369"/>
                <a:gd name="connsiteX0" fmla="*/ 13638 w 175411"/>
                <a:gd name="connsiteY0" fmla="*/ 221221 h 439356"/>
                <a:gd name="connsiteX1" fmla="*/ 74284 w 175411"/>
                <a:gd name="connsiteY1" fmla="*/ 5 h 439356"/>
                <a:gd name="connsiteX2" fmla="*/ 175411 w 175411"/>
                <a:gd name="connsiteY2" fmla="*/ 216458 h 439356"/>
                <a:gd name="connsiteX3" fmla="*/ 129053 w 175411"/>
                <a:gd name="connsiteY3" fmla="*/ 418623 h 439356"/>
                <a:gd name="connsiteX4" fmla="*/ 44457 w 175411"/>
                <a:gd name="connsiteY4" fmla="*/ 426981 h 439356"/>
                <a:gd name="connsiteX5" fmla="*/ 3975 w 175411"/>
                <a:gd name="connsiteY5" fmla="*/ 350780 h 439356"/>
                <a:gd name="connsiteX6" fmla="*/ 13638 w 175411"/>
                <a:gd name="connsiteY6" fmla="*/ 221221 h 439356"/>
                <a:gd name="connsiteX0" fmla="*/ 13638 w 175411"/>
                <a:gd name="connsiteY0" fmla="*/ 226218 h 444353"/>
                <a:gd name="connsiteX1" fmla="*/ 20645 w 175411"/>
                <a:gd name="connsiteY1" fmla="*/ 81933 h 444353"/>
                <a:gd name="connsiteX2" fmla="*/ 74284 w 175411"/>
                <a:gd name="connsiteY2" fmla="*/ 5002 h 444353"/>
                <a:gd name="connsiteX3" fmla="*/ 175411 w 175411"/>
                <a:gd name="connsiteY3" fmla="*/ 221455 h 444353"/>
                <a:gd name="connsiteX4" fmla="*/ 129053 w 175411"/>
                <a:gd name="connsiteY4" fmla="*/ 423620 h 444353"/>
                <a:gd name="connsiteX5" fmla="*/ 44457 w 175411"/>
                <a:gd name="connsiteY5" fmla="*/ 431978 h 444353"/>
                <a:gd name="connsiteX6" fmla="*/ 3975 w 175411"/>
                <a:gd name="connsiteY6" fmla="*/ 355777 h 444353"/>
                <a:gd name="connsiteX7" fmla="*/ 13638 w 175411"/>
                <a:gd name="connsiteY7" fmla="*/ 226218 h 444353"/>
                <a:gd name="connsiteX0" fmla="*/ 13638 w 175411"/>
                <a:gd name="connsiteY0" fmla="*/ 206482 h 424617"/>
                <a:gd name="connsiteX1" fmla="*/ 20645 w 175411"/>
                <a:gd name="connsiteY1" fmla="*/ 62197 h 424617"/>
                <a:gd name="connsiteX2" fmla="*/ 107622 w 175411"/>
                <a:gd name="connsiteY2" fmla="*/ 6698 h 424617"/>
                <a:gd name="connsiteX3" fmla="*/ 175411 w 175411"/>
                <a:gd name="connsiteY3" fmla="*/ 201719 h 424617"/>
                <a:gd name="connsiteX4" fmla="*/ 129053 w 175411"/>
                <a:gd name="connsiteY4" fmla="*/ 403884 h 424617"/>
                <a:gd name="connsiteX5" fmla="*/ 44457 w 175411"/>
                <a:gd name="connsiteY5" fmla="*/ 412242 h 424617"/>
                <a:gd name="connsiteX6" fmla="*/ 3975 w 175411"/>
                <a:gd name="connsiteY6" fmla="*/ 336041 h 424617"/>
                <a:gd name="connsiteX7" fmla="*/ 13638 w 175411"/>
                <a:gd name="connsiteY7" fmla="*/ 206482 h 424617"/>
                <a:gd name="connsiteX0" fmla="*/ 13638 w 175411"/>
                <a:gd name="connsiteY0" fmla="*/ 204692 h 422827"/>
                <a:gd name="connsiteX1" fmla="*/ 20645 w 175411"/>
                <a:gd name="connsiteY1" fmla="*/ 60407 h 422827"/>
                <a:gd name="connsiteX2" fmla="*/ 107622 w 175411"/>
                <a:gd name="connsiteY2" fmla="*/ 4908 h 422827"/>
                <a:gd name="connsiteX3" fmla="*/ 175411 w 175411"/>
                <a:gd name="connsiteY3" fmla="*/ 199929 h 422827"/>
                <a:gd name="connsiteX4" fmla="*/ 129053 w 175411"/>
                <a:gd name="connsiteY4" fmla="*/ 402094 h 422827"/>
                <a:gd name="connsiteX5" fmla="*/ 44457 w 175411"/>
                <a:gd name="connsiteY5" fmla="*/ 410452 h 422827"/>
                <a:gd name="connsiteX6" fmla="*/ 3975 w 175411"/>
                <a:gd name="connsiteY6" fmla="*/ 334251 h 422827"/>
                <a:gd name="connsiteX7" fmla="*/ 13638 w 175411"/>
                <a:gd name="connsiteY7" fmla="*/ 204692 h 422827"/>
                <a:gd name="connsiteX0" fmla="*/ 13638 w 175411"/>
                <a:gd name="connsiteY0" fmla="*/ 211272 h 429407"/>
                <a:gd name="connsiteX1" fmla="*/ 20645 w 175411"/>
                <a:gd name="connsiteY1" fmla="*/ 66987 h 429407"/>
                <a:gd name="connsiteX2" fmla="*/ 110003 w 175411"/>
                <a:gd name="connsiteY2" fmla="*/ 4344 h 429407"/>
                <a:gd name="connsiteX3" fmla="*/ 175411 w 175411"/>
                <a:gd name="connsiteY3" fmla="*/ 206509 h 429407"/>
                <a:gd name="connsiteX4" fmla="*/ 129053 w 175411"/>
                <a:gd name="connsiteY4" fmla="*/ 408674 h 429407"/>
                <a:gd name="connsiteX5" fmla="*/ 44457 w 175411"/>
                <a:gd name="connsiteY5" fmla="*/ 417032 h 429407"/>
                <a:gd name="connsiteX6" fmla="*/ 3975 w 175411"/>
                <a:gd name="connsiteY6" fmla="*/ 340831 h 429407"/>
                <a:gd name="connsiteX7" fmla="*/ 13638 w 175411"/>
                <a:gd name="connsiteY7" fmla="*/ 211272 h 429407"/>
                <a:gd name="connsiteX0" fmla="*/ 13638 w 191046"/>
                <a:gd name="connsiteY0" fmla="*/ 208398 h 426533"/>
                <a:gd name="connsiteX1" fmla="*/ 20645 w 191046"/>
                <a:gd name="connsiteY1" fmla="*/ 64113 h 426533"/>
                <a:gd name="connsiteX2" fmla="*/ 110003 w 191046"/>
                <a:gd name="connsiteY2" fmla="*/ 1470 h 426533"/>
                <a:gd name="connsiteX3" fmla="*/ 187332 w 191046"/>
                <a:gd name="connsiteY3" fmla="*/ 118883 h 426533"/>
                <a:gd name="connsiteX4" fmla="*/ 175411 w 191046"/>
                <a:gd name="connsiteY4" fmla="*/ 203635 h 426533"/>
                <a:gd name="connsiteX5" fmla="*/ 129053 w 191046"/>
                <a:gd name="connsiteY5" fmla="*/ 405800 h 426533"/>
                <a:gd name="connsiteX6" fmla="*/ 44457 w 191046"/>
                <a:gd name="connsiteY6" fmla="*/ 414158 h 426533"/>
                <a:gd name="connsiteX7" fmla="*/ 3975 w 191046"/>
                <a:gd name="connsiteY7" fmla="*/ 337957 h 426533"/>
                <a:gd name="connsiteX8" fmla="*/ 13638 w 191046"/>
                <a:gd name="connsiteY8" fmla="*/ 208398 h 426533"/>
                <a:gd name="connsiteX0" fmla="*/ 13638 w 199907"/>
                <a:gd name="connsiteY0" fmla="*/ 208398 h 426047"/>
                <a:gd name="connsiteX1" fmla="*/ 20645 w 199907"/>
                <a:gd name="connsiteY1" fmla="*/ 64113 h 426047"/>
                <a:gd name="connsiteX2" fmla="*/ 110003 w 199907"/>
                <a:gd name="connsiteY2" fmla="*/ 1470 h 426047"/>
                <a:gd name="connsiteX3" fmla="*/ 187332 w 199907"/>
                <a:gd name="connsiteY3" fmla="*/ 118883 h 426047"/>
                <a:gd name="connsiteX4" fmla="*/ 196842 w 199907"/>
                <a:gd name="connsiteY4" fmla="*/ 210779 h 426047"/>
                <a:gd name="connsiteX5" fmla="*/ 129053 w 199907"/>
                <a:gd name="connsiteY5" fmla="*/ 405800 h 426047"/>
                <a:gd name="connsiteX6" fmla="*/ 44457 w 199907"/>
                <a:gd name="connsiteY6" fmla="*/ 414158 h 426047"/>
                <a:gd name="connsiteX7" fmla="*/ 3975 w 199907"/>
                <a:gd name="connsiteY7" fmla="*/ 337957 h 426047"/>
                <a:gd name="connsiteX8" fmla="*/ 13638 w 199907"/>
                <a:gd name="connsiteY8" fmla="*/ 208398 h 426047"/>
                <a:gd name="connsiteX0" fmla="*/ 13638 w 198078"/>
                <a:gd name="connsiteY0" fmla="*/ 208398 h 419588"/>
                <a:gd name="connsiteX1" fmla="*/ 20645 w 198078"/>
                <a:gd name="connsiteY1" fmla="*/ 64113 h 419588"/>
                <a:gd name="connsiteX2" fmla="*/ 110003 w 198078"/>
                <a:gd name="connsiteY2" fmla="*/ 1470 h 419588"/>
                <a:gd name="connsiteX3" fmla="*/ 187332 w 198078"/>
                <a:gd name="connsiteY3" fmla="*/ 118883 h 419588"/>
                <a:gd name="connsiteX4" fmla="*/ 196842 w 198078"/>
                <a:gd name="connsiteY4" fmla="*/ 210779 h 419588"/>
                <a:gd name="connsiteX5" fmla="*/ 182569 w 198078"/>
                <a:gd name="connsiteY5" fmla="*/ 316527 h 419588"/>
                <a:gd name="connsiteX6" fmla="*/ 129053 w 198078"/>
                <a:gd name="connsiteY6" fmla="*/ 405800 h 419588"/>
                <a:gd name="connsiteX7" fmla="*/ 44457 w 198078"/>
                <a:gd name="connsiteY7" fmla="*/ 414158 h 419588"/>
                <a:gd name="connsiteX8" fmla="*/ 3975 w 198078"/>
                <a:gd name="connsiteY8" fmla="*/ 337957 h 419588"/>
                <a:gd name="connsiteX9" fmla="*/ 13638 w 198078"/>
                <a:gd name="connsiteY9" fmla="*/ 208398 h 419588"/>
                <a:gd name="connsiteX0" fmla="*/ 13638 w 198078"/>
                <a:gd name="connsiteY0" fmla="*/ 207350 h 418540"/>
                <a:gd name="connsiteX1" fmla="*/ 20645 w 198078"/>
                <a:gd name="connsiteY1" fmla="*/ 63065 h 418540"/>
                <a:gd name="connsiteX2" fmla="*/ 110003 w 198078"/>
                <a:gd name="connsiteY2" fmla="*/ 422 h 418540"/>
                <a:gd name="connsiteX3" fmla="*/ 187332 w 198078"/>
                <a:gd name="connsiteY3" fmla="*/ 117835 h 418540"/>
                <a:gd name="connsiteX4" fmla="*/ 196842 w 198078"/>
                <a:gd name="connsiteY4" fmla="*/ 209731 h 418540"/>
                <a:gd name="connsiteX5" fmla="*/ 182569 w 198078"/>
                <a:gd name="connsiteY5" fmla="*/ 315479 h 418540"/>
                <a:gd name="connsiteX6" fmla="*/ 129053 w 198078"/>
                <a:gd name="connsiteY6" fmla="*/ 404752 h 418540"/>
                <a:gd name="connsiteX7" fmla="*/ 44457 w 198078"/>
                <a:gd name="connsiteY7" fmla="*/ 413110 h 418540"/>
                <a:gd name="connsiteX8" fmla="*/ 3975 w 198078"/>
                <a:gd name="connsiteY8" fmla="*/ 336909 h 418540"/>
                <a:gd name="connsiteX9" fmla="*/ 13638 w 198078"/>
                <a:gd name="connsiteY9" fmla="*/ 207350 h 418540"/>
                <a:gd name="connsiteX0" fmla="*/ 13638 w 198078"/>
                <a:gd name="connsiteY0" fmla="*/ 209703 h 420893"/>
                <a:gd name="connsiteX1" fmla="*/ 20645 w 198078"/>
                <a:gd name="connsiteY1" fmla="*/ 65418 h 420893"/>
                <a:gd name="connsiteX2" fmla="*/ 95715 w 198078"/>
                <a:gd name="connsiteY2" fmla="*/ 394 h 420893"/>
                <a:gd name="connsiteX3" fmla="*/ 187332 w 198078"/>
                <a:gd name="connsiteY3" fmla="*/ 120188 h 420893"/>
                <a:gd name="connsiteX4" fmla="*/ 196842 w 198078"/>
                <a:gd name="connsiteY4" fmla="*/ 212084 h 420893"/>
                <a:gd name="connsiteX5" fmla="*/ 182569 w 198078"/>
                <a:gd name="connsiteY5" fmla="*/ 317832 h 420893"/>
                <a:gd name="connsiteX6" fmla="*/ 129053 w 198078"/>
                <a:gd name="connsiteY6" fmla="*/ 407105 h 420893"/>
                <a:gd name="connsiteX7" fmla="*/ 44457 w 198078"/>
                <a:gd name="connsiteY7" fmla="*/ 415463 h 420893"/>
                <a:gd name="connsiteX8" fmla="*/ 3975 w 198078"/>
                <a:gd name="connsiteY8" fmla="*/ 339262 h 420893"/>
                <a:gd name="connsiteX9" fmla="*/ 13638 w 198078"/>
                <a:gd name="connsiteY9" fmla="*/ 209703 h 420893"/>
                <a:gd name="connsiteX0" fmla="*/ 26340 w 196492"/>
                <a:gd name="connsiteY0" fmla="*/ 185890 h 420893"/>
                <a:gd name="connsiteX1" fmla="*/ 19059 w 196492"/>
                <a:gd name="connsiteY1" fmla="*/ 65418 h 420893"/>
                <a:gd name="connsiteX2" fmla="*/ 94129 w 196492"/>
                <a:gd name="connsiteY2" fmla="*/ 394 h 420893"/>
                <a:gd name="connsiteX3" fmla="*/ 185746 w 196492"/>
                <a:gd name="connsiteY3" fmla="*/ 120188 h 420893"/>
                <a:gd name="connsiteX4" fmla="*/ 195256 w 196492"/>
                <a:gd name="connsiteY4" fmla="*/ 212084 h 420893"/>
                <a:gd name="connsiteX5" fmla="*/ 180983 w 196492"/>
                <a:gd name="connsiteY5" fmla="*/ 317832 h 420893"/>
                <a:gd name="connsiteX6" fmla="*/ 127467 w 196492"/>
                <a:gd name="connsiteY6" fmla="*/ 407105 h 420893"/>
                <a:gd name="connsiteX7" fmla="*/ 42871 w 196492"/>
                <a:gd name="connsiteY7" fmla="*/ 415463 h 420893"/>
                <a:gd name="connsiteX8" fmla="*/ 2389 w 196492"/>
                <a:gd name="connsiteY8" fmla="*/ 339262 h 420893"/>
                <a:gd name="connsiteX9" fmla="*/ 26340 w 196492"/>
                <a:gd name="connsiteY9" fmla="*/ 185890 h 420893"/>
                <a:gd name="connsiteX0" fmla="*/ 28027 w 198179"/>
                <a:gd name="connsiteY0" fmla="*/ 185890 h 420893"/>
                <a:gd name="connsiteX1" fmla="*/ 20746 w 198179"/>
                <a:gd name="connsiteY1" fmla="*/ 65418 h 420893"/>
                <a:gd name="connsiteX2" fmla="*/ 95816 w 198179"/>
                <a:gd name="connsiteY2" fmla="*/ 394 h 420893"/>
                <a:gd name="connsiteX3" fmla="*/ 187433 w 198179"/>
                <a:gd name="connsiteY3" fmla="*/ 120188 h 420893"/>
                <a:gd name="connsiteX4" fmla="*/ 196943 w 198179"/>
                <a:gd name="connsiteY4" fmla="*/ 212084 h 420893"/>
                <a:gd name="connsiteX5" fmla="*/ 182670 w 198179"/>
                <a:gd name="connsiteY5" fmla="*/ 317832 h 420893"/>
                <a:gd name="connsiteX6" fmla="*/ 129154 w 198179"/>
                <a:gd name="connsiteY6" fmla="*/ 407105 h 420893"/>
                <a:gd name="connsiteX7" fmla="*/ 44558 w 198179"/>
                <a:gd name="connsiteY7" fmla="*/ 415463 h 420893"/>
                <a:gd name="connsiteX8" fmla="*/ 4076 w 198179"/>
                <a:gd name="connsiteY8" fmla="*/ 339262 h 420893"/>
                <a:gd name="connsiteX9" fmla="*/ 28027 w 198179"/>
                <a:gd name="connsiteY9" fmla="*/ 185890 h 420893"/>
                <a:gd name="connsiteX0" fmla="*/ 28027 w 198179"/>
                <a:gd name="connsiteY0" fmla="*/ 185890 h 420893"/>
                <a:gd name="connsiteX1" fmla="*/ 20746 w 198179"/>
                <a:gd name="connsiteY1" fmla="*/ 65418 h 420893"/>
                <a:gd name="connsiteX2" fmla="*/ 95816 w 198179"/>
                <a:gd name="connsiteY2" fmla="*/ 394 h 420893"/>
                <a:gd name="connsiteX3" fmla="*/ 187433 w 198179"/>
                <a:gd name="connsiteY3" fmla="*/ 120188 h 420893"/>
                <a:gd name="connsiteX4" fmla="*/ 196943 w 198179"/>
                <a:gd name="connsiteY4" fmla="*/ 212084 h 420893"/>
                <a:gd name="connsiteX5" fmla="*/ 182670 w 198179"/>
                <a:gd name="connsiteY5" fmla="*/ 317832 h 420893"/>
                <a:gd name="connsiteX6" fmla="*/ 129154 w 198179"/>
                <a:gd name="connsiteY6" fmla="*/ 407105 h 420893"/>
                <a:gd name="connsiteX7" fmla="*/ 44558 w 198179"/>
                <a:gd name="connsiteY7" fmla="*/ 415463 h 420893"/>
                <a:gd name="connsiteX8" fmla="*/ 4076 w 198179"/>
                <a:gd name="connsiteY8" fmla="*/ 339262 h 420893"/>
                <a:gd name="connsiteX9" fmla="*/ 28027 w 198179"/>
                <a:gd name="connsiteY9" fmla="*/ 185890 h 420893"/>
                <a:gd name="connsiteX0" fmla="*/ 28027 w 198179"/>
                <a:gd name="connsiteY0" fmla="*/ 171845 h 406848"/>
                <a:gd name="connsiteX1" fmla="*/ 20746 w 198179"/>
                <a:gd name="connsiteY1" fmla="*/ 51373 h 406848"/>
                <a:gd name="connsiteX2" fmla="*/ 100578 w 198179"/>
                <a:gd name="connsiteY2" fmla="*/ 637 h 406848"/>
                <a:gd name="connsiteX3" fmla="*/ 187433 w 198179"/>
                <a:gd name="connsiteY3" fmla="*/ 106143 h 406848"/>
                <a:gd name="connsiteX4" fmla="*/ 196943 w 198179"/>
                <a:gd name="connsiteY4" fmla="*/ 198039 h 406848"/>
                <a:gd name="connsiteX5" fmla="*/ 182670 w 198179"/>
                <a:gd name="connsiteY5" fmla="*/ 303787 h 406848"/>
                <a:gd name="connsiteX6" fmla="*/ 129154 w 198179"/>
                <a:gd name="connsiteY6" fmla="*/ 393060 h 406848"/>
                <a:gd name="connsiteX7" fmla="*/ 44558 w 198179"/>
                <a:gd name="connsiteY7" fmla="*/ 401418 h 406848"/>
                <a:gd name="connsiteX8" fmla="*/ 4076 w 198179"/>
                <a:gd name="connsiteY8" fmla="*/ 325217 h 406848"/>
                <a:gd name="connsiteX9" fmla="*/ 28027 w 198179"/>
                <a:gd name="connsiteY9" fmla="*/ 171845 h 406848"/>
                <a:gd name="connsiteX0" fmla="*/ 28027 w 198179"/>
                <a:gd name="connsiteY0" fmla="*/ 171845 h 399593"/>
                <a:gd name="connsiteX1" fmla="*/ 20746 w 198179"/>
                <a:gd name="connsiteY1" fmla="*/ 51373 h 399593"/>
                <a:gd name="connsiteX2" fmla="*/ 100578 w 198179"/>
                <a:gd name="connsiteY2" fmla="*/ 637 h 399593"/>
                <a:gd name="connsiteX3" fmla="*/ 187433 w 198179"/>
                <a:gd name="connsiteY3" fmla="*/ 106143 h 399593"/>
                <a:gd name="connsiteX4" fmla="*/ 196943 w 198179"/>
                <a:gd name="connsiteY4" fmla="*/ 198039 h 399593"/>
                <a:gd name="connsiteX5" fmla="*/ 182670 w 198179"/>
                <a:gd name="connsiteY5" fmla="*/ 303787 h 399593"/>
                <a:gd name="connsiteX6" fmla="*/ 129154 w 198179"/>
                <a:gd name="connsiteY6" fmla="*/ 393060 h 399593"/>
                <a:gd name="connsiteX7" fmla="*/ 46939 w 198179"/>
                <a:gd name="connsiteY7" fmla="*/ 387130 h 399593"/>
                <a:gd name="connsiteX8" fmla="*/ 4076 w 198179"/>
                <a:gd name="connsiteY8" fmla="*/ 325217 h 399593"/>
                <a:gd name="connsiteX9" fmla="*/ 28027 w 198179"/>
                <a:gd name="connsiteY9" fmla="*/ 171845 h 39959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207255"/>
                <a:gd name="connsiteY0" fmla="*/ 171845 h 393753"/>
                <a:gd name="connsiteX1" fmla="*/ 20746 w 207255"/>
                <a:gd name="connsiteY1" fmla="*/ 51373 h 393753"/>
                <a:gd name="connsiteX2" fmla="*/ 100578 w 207255"/>
                <a:gd name="connsiteY2" fmla="*/ 637 h 393753"/>
                <a:gd name="connsiteX3" fmla="*/ 187433 w 207255"/>
                <a:gd name="connsiteY3" fmla="*/ 106143 h 393753"/>
                <a:gd name="connsiteX4" fmla="*/ 206468 w 207255"/>
                <a:gd name="connsiteY4" fmla="*/ 200420 h 393753"/>
                <a:gd name="connsiteX5" fmla="*/ 182670 w 207255"/>
                <a:gd name="connsiteY5" fmla="*/ 303787 h 393753"/>
                <a:gd name="connsiteX6" fmla="*/ 133916 w 207255"/>
                <a:gd name="connsiteY6" fmla="*/ 383535 h 393753"/>
                <a:gd name="connsiteX7" fmla="*/ 46939 w 207255"/>
                <a:gd name="connsiteY7" fmla="*/ 387130 h 393753"/>
                <a:gd name="connsiteX8" fmla="*/ 4076 w 207255"/>
                <a:gd name="connsiteY8" fmla="*/ 325217 h 393753"/>
                <a:gd name="connsiteX9" fmla="*/ 28027 w 207255"/>
                <a:gd name="connsiteY9" fmla="*/ 171845 h 393753"/>
                <a:gd name="connsiteX0" fmla="*/ 28027 w 206514"/>
                <a:gd name="connsiteY0" fmla="*/ 171845 h 393753"/>
                <a:gd name="connsiteX1" fmla="*/ 20746 w 206514"/>
                <a:gd name="connsiteY1" fmla="*/ 51373 h 393753"/>
                <a:gd name="connsiteX2" fmla="*/ 100578 w 206514"/>
                <a:gd name="connsiteY2" fmla="*/ 637 h 393753"/>
                <a:gd name="connsiteX3" fmla="*/ 187433 w 206514"/>
                <a:gd name="connsiteY3" fmla="*/ 106143 h 393753"/>
                <a:gd name="connsiteX4" fmla="*/ 206468 w 206514"/>
                <a:gd name="connsiteY4" fmla="*/ 200420 h 393753"/>
                <a:gd name="connsiteX5" fmla="*/ 182670 w 206514"/>
                <a:gd name="connsiteY5" fmla="*/ 303787 h 393753"/>
                <a:gd name="connsiteX6" fmla="*/ 133916 w 206514"/>
                <a:gd name="connsiteY6" fmla="*/ 383535 h 393753"/>
                <a:gd name="connsiteX7" fmla="*/ 46939 w 206514"/>
                <a:gd name="connsiteY7" fmla="*/ 387130 h 393753"/>
                <a:gd name="connsiteX8" fmla="*/ 4076 w 206514"/>
                <a:gd name="connsiteY8" fmla="*/ 325217 h 393753"/>
                <a:gd name="connsiteX9" fmla="*/ 28027 w 206514"/>
                <a:gd name="connsiteY9" fmla="*/ 171845 h 393753"/>
                <a:gd name="connsiteX0" fmla="*/ 28027 w 206514"/>
                <a:gd name="connsiteY0" fmla="*/ 171845 h 393753"/>
                <a:gd name="connsiteX1" fmla="*/ 20746 w 206514"/>
                <a:gd name="connsiteY1" fmla="*/ 51373 h 393753"/>
                <a:gd name="connsiteX2" fmla="*/ 100578 w 206514"/>
                <a:gd name="connsiteY2" fmla="*/ 637 h 393753"/>
                <a:gd name="connsiteX3" fmla="*/ 187433 w 206514"/>
                <a:gd name="connsiteY3" fmla="*/ 106143 h 393753"/>
                <a:gd name="connsiteX4" fmla="*/ 206468 w 206514"/>
                <a:gd name="connsiteY4" fmla="*/ 200420 h 393753"/>
                <a:gd name="connsiteX5" fmla="*/ 182670 w 206514"/>
                <a:gd name="connsiteY5" fmla="*/ 303787 h 393753"/>
                <a:gd name="connsiteX6" fmla="*/ 133916 w 206514"/>
                <a:gd name="connsiteY6" fmla="*/ 383535 h 393753"/>
                <a:gd name="connsiteX7" fmla="*/ 46939 w 206514"/>
                <a:gd name="connsiteY7" fmla="*/ 387130 h 393753"/>
                <a:gd name="connsiteX8" fmla="*/ 4076 w 206514"/>
                <a:gd name="connsiteY8" fmla="*/ 325217 h 393753"/>
                <a:gd name="connsiteX9" fmla="*/ 28027 w 206514"/>
                <a:gd name="connsiteY9" fmla="*/ 171845 h 393753"/>
                <a:gd name="connsiteX0" fmla="*/ 28027 w 202012"/>
                <a:gd name="connsiteY0" fmla="*/ 171845 h 393753"/>
                <a:gd name="connsiteX1" fmla="*/ 20746 w 202012"/>
                <a:gd name="connsiteY1" fmla="*/ 51373 h 393753"/>
                <a:gd name="connsiteX2" fmla="*/ 100578 w 202012"/>
                <a:gd name="connsiteY2" fmla="*/ 637 h 393753"/>
                <a:gd name="connsiteX3" fmla="*/ 187433 w 202012"/>
                <a:gd name="connsiteY3" fmla="*/ 106143 h 393753"/>
                <a:gd name="connsiteX4" fmla="*/ 201705 w 202012"/>
                <a:gd name="connsiteY4" fmla="*/ 200420 h 393753"/>
                <a:gd name="connsiteX5" fmla="*/ 182670 w 202012"/>
                <a:gd name="connsiteY5" fmla="*/ 303787 h 393753"/>
                <a:gd name="connsiteX6" fmla="*/ 133916 w 202012"/>
                <a:gd name="connsiteY6" fmla="*/ 383535 h 393753"/>
                <a:gd name="connsiteX7" fmla="*/ 46939 w 202012"/>
                <a:gd name="connsiteY7" fmla="*/ 387130 h 393753"/>
                <a:gd name="connsiteX8" fmla="*/ 4076 w 202012"/>
                <a:gd name="connsiteY8" fmla="*/ 325217 h 393753"/>
                <a:gd name="connsiteX9" fmla="*/ 28027 w 202012"/>
                <a:gd name="connsiteY9" fmla="*/ 171845 h 393753"/>
                <a:gd name="connsiteX0" fmla="*/ 28027 w 208253"/>
                <a:gd name="connsiteY0" fmla="*/ 171845 h 393753"/>
                <a:gd name="connsiteX1" fmla="*/ 20746 w 208253"/>
                <a:gd name="connsiteY1" fmla="*/ 51373 h 393753"/>
                <a:gd name="connsiteX2" fmla="*/ 100578 w 208253"/>
                <a:gd name="connsiteY2" fmla="*/ 637 h 393753"/>
                <a:gd name="connsiteX3" fmla="*/ 199340 w 208253"/>
                <a:gd name="connsiteY3" fmla="*/ 77568 h 393753"/>
                <a:gd name="connsiteX4" fmla="*/ 201705 w 208253"/>
                <a:gd name="connsiteY4" fmla="*/ 200420 h 393753"/>
                <a:gd name="connsiteX5" fmla="*/ 182670 w 208253"/>
                <a:gd name="connsiteY5" fmla="*/ 303787 h 393753"/>
                <a:gd name="connsiteX6" fmla="*/ 133916 w 208253"/>
                <a:gd name="connsiteY6" fmla="*/ 383535 h 393753"/>
                <a:gd name="connsiteX7" fmla="*/ 46939 w 208253"/>
                <a:gd name="connsiteY7" fmla="*/ 387130 h 393753"/>
                <a:gd name="connsiteX8" fmla="*/ 4076 w 208253"/>
                <a:gd name="connsiteY8" fmla="*/ 325217 h 393753"/>
                <a:gd name="connsiteX9" fmla="*/ 28027 w 208253"/>
                <a:gd name="connsiteY9" fmla="*/ 171845 h 393753"/>
                <a:gd name="connsiteX0" fmla="*/ 28027 w 208253"/>
                <a:gd name="connsiteY0" fmla="*/ 171845 h 393753"/>
                <a:gd name="connsiteX1" fmla="*/ 20746 w 208253"/>
                <a:gd name="connsiteY1" fmla="*/ 51373 h 393753"/>
                <a:gd name="connsiteX2" fmla="*/ 100578 w 208253"/>
                <a:gd name="connsiteY2" fmla="*/ 637 h 393753"/>
                <a:gd name="connsiteX3" fmla="*/ 199340 w 208253"/>
                <a:gd name="connsiteY3" fmla="*/ 77568 h 393753"/>
                <a:gd name="connsiteX4" fmla="*/ 201705 w 208253"/>
                <a:gd name="connsiteY4" fmla="*/ 200420 h 393753"/>
                <a:gd name="connsiteX5" fmla="*/ 182670 w 208253"/>
                <a:gd name="connsiteY5" fmla="*/ 303787 h 393753"/>
                <a:gd name="connsiteX6" fmla="*/ 133916 w 208253"/>
                <a:gd name="connsiteY6" fmla="*/ 383535 h 393753"/>
                <a:gd name="connsiteX7" fmla="*/ 46939 w 208253"/>
                <a:gd name="connsiteY7" fmla="*/ 387130 h 393753"/>
                <a:gd name="connsiteX8" fmla="*/ 4076 w 208253"/>
                <a:gd name="connsiteY8" fmla="*/ 325217 h 393753"/>
                <a:gd name="connsiteX9" fmla="*/ 28027 w 208253"/>
                <a:gd name="connsiteY9" fmla="*/ 171845 h 393753"/>
                <a:gd name="connsiteX0" fmla="*/ 28027 w 205208"/>
                <a:gd name="connsiteY0" fmla="*/ 171845 h 393753"/>
                <a:gd name="connsiteX1" fmla="*/ 20746 w 205208"/>
                <a:gd name="connsiteY1" fmla="*/ 51373 h 393753"/>
                <a:gd name="connsiteX2" fmla="*/ 100578 w 205208"/>
                <a:gd name="connsiteY2" fmla="*/ 637 h 393753"/>
                <a:gd name="connsiteX3" fmla="*/ 194578 w 205208"/>
                <a:gd name="connsiteY3" fmla="*/ 77568 h 393753"/>
                <a:gd name="connsiteX4" fmla="*/ 201705 w 205208"/>
                <a:gd name="connsiteY4" fmla="*/ 200420 h 393753"/>
                <a:gd name="connsiteX5" fmla="*/ 182670 w 205208"/>
                <a:gd name="connsiteY5" fmla="*/ 303787 h 393753"/>
                <a:gd name="connsiteX6" fmla="*/ 133916 w 205208"/>
                <a:gd name="connsiteY6" fmla="*/ 383535 h 393753"/>
                <a:gd name="connsiteX7" fmla="*/ 46939 w 205208"/>
                <a:gd name="connsiteY7" fmla="*/ 387130 h 393753"/>
                <a:gd name="connsiteX8" fmla="*/ 4076 w 205208"/>
                <a:gd name="connsiteY8" fmla="*/ 325217 h 393753"/>
                <a:gd name="connsiteX9" fmla="*/ 28027 w 205208"/>
                <a:gd name="connsiteY9" fmla="*/ 171845 h 393753"/>
                <a:gd name="connsiteX0" fmla="*/ 28027 w 202181"/>
                <a:gd name="connsiteY0" fmla="*/ 171845 h 393753"/>
                <a:gd name="connsiteX1" fmla="*/ 20746 w 202181"/>
                <a:gd name="connsiteY1" fmla="*/ 51373 h 393753"/>
                <a:gd name="connsiteX2" fmla="*/ 100578 w 202181"/>
                <a:gd name="connsiteY2" fmla="*/ 637 h 393753"/>
                <a:gd name="connsiteX3" fmla="*/ 187435 w 202181"/>
                <a:gd name="connsiteY3" fmla="*/ 77568 h 393753"/>
                <a:gd name="connsiteX4" fmla="*/ 201705 w 202181"/>
                <a:gd name="connsiteY4" fmla="*/ 200420 h 393753"/>
                <a:gd name="connsiteX5" fmla="*/ 182670 w 202181"/>
                <a:gd name="connsiteY5" fmla="*/ 303787 h 393753"/>
                <a:gd name="connsiteX6" fmla="*/ 133916 w 202181"/>
                <a:gd name="connsiteY6" fmla="*/ 383535 h 393753"/>
                <a:gd name="connsiteX7" fmla="*/ 46939 w 202181"/>
                <a:gd name="connsiteY7" fmla="*/ 387130 h 393753"/>
                <a:gd name="connsiteX8" fmla="*/ 4076 w 202181"/>
                <a:gd name="connsiteY8" fmla="*/ 325217 h 393753"/>
                <a:gd name="connsiteX9" fmla="*/ 28027 w 202181"/>
                <a:gd name="connsiteY9" fmla="*/ 171845 h 393753"/>
                <a:gd name="connsiteX0" fmla="*/ 28027 w 201928"/>
                <a:gd name="connsiteY0" fmla="*/ 171845 h 393753"/>
                <a:gd name="connsiteX1" fmla="*/ 20746 w 201928"/>
                <a:gd name="connsiteY1" fmla="*/ 51373 h 393753"/>
                <a:gd name="connsiteX2" fmla="*/ 100578 w 201928"/>
                <a:gd name="connsiteY2" fmla="*/ 637 h 393753"/>
                <a:gd name="connsiteX3" fmla="*/ 187435 w 201928"/>
                <a:gd name="connsiteY3" fmla="*/ 77568 h 393753"/>
                <a:gd name="connsiteX4" fmla="*/ 201705 w 201928"/>
                <a:gd name="connsiteY4" fmla="*/ 200420 h 393753"/>
                <a:gd name="connsiteX5" fmla="*/ 182670 w 201928"/>
                <a:gd name="connsiteY5" fmla="*/ 303787 h 393753"/>
                <a:gd name="connsiteX6" fmla="*/ 133916 w 201928"/>
                <a:gd name="connsiteY6" fmla="*/ 383535 h 393753"/>
                <a:gd name="connsiteX7" fmla="*/ 46939 w 201928"/>
                <a:gd name="connsiteY7" fmla="*/ 387130 h 393753"/>
                <a:gd name="connsiteX8" fmla="*/ 4076 w 201928"/>
                <a:gd name="connsiteY8" fmla="*/ 325217 h 393753"/>
                <a:gd name="connsiteX9" fmla="*/ 28027 w 201928"/>
                <a:gd name="connsiteY9" fmla="*/ 171845 h 393753"/>
                <a:gd name="connsiteX0" fmla="*/ 28027 w 201799"/>
                <a:gd name="connsiteY0" fmla="*/ 171845 h 394187"/>
                <a:gd name="connsiteX1" fmla="*/ 20746 w 201799"/>
                <a:gd name="connsiteY1" fmla="*/ 51373 h 394187"/>
                <a:gd name="connsiteX2" fmla="*/ 100578 w 201799"/>
                <a:gd name="connsiteY2" fmla="*/ 637 h 394187"/>
                <a:gd name="connsiteX3" fmla="*/ 187435 w 201799"/>
                <a:gd name="connsiteY3" fmla="*/ 77568 h 394187"/>
                <a:gd name="connsiteX4" fmla="*/ 201705 w 201799"/>
                <a:gd name="connsiteY4" fmla="*/ 200420 h 394187"/>
                <a:gd name="connsiteX5" fmla="*/ 185051 w 201799"/>
                <a:gd name="connsiteY5" fmla="*/ 296643 h 394187"/>
                <a:gd name="connsiteX6" fmla="*/ 133916 w 201799"/>
                <a:gd name="connsiteY6" fmla="*/ 383535 h 394187"/>
                <a:gd name="connsiteX7" fmla="*/ 46939 w 201799"/>
                <a:gd name="connsiteY7" fmla="*/ 387130 h 394187"/>
                <a:gd name="connsiteX8" fmla="*/ 4076 w 201799"/>
                <a:gd name="connsiteY8" fmla="*/ 325217 h 394187"/>
                <a:gd name="connsiteX9" fmla="*/ 28027 w 201799"/>
                <a:gd name="connsiteY9" fmla="*/ 171845 h 394187"/>
                <a:gd name="connsiteX0" fmla="*/ 28027 w 201799"/>
                <a:gd name="connsiteY0" fmla="*/ 171845 h 390439"/>
                <a:gd name="connsiteX1" fmla="*/ 20746 w 201799"/>
                <a:gd name="connsiteY1" fmla="*/ 51373 h 390439"/>
                <a:gd name="connsiteX2" fmla="*/ 100578 w 201799"/>
                <a:gd name="connsiteY2" fmla="*/ 637 h 390439"/>
                <a:gd name="connsiteX3" fmla="*/ 187435 w 201799"/>
                <a:gd name="connsiteY3" fmla="*/ 77568 h 390439"/>
                <a:gd name="connsiteX4" fmla="*/ 201705 w 201799"/>
                <a:gd name="connsiteY4" fmla="*/ 200420 h 390439"/>
                <a:gd name="connsiteX5" fmla="*/ 185051 w 201799"/>
                <a:gd name="connsiteY5" fmla="*/ 296643 h 390439"/>
                <a:gd name="connsiteX6" fmla="*/ 133916 w 201799"/>
                <a:gd name="connsiteY6" fmla="*/ 371628 h 390439"/>
                <a:gd name="connsiteX7" fmla="*/ 46939 w 201799"/>
                <a:gd name="connsiteY7" fmla="*/ 387130 h 390439"/>
                <a:gd name="connsiteX8" fmla="*/ 4076 w 201799"/>
                <a:gd name="connsiteY8" fmla="*/ 325217 h 390439"/>
                <a:gd name="connsiteX9" fmla="*/ 28027 w 201799"/>
                <a:gd name="connsiteY9" fmla="*/ 171845 h 390439"/>
                <a:gd name="connsiteX0" fmla="*/ 28027 w 201799"/>
                <a:gd name="connsiteY0" fmla="*/ 171845 h 388451"/>
                <a:gd name="connsiteX1" fmla="*/ 20746 w 201799"/>
                <a:gd name="connsiteY1" fmla="*/ 51373 h 388451"/>
                <a:gd name="connsiteX2" fmla="*/ 100578 w 201799"/>
                <a:gd name="connsiteY2" fmla="*/ 637 h 388451"/>
                <a:gd name="connsiteX3" fmla="*/ 187435 w 201799"/>
                <a:gd name="connsiteY3" fmla="*/ 77568 h 388451"/>
                <a:gd name="connsiteX4" fmla="*/ 201705 w 201799"/>
                <a:gd name="connsiteY4" fmla="*/ 200420 h 388451"/>
                <a:gd name="connsiteX5" fmla="*/ 185051 w 201799"/>
                <a:gd name="connsiteY5" fmla="*/ 296643 h 388451"/>
                <a:gd name="connsiteX6" fmla="*/ 133916 w 201799"/>
                <a:gd name="connsiteY6" fmla="*/ 371628 h 388451"/>
                <a:gd name="connsiteX7" fmla="*/ 56464 w 201799"/>
                <a:gd name="connsiteY7" fmla="*/ 384749 h 388451"/>
                <a:gd name="connsiteX8" fmla="*/ 4076 w 201799"/>
                <a:gd name="connsiteY8" fmla="*/ 325217 h 388451"/>
                <a:gd name="connsiteX9" fmla="*/ 28027 w 201799"/>
                <a:gd name="connsiteY9" fmla="*/ 171845 h 388451"/>
                <a:gd name="connsiteX0" fmla="*/ 28027 w 201799"/>
                <a:gd name="connsiteY0" fmla="*/ 171845 h 388451"/>
                <a:gd name="connsiteX1" fmla="*/ 20746 w 201799"/>
                <a:gd name="connsiteY1" fmla="*/ 51373 h 388451"/>
                <a:gd name="connsiteX2" fmla="*/ 100578 w 201799"/>
                <a:gd name="connsiteY2" fmla="*/ 637 h 388451"/>
                <a:gd name="connsiteX3" fmla="*/ 187435 w 201799"/>
                <a:gd name="connsiteY3" fmla="*/ 77568 h 388451"/>
                <a:gd name="connsiteX4" fmla="*/ 201705 w 201799"/>
                <a:gd name="connsiteY4" fmla="*/ 200420 h 388451"/>
                <a:gd name="connsiteX5" fmla="*/ 185051 w 201799"/>
                <a:gd name="connsiteY5" fmla="*/ 296643 h 388451"/>
                <a:gd name="connsiteX6" fmla="*/ 133916 w 201799"/>
                <a:gd name="connsiteY6" fmla="*/ 371628 h 388451"/>
                <a:gd name="connsiteX7" fmla="*/ 56464 w 201799"/>
                <a:gd name="connsiteY7" fmla="*/ 384749 h 388451"/>
                <a:gd name="connsiteX8" fmla="*/ 4076 w 201799"/>
                <a:gd name="connsiteY8" fmla="*/ 325217 h 388451"/>
                <a:gd name="connsiteX9" fmla="*/ 28027 w 201799"/>
                <a:gd name="connsiteY9" fmla="*/ 171845 h 388451"/>
                <a:gd name="connsiteX0" fmla="*/ 28027 w 201799"/>
                <a:gd name="connsiteY0" fmla="*/ 171845 h 388451"/>
                <a:gd name="connsiteX1" fmla="*/ 20746 w 201799"/>
                <a:gd name="connsiteY1" fmla="*/ 51373 h 388451"/>
                <a:gd name="connsiteX2" fmla="*/ 100578 w 201799"/>
                <a:gd name="connsiteY2" fmla="*/ 637 h 388451"/>
                <a:gd name="connsiteX3" fmla="*/ 187435 w 201799"/>
                <a:gd name="connsiteY3" fmla="*/ 77568 h 388451"/>
                <a:gd name="connsiteX4" fmla="*/ 201705 w 201799"/>
                <a:gd name="connsiteY4" fmla="*/ 200420 h 388451"/>
                <a:gd name="connsiteX5" fmla="*/ 185051 w 201799"/>
                <a:gd name="connsiteY5" fmla="*/ 296643 h 388451"/>
                <a:gd name="connsiteX6" fmla="*/ 133916 w 201799"/>
                <a:gd name="connsiteY6" fmla="*/ 371628 h 388451"/>
                <a:gd name="connsiteX7" fmla="*/ 56464 w 201799"/>
                <a:gd name="connsiteY7" fmla="*/ 384749 h 388451"/>
                <a:gd name="connsiteX8" fmla="*/ 4076 w 201799"/>
                <a:gd name="connsiteY8" fmla="*/ 325217 h 388451"/>
                <a:gd name="connsiteX9" fmla="*/ 28027 w 201799"/>
                <a:gd name="connsiteY9" fmla="*/ 171845 h 388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799" h="388451">
                  <a:moveTo>
                    <a:pt x="28027" y="171845"/>
                  </a:moveTo>
                  <a:cubicBezTo>
                    <a:pt x="11754" y="123028"/>
                    <a:pt x="10638" y="88242"/>
                    <a:pt x="20746" y="51373"/>
                  </a:cubicBezTo>
                  <a:cubicBezTo>
                    <a:pt x="30854" y="14504"/>
                    <a:pt x="72797" y="-3729"/>
                    <a:pt x="100578" y="637"/>
                  </a:cubicBezTo>
                  <a:cubicBezTo>
                    <a:pt x="128359" y="5003"/>
                    <a:pt x="172961" y="37127"/>
                    <a:pt x="187435" y="77568"/>
                  </a:cubicBezTo>
                  <a:cubicBezTo>
                    <a:pt x="201909" y="118009"/>
                    <a:pt x="202102" y="163908"/>
                    <a:pt x="201705" y="200420"/>
                  </a:cubicBezTo>
                  <a:cubicBezTo>
                    <a:pt x="201308" y="236932"/>
                    <a:pt x="196349" y="264140"/>
                    <a:pt x="185051" y="296643"/>
                  </a:cubicBezTo>
                  <a:cubicBezTo>
                    <a:pt x="173753" y="329146"/>
                    <a:pt x="155347" y="356944"/>
                    <a:pt x="133916" y="371628"/>
                  </a:cubicBezTo>
                  <a:cubicBezTo>
                    <a:pt x="112485" y="386312"/>
                    <a:pt x="76914" y="393278"/>
                    <a:pt x="56464" y="384749"/>
                  </a:cubicBezTo>
                  <a:cubicBezTo>
                    <a:pt x="26490" y="366695"/>
                    <a:pt x="9609" y="359510"/>
                    <a:pt x="4076" y="325217"/>
                  </a:cubicBezTo>
                  <a:cubicBezTo>
                    <a:pt x="-6428" y="287157"/>
                    <a:pt x="4006" y="226339"/>
                    <a:pt x="28027" y="171845"/>
                  </a:cubicBezTo>
                  <a:close/>
                </a:path>
              </a:pathLst>
            </a:custGeom>
            <a:solidFill>
              <a:srgbClr val="7030A0">
                <a:alpha val="46000"/>
              </a:srgbClr>
            </a:solid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4" name="Heart 23">
            <a:extLst>
              <a:ext uri="{FF2B5EF4-FFF2-40B4-BE49-F238E27FC236}">
                <a16:creationId xmlns:a16="http://schemas.microsoft.com/office/drawing/2014/main" id="{AA86946E-8F8F-47D0-82CB-E9B4D7C6F90D}"/>
              </a:ext>
            </a:extLst>
          </p:cNvPr>
          <p:cNvSpPr/>
          <p:nvPr/>
        </p:nvSpPr>
        <p:spPr>
          <a:xfrm>
            <a:off x="3899708" y="2206634"/>
            <a:ext cx="352950" cy="260664"/>
          </a:xfrm>
          <a:prstGeom prst="heart">
            <a:avLst/>
          </a:prstGeom>
          <a:solidFill>
            <a:srgbClr val="FF9999"/>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C5A2BEB-D256-40E5-8C9D-D35E713A6A86}"/>
              </a:ext>
            </a:extLst>
          </p:cNvPr>
          <p:cNvSpPr txBox="1"/>
          <p:nvPr/>
        </p:nvSpPr>
        <p:spPr>
          <a:xfrm>
            <a:off x="4813444" y="979795"/>
            <a:ext cx="2366038" cy="1077218"/>
          </a:xfrm>
          <a:prstGeom prst="rect">
            <a:avLst/>
          </a:prstGeom>
          <a:noFill/>
        </p:spPr>
        <p:txBody>
          <a:bodyPr wrap="square" rtlCol="0">
            <a:spAutoFit/>
          </a:bodyPr>
          <a:lstStyle/>
          <a:p>
            <a:pPr marL="111125" indent="-111125"/>
            <a:r>
              <a:rPr lang="en-US" sz="1600" dirty="0">
                <a:solidFill>
                  <a:schemeClr val="accent4">
                    <a:lumMod val="50000"/>
                  </a:schemeClr>
                </a:solidFill>
              </a:rPr>
              <a:t>Confusion, headache, seizures</a:t>
            </a:r>
          </a:p>
          <a:p>
            <a:pPr marL="111125" indent="-111125"/>
            <a:r>
              <a:rPr lang="en-US" sz="1600" dirty="0">
                <a:solidFill>
                  <a:schemeClr val="accent4">
                    <a:lumMod val="50000"/>
                  </a:schemeClr>
                </a:solidFill>
              </a:rPr>
              <a:t>Focal neurologic deficits</a:t>
            </a:r>
          </a:p>
          <a:p>
            <a:pPr marL="111125" indent="-111125"/>
            <a:r>
              <a:rPr lang="en-US" sz="1600" dirty="0">
                <a:solidFill>
                  <a:schemeClr val="accent4">
                    <a:lumMod val="50000"/>
                  </a:schemeClr>
                </a:solidFill>
              </a:rPr>
              <a:t>Blurry vision/ papilledema</a:t>
            </a:r>
          </a:p>
        </p:txBody>
      </p:sp>
      <p:sp>
        <p:nvSpPr>
          <p:cNvPr id="96" name="TextBox 95">
            <a:extLst>
              <a:ext uri="{FF2B5EF4-FFF2-40B4-BE49-F238E27FC236}">
                <a16:creationId xmlns:a16="http://schemas.microsoft.com/office/drawing/2014/main" id="{9CD7E59E-D5E6-46EC-A4C8-668E9D349610}"/>
              </a:ext>
            </a:extLst>
          </p:cNvPr>
          <p:cNvSpPr txBox="1"/>
          <p:nvPr/>
        </p:nvSpPr>
        <p:spPr>
          <a:xfrm>
            <a:off x="5146476" y="2284550"/>
            <a:ext cx="2366038" cy="1323439"/>
          </a:xfrm>
          <a:prstGeom prst="rect">
            <a:avLst/>
          </a:prstGeom>
          <a:noFill/>
        </p:spPr>
        <p:txBody>
          <a:bodyPr wrap="square" rtlCol="0">
            <a:spAutoFit/>
          </a:bodyPr>
          <a:lstStyle/>
          <a:p>
            <a:r>
              <a:rPr lang="en-US" sz="1600" dirty="0">
                <a:solidFill>
                  <a:srgbClr val="C00000"/>
                </a:solidFill>
              </a:rPr>
              <a:t>Chest pain</a:t>
            </a:r>
          </a:p>
          <a:p>
            <a:r>
              <a:rPr lang="en-US" sz="1600" dirty="0">
                <a:solidFill>
                  <a:srgbClr val="C00000"/>
                </a:solidFill>
              </a:rPr>
              <a:t>Dyspnea</a:t>
            </a:r>
          </a:p>
          <a:p>
            <a:pPr marL="111125" indent="-111125"/>
            <a:r>
              <a:rPr lang="en-US" sz="1600" dirty="0">
                <a:solidFill>
                  <a:srgbClr val="C00000"/>
                </a:solidFill>
              </a:rPr>
              <a:t>Widened mediastinum</a:t>
            </a:r>
          </a:p>
          <a:p>
            <a:pPr marL="111125" indent="-111125"/>
            <a:r>
              <a:rPr lang="en-US" sz="1600" dirty="0">
                <a:solidFill>
                  <a:srgbClr val="C00000"/>
                </a:solidFill>
              </a:rPr>
              <a:t>Differential BPs, ↓ LE pulses</a:t>
            </a:r>
          </a:p>
        </p:txBody>
      </p:sp>
      <p:sp>
        <p:nvSpPr>
          <p:cNvPr id="42" name="Rectangle 41">
            <a:extLst>
              <a:ext uri="{FF2B5EF4-FFF2-40B4-BE49-F238E27FC236}">
                <a16:creationId xmlns:a16="http://schemas.microsoft.com/office/drawing/2014/main" id="{C7EE0388-895E-4041-B3A1-50993C933EB5}"/>
              </a:ext>
            </a:extLst>
          </p:cNvPr>
          <p:cNvSpPr/>
          <p:nvPr/>
        </p:nvSpPr>
        <p:spPr>
          <a:xfrm>
            <a:off x="8118879" y="124482"/>
            <a:ext cx="3577701" cy="408623"/>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dirty="0"/>
              <a:t>Severe hypertension (BP &gt; 180/120) </a:t>
            </a:r>
          </a:p>
        </p:txBody>
      </p:sp>
      <p:cxnSp>
        <p:nvCxnSpPr>
          <p:cNvPr id="43" name="Connector: Elbow 42">
            <a:extLst>
              <a:ext uri="{FF2B5EF4-FFF2-40B4-BE49-F238E27FC236}">
                <a16:creationId xmlns:a16="http://schemas.microsoft.com/office/drawing/2014/main" id="{735F5E22-D6F9-4BC9-8CEA-8FD0489A90D6}"/>
              </a:ext>
            </a:extLst>
          </p:cNvPr>
          <p:cNvCxnSpPr>
            <a:cxnSpLocks/>
            <a:stCxn id="62" idx="2"/>
            <a:endCxn id="44" idx="0"/>
          </p:cNvCxnSpPr>
          <p:nvPr/>
        </p:nvCxnSpPr>
        <p:spPr>
          <a:xfrm rot="5400000">
            <a:off x="9096151" y="819373"/>
            <a:ext cx="493899" cy="1129260"/>
          </a:xfrm>
          <a:prstGeom prst="bentConnector3">
            <a:avLst>
              <a:gd name="adj1" fmla="val 49999"/>
            </a:avLst>
          </a:prstGeom>
          <a:ln w="19050">
            <a:tailEnd type="triangle"/>
          </a:ln>
        </p:spPr>
        <p:style>
          <a:lnRef idx="2">
            <a:schemeClr val="dk1"/>
          </a:lnRef>
          <a:fillRef idx="1">
            <a:schemeClr val="lt1"/>
          </a:fillRef>
          <a:effectRef idx="0">
            <a:schemeClr val="dk1"/>
          </a:effectRef>
          <a:fontRef idx="minor">
            <a:schemeClr val="dk1"/>
          </a:fontRef>
        </p:style>
      </p:cxnSp>
      <p:sp>
        <p:nvSpPr>
          <p:cNvPr id="44" name="Rectangle 43">
            <a:extLst>
              <a:ext uri="{FF2B5EF4-FFF2-40B4-BE49-F238E27FC236}">
                <a16:creationId xmlns:a16="http://schemas.microsoft.com/office/drawing/2014/main" id="{E84AFFC9-9F63-4975-8C00-30D052199135}"/>
              </a:ext>
            </a:extLst>
          </p:cNvPr>
          <p:cNvSpPr/>
          <p:nvPr/>
        </p:nvSpPr>
        <p:spPr>
          <a:xfrm>
            <a:off x="7861069" y="1630953"/>
            <a:ext cx="1834802" cy="40718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HTN emergency</a:t>
            </a:r>
          </a:p>
        </p:txBody>
      </p:sp>
      <p:cxnSp>
        <p:nvCxnSpPr>
          <p:cNvPr id="45" name="Connector: Elbow 44">
            <a:extLst>
              <a:ext uri="{FF2B5EF4-FFF2-40B4-BE49-F238E27FC236}">
                <a16:creationId xmlns:a16="http://schemas.microsoft.com/office/drawing/2014/main" id="{151968C5-7CFB-4E9C-BF8C-D54F41D699E8}"/>
              </a:ext>
            </a:extLst>
          </p:cNvPr>
          <p:cNvCxnSpPr>
            <a:cxnSpLocks/>
            <a:stCxn id="62" idx="2"/>
            <a:endCxn id="46" idx="0"/>
          </p:cNvCxnSpPr>
          <p:nvPr/>
        </p:nvCxnSpPr>
        <p:spPr>
          <a:xfrm rot="16200000" flipH="1">
            <a:off x="10286143" y="758640"/>
            <a:ext cx="488494" cy="1245321"/>
          </a:xfrm>
          <a:prstGeom prst="bentConnector3">
            <a:avLst>
              <a:gd name="adj1" fmla="val 50000"/>
            </a:avLst>
          </a:prstGeom>
          <a:ln w="19050">
            <a:tailEnd type="triangle"/>
          </a:ln>
        </p:spPr>
        <p:style>
          <a:lnRef idx="2">
            <a:schemeClr val="dk1"/>
          </a:lnRef>
          <a:fillRef idx="1">
            <a:schemeClr val="lt1"/>
          </a:fillRef>
          <a:effectRef idx="0">
            <a:schemeClr val="dk1"/>
          </a:effectRef>
          <a:fontRef idx="minor">
            <a:schemeClr val="dk1"/>
          </a:fontRef>
        </p:style>
      </p:cxnSp>
      <p:sp>
        <p:nvSpPr>
          <p:cNvPr id="46" name="Rectangle 45">
            <a:extLst>
              <a:ext uri="{FF2B5EF4-FFF2-40B4-BE49-F238E27FC236}">
                <a16:creationId xmlns:a16="http://schemas.microsoft.com/office/drawing/2014/main" id="{64F0B3F1-45AB-424F-BC40-252BE598A270}"/>
              </a:ext>
            </a:extLst>
          </p:cNvPr>
          <p:cNvSpPr/>
          <p:nvPr/>
        </p:nvSpPr>
        <p:spPr>
          <a:xfrm>
            <a:off x="10398254" y="1625548"/>
            <a:ext cx="1509593" cy="395274"/>
          </a:xfrm>
          <a:prstGeom prst="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HTN urgency</a:t>
            </a:r>
          </a:p>
        </p:txBody>
      </p:sp>
      <p:cxnSp>
        <p:nvCxnSpPr>
          <p:cNvPr id="17" name="Straight Arrow Connector 16">
            <a:extLst>
              <a:ext uri="{FF2B5EF4-FFF2-40B4-BE49-F238E27FC236}">
                <a16:creationId xmlns:a16="http://schemas.microsoft.com/office/drawing/2014/main" id="{30E4461A-AD15-4351-91EA-972252A7B859}"/>
              </a:ext>
            </a:extLst>
          </p:cNvPr>
          <p:cNvCxnSpPr>
            <a:cxnSpLocks/>
            <a:stCxn id="42" idx="2"/>
            <a:endCxn id="62" idx="0"/>
          </p:cNvCxnSpPr>
          <p:nvPr/>
        </p:nvCxnSpPr>
        <p:spPr>
          <a:xfrm>
            <a:off x="9907730" y="533105"/>
            <a:ext cx="0" cy="195326"/>
          </a:xfrm>
          <a:prstGeom prst="straightConnector1">
            <a:avLst/>
          </a:prstGeom>
          <a:ln w="19050">
            <a:tailEnd type="triangle"/>
          </a:ln>
        </p:spPr>
        <p:style>
          <a:lnRef idx="2">
            <a:schemeClr val="dk1"/>
          </a:lnRef>
          <a:fillRef idx="1">
            <a:schemeClr val="lt1"/>
          </a:fillRef>
          <a:effectRef idx="0">
            <a:schemeClr val="dk1"/>
          </a:effectRef>
          <a:fontRef idx="minor">
            <a:schemeClr val="dk1"/>
          </a:fontRef>
        </p:style>
      </p:cxnSp>
      <p:sp>
        <p:nvSpPr>
          <p:cNvPr id="62" name="End organ damage">
            <a:extLst>
              <a:ext uri="{FF2B5EF4-FFF2-40B4-BE49-F238E27FC236}">
                <a16:creationId xmlns:a16="http://schemas.microsoft.com/office/drawing/2014/main" id="{B1E7E75E-EFEE-49EE-BBD2-20CD8DE47BDA}"/>
              </a:ext>
            </a:extLst>
          </p:cNvPr>
          <p:cNvSpPr txBox="1"/>
          <p:nvPr/>
        </p:nvSpPr>
        <p:spPr>
          <a:xfrm>
            <a:off x="8778470" y="728431"/>
            <a:ext cx="2258519" cy="408623"/>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US" dirty="0">
                <a:solidFill>
                  <a:schemeClr val="tx1"/>
                </a:solidFill>
              </a:rPr>
              <a:t>End organ damage?</a:t>
            </a:r>
          </a:p>
        </p:txBody>
      </p:sp>
      <p:pic>
        <p:nvPicPr>
          <p:cNvPr id="63" name="Graphic 62" descr="Cursor with solid fill">
            <a:extLst>
              <a:ext uri="{FF2B5EF4-FFF2-40B4-BE49-F238E27FC236}">
                <a16:creationId xmlns:a16="http://schemas.microsoft.com/office/drawing/2014/main" id="{999FA46D-5BF7-4C0B-B6AD-4FD67A64BF9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886113" y="1000828"/>
            <a:ext cx="301752" cy="301752"/>
          </a:xfrm>
          <a:prstGeom prst="rect">
            <a:avLst/>
          </a:prstGeom>
        </p:spPr>
      </p:pic>
      <p:sp>
        <p:nvSpPr>
          <p:cNvPr id="58" name="Rectangle 57">
            <a:extLst>
              <a:ext uri="{FF2B5EF4-FFF2-40B4-BE49-F238E27FC236}">
                <a16:creationId xmlns:a16="http://schemas.microsoft.com/office/drawing/2014/main" id="{8BB774C2-6598-402D-B005-7A8F8556285F}"/>
              </a:ext>
            </a:extLst>
          </p:cNvPr>
          <p:cNvSpPr/>
          <p:nvPr/>
        </p:nvSpPr>
        <p:spPr>
          <a:xfrm>
            <a:off x="9177454" y="1211412"/>
            <a:ext cx="400638" cy="279937"/>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dirty="0"/>
              <a:t>+</a:t>
            </a:r>
          </a:p>
        </p:txBody>
      </p:sp>
      <p:sp>
        <p:nvSpPr>
          <p:cNvPr id="86" name="Rectangle 85">
            <a:extLst>
              <a:ext uri="{FF2B5EF4-FFF2-40B4-BE49-F238E27FC236}">
                <a16:creationId xmlns:a16="http://schemas.microsoft.com/office/drawing/2014/main" id="{7B8373C4-E8C0-450A-86CB-61F339A21DA9}"/>
              </a:ext>
            </a:extLst>
          </p:cNvPr>
          <p:cNvSpPr/>
          <p:nvPr/>
        </p:nvSpPr>
        <p:spPr>
          <a:xfrm>
            <a:off x="10289673" y="1235100"/>
            <a:ext cx="400638" cy="279937"/>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dirty="0"/>
              <a:t>-</a:t>
            </a:r>
          </a:p>
        </p:txBody>
      </p:sp>
      <p:sp>
        <p:nvSpPr>
          <p:cNvPr id="4" name="TextBox 3">
            <a:extLst>
              <a:ext uri="{FF2B5EF4-FFF2-40B4-BE49-F238E27FC236}">
                <a16:creationId xmlns:a16="http://schemas.microsoft.com/office/drawing/2014/main" id="{38FD21C1-1582-473B-89C6-6386B904E0FC}"/>
              </a:ext>
            </a:extLst>
          </p:cNvPr>
          <p:cNvSpPr txBox="1"/>
          <p:nvPr/>
        </p:nvSpPr>
        <p:spPr>
          <a:xfrm>
            <a:off x="5047585" y="4142718"/>
            <a:ext cx="2317685" cy="584775"/>
          </a:xfrm>
          <a:prstGeom prst="rect">
            <a:avLst/>
          </a:prstGeom>
          <a:noFill/>
        </p:spPr>
        <p:txBody>
          <a:bodyPr wrap="square" rtlCol="0">
            <a:spAutoFit/>
          </a:bodyPr>
          <a:lstStyle/>
          <a:p>
            <a:r>
              <a:rPr lang="en-US" sz="1600" dirty="0">
                <a:solidFill>
                  <a:srgbClr val="BDA0D3"/>
                </a:solidFill>
                <a:cs typeface="Calibri"/>
              </a:rPr>
              <a:t>↓ UOP</a:t>
            </a:r>
            <a:endParaRPr lang="en-US" sz="1600" dirty="0">
              <a:solidFill>
                <a:srgbClr val="BDA0D3"/>
              </a:solidFill>
            </a:endParaRPr>
          </a:p>
          <a:p>
            <a:r>
              <a:rPr lang="en-US" sz="1600" dirty="0">
                <a:solidFill>
                  <a:srgbClr val="BDA0D3"/>
                </a:solidFill>
              </a:rPr>
              <a:t>Microscopic hematuria</a:t>
            </a:r>
          </a:p>
        </p:txBody>
      </p:sp>
      <p:sp>
        <p:nvSpPr>
          <p:cNvPr id="5" name="TextBox 4">
            <a:extLst>
              <a:ext uri="{FF2B5EF4-FFF2-40B4-BE49-F238E27FC236}">
                <a16:creationId xmlns:a16="http://schemas.microsoft.com/office/drawing/2014/main" id="{9F59A4CC-D914-482B-8866-C9E6452EC8B7}"/>
              </a:ext>
            </a:extLst>
          </p:cNvPr>
          <p:cNvSpPr txBox="1"/>
          <p:nvPr/>
        </p:nvSpPr>
        <p:spPr>
          <a:xfrm>
            <a:off x="4844587" y="5104700"/>
            <a:ext cx="2618551" cy="1323439"/>
          </a:xfrm>
          <a:prstGeom prst="rect">
            <a:avLst/>
          </a:prstGeom>
          <a:noFill/>
        </p:spPr>
        <p:txBody>
          <a:bodyPr wrap="square" rtlCol="0">
            <a:spAutoFit/>
          </a:bodyPr>
          <a:lstStyle/>
          <a:p>
            <a:pPr marL="109538" indent="-109538"/>
            <a:r>
              <a:rPr lang="en-US" sz="1600" dirty="0"/>
              <a:t>Pregnancy &gt;20 weeks</a:t>
            </a:r>
          </a:p>
          <a:p>
            <a:pPr marL="109538" indent="-109538"/>
            <a:r>
              <a:rPr lang="en-US" sz="1600" dirty="0"/>
              <a:t>Episodic HA, sweating, flushing, tachycardia, hyperthermia</a:t>
            </a:r>
          </a:p>
          <a:p>
            <a:pPr marL="109538" indent="-109538"/>
            <a:r>
              <a:rPr lang="en-US" sz="1600" dirty="0"/>
              <a:t>+ urine tox</a:t>
            </a:r>
          </a:p>
        </p:txBody>
      </p:sp>
      <p:sp>
        <p:nvSpPr>
          <p:cNvPr id="71" name="Question 2">
            <a:hlinkClick r:id="rId7" action="ppaction://hlinksldjump"/>
            <a:extLst>
              <a:ext uri="{FF2B5EF4-FFF2-40B4-BE49-F238E27FC236}">
                <a16:creationId xmlns:a16="http://schemas.microsoft.com/office/drawing/2014/main" id="{61D0D14D-35BB-4228-A7D2-7A21FBDE0B33}"/>
              </a:ext>
            </a:extLst>
          </p:cNvPr>
          <p:cNvSpPr txBox="1"/>
          <p:nvPr/>
        </p:nvSpPr>
        <p:spPr>
          <a:xfrm>
            <a:off x="169021" y="743081"/>
            <a:ext cx="137160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solidFill>
                  <a:sysClr val="windowText" lastClr="000000"/>
                </a:solidFill>
              </a:rPr>
              <a:t>Tx Goals</a:t>
            </a:r>
          </a:p>
        </p:txBody>
      </p:sp>
      <p:pic>
        <p:nvPicPr>
          <p:cNvPr id="72" name="Graphic 71" descr="Cursor with solid fill">
            <a:extLst>
              <a:ext uri="{FF2B5EF4-FFF2-40B4-BE49-F238E27FC236}">
                <a16:creationId xmlns:a16="http://schemas.microsoft.com/office/drawing/2014/main" id="{3D750B63-7013-4E3A-B09A-9847B46812A0}"/>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97693" y="983985"/>
            <a:ext cx="301752" cy="301752"/>
          </a:xfrm>
          <a:prstGeom prst="rect">
            <a:avLst/>
          </a:prstGeom>
        </p:spPr>
      </p:pic>
      <p:sp>
        <p:nvSpPr>
          <p:cNvPr id="73" name="question 3">
            <a:hlinkClick r:id="rId8" action="ppaction://hlinksldjump"/>
            <a:extLst>
              <a:ext uri="{FF2B5EF4-FFF2-40B4-BE49-F238E27FC236}">
                <a16:creationId xmlns:a16="http://schemas.microsoft.com/office/drawing/2014/main" id="{1ECEB722-9B4E-487A-89BF-808937888BF3}"/>
              </a:ext>
            </a:extLst>
          </p:cNvPr>
          <p:cNvSpPr txBox="1"/>
          <p:nvPr/>
        </p:nvSpPr>
        <p:spPr>
          <a:xfrm>
            <a:off x="169021" y="1354579"/>
            <a:ext cx="137160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solidFill>
                  <a:sysClr val="windowText" lastClr="000000"/>
                </a:solidFill>
              </a:rPr>
              <a:t>Medications</a:t>
            </a:r>
          </a:p>
        </p:txBody>
      </p:sp>
      <p:pic>
        <p:nvPicPr>
          <p:cNvPr id="74" name="Graphic 73" descr="Cursor with solid fill">
            <a:extLst>
              <a:ext uri="{FF2B5EF4-FFF2-40B4-BE49-F238E27FC236}">
                <a16:creationId xmlns:a16="http://schemas.microsoft.com/office/drawing/2014/main" id="{6DD699C8-5C63-4971-8B65-42C6C896E555}"/>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97693" y="1603571"/>
            <a:ext cx="301752" cy="301752"/>
          </a:xfrm>
          <a:prstGeom prst="rect">
            <a:avLst/>
          </a:prstGeom>
        </p:spPr>
      </p:pic>
      <p:sp>
        <p:nvSpPr>
          <p:cNvPr id="75" name="Cases">
            <a:hlinkClick r:id="rId9" action="ppaction://hlinksldjump"/>
            <a:extLst>
              <a:ext uri="{FF2B5EF4-FFF2-40B4-BE49-F238E27FC236}">
                <a16:creationId xmlns:a16="http://schemas.microsoft.com/office/drawing/2014/main" id="{B8A1F50C-5240-4718-AB45-3671D2E03EA8}"/>
              </a:ext>
            </a:extLst>
          </p:cNvPr>
          <p:cNvSpPr txBox="1"/>
          <p:nvPr/>
        </p:nvSpPr>
        <p:spPr>
          <a:xfrm>
            <a:off x="169021" y="1959284"/>
            <a:ext cx="137160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solidFill>
                  <a:sysClr val="windowText" lastClr="000000"/>
                </a:solidFill>
              </a:rPr>
              <a:t>Cases</a:t>
            </a:r>
          </a:p>
        </p:txBody>
      </p:sp>
      <p:pic>
        <p:nvPicPr>
          <p:cNvPr id="76" name="Graphic 75" descr="Cursor with solid fill">
            <a:extLst>
              <a:ext uri="{FF2B5EF4-FFF2-40B4-BE49-F238E27FC236}">
                <a16:creationId xmlns:a16="http://schemas.microsoft.com/office/drawing/2014/main" id="{BDB056A2-0EAF-417A-8216-D248BC4C3CF0}"/>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97693" y="2227704"/>
            <a:ext cx="301752" cy="301752"/>
          </a:xfrm>
          <a:prstGeom prst="rect">
            <a:avLst/>
          </a:prstGeom>
        </p:spPr>
      </p:pic>
      <p:sp>
        <p:nvSpPr>
          <p:cNvPr id="77" name="question 1">
            <a:hlinkClick r:id="rId10" action="ppaction://hlinksldjump"/>
            <a:extLst>
              <a:ext uri="{FF2B5EF4-FFF2-40B4-BE49-F238E27FC236}">
                <a16:creationId xmlns:a16="http://schemas.microsoft.com/office/drawing/2014/main" id="{E4318002-F759-48B0-A9CE-A7BB4E6DC307}"/>
              </a:ext>
            </a:extLst>
          </p:cNvPr>
          <p:cNvSpPr txBox="1"/>
          <p:nvPr/>
        </p:nvSpPr>
        <p:spPr>
          <a:xfrm>
            <a:off x="169021" y="151133"/>
            <a:ext cx="1371600"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solidFill>
                  <a:schemeClr val="bg1"/>
                </a:solidFill>
              </a:rPr>
              <a:t>Definition</a:t>
            </a:r>
          </a:p>
        </p:txBody>
      </p:sp>
    </p:spTree>
    <p:extLst>
      <p:ext uri="{BB962C8B-B14F-4D97-AF65-F5344CB8AC3E}">
        <p14:creationId xmlns:p14="http://schemas.microsoft.com/office/powerpoint/2010/main" val="137352356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6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5"/>
                                        </p:tgtEl>
                                        <p:attrNameLst>
                                          <p:attrName>style.visibility</p:attrName>
                                        </p:attrNameLst>
                                      </p:cBhvr>
                                      <p:to>
                                        <p:strVal val="visible"/>
                                      </p:to>
                                    </p:set>
                                  </p:childTnLst>
                                </p:cTn>
                              </p:par>
                            </p:childTnLst>
                          </p:cTn>
                        </p:par>
                        <p:par>
                          <p:cTn id="31" fill="hold">
                            <p:stCondLst>
                              <p:cond delay="0"/>
                            </p:stCondLst>
                            <p:childTnLst>
                              <p:par>
                                <p:cTn id="32" presetID="1" presetClass="exit" presetSubtype="0" fill="hold" nodeType="afterEffect">
                                  <p:stCondLst>
                                    <p:cond delay="0"/>
                                  </p:stCondLst>
                                  <p:childTnLst>
                                    <p:set>
                                      <p:cBhvr>
                                        <p:cTn id="33" dur="1" fill="hold">
                                          <p:stCondLst>
                                            <p:cond delay="0"/>
                                          </p:stCondLst>
                                        </p:cTn>
                                        <p:tgtEl>
                                          <p:spTgt spid="63"/>
                                        </p:tgtEl>
                                        <p:attrNameLst>
                                          <p:attrName>style.visibility</p:attrName>
                                        </p:attrNameLst>
                                      </p:cBhvr>
                                      <p:to>
                                        <p:strVal val="hidden"/>
                                      </p:to>
                                    </p:set>
                                  </p:childTnLst>
                                </p:cTn>
                              </p:par>
                              <p:par>
                                <p:cTn id="34" presetID="1" presetClass="exit" presetSubtype="0" fill="hold" grpId="0" nodeType="withEffect">
                                  <p:stCondLst>
                                    <p:cond delay="0"/>
                                  </p:stCondLst>
                                  <p:childTnLst>
                                    <p:set>
                                      <p:cBhvr>
                                        <p:cTn id="35" dur="1" fill="hold">
                                          <p:stCondLst>
                                            <p:cond delay="0"/>
                                          </p:stCondLst>
                                        </p:cTn>
                                        <p:tgtEl>
                                          <p:spTgt spid="62"/>
                                        </p:tgtEl>
                                        <p:attrNameLst>
                                          <p:attrName>style.visibility</p:attrName>
                                        </p:attrNameLst>
                                      </p:cBhvr>
                                      <p:to>
                                        <p:strVal val="hidden"/>
                                      </p:to>
                                    </p:set>
                                  </p:childTnLst>
                                </p:cTn>
                              </p:par>
                            </p:childTnLst>
                          </p:cTn>
                        </p:par>
                      </p:childTnLst>
                    </p:cTn>
                  </p:par>
                </p:childTnLst>
              </p:cTn>
              <p:nextCondLst>
                <p:cond evt="onClick" delay="0">
                  <p:tgtEl>
                    <p:spTgt spid="62"/>
                  </p:tgtEl>
                </p:cond>
              </p:nextCondLst>
            </p:seq>
            <p:seq concurrent="1" nextAc="seek">
              <p:cTn id="36" restart="whenNotActive" fill="hold" evtFilter="cancelBubble" nodeType="interactiveSeq">
                <p:stCondLst>
                  <p:cond evt="onClick" delay="0">
                    <p:tgtEl>
                      <p:spTgt spid="134"/>
                    </p:tgtEl>
                  </p:cond>
                </p:stCondLst>
                <p:endSync evt="end" delay="0">
                  <p:rtn val="all"/>
                </p:endSync>
                <p:childTnLst>
                  <p:par>
                    <p:cTn id="37" fill="hold">
                      <p:stCondLst>
                        <p:cond delay="0"/>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
                                        </p:tgtEl>
                                        <p:attrNameLst>
                                          <p:attrName>style.visibility</p:attrName>
                                        </p:attrNameLst>
                                      </p:cBhvr>
                                      <p:to>
                                        <p:strVal val="visible"/>
                                      </p:to>
                                    </p:set>
                                  </p:childTnLst>
                                </p:cTn>
                              </p:par>
                              <p:par>
                                <p:cTn id="47" presetID="1" presetClass="exit" presetSubtype="0" fill="hold" nodeType="withEffect">
                                  <p:stCondLst>
                                    <p:cond delay="0"/>
                                  </p:stCondLst>
                                  <p:childTnLst>
                                    <p:set>
                                      <p:cBhvr>
                                        <p:cTn id="48" dur="1" fill="hold">
                                          <p:stCondLst>
                                            <p:cond delay="0"/>
                                          </p:stCondLst>
                                        </p:cTn>
                                        <p:tgtEl>
                                          <p:spTgt spid="150"/>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134"/>
                                        </p:tgtEl>
                                        <p:attrNameLst>
                                          <p:attrName>style.visibility</p:attrName>
                                        </p:attrNameLst>
                                      </p:cBhvr>
                                      <p:to>
                                        <p:strVal val="hidden"/>
                                      </p:to>
                                    </p:set>
                                  </p:childTnLst>
                                </p:cTn>
                              </p:par>
                            </p:childTnLst>
                          </p:cTn>
                        </p:par>
                      </p:childTnLst>
                    </p:cTn>
                  </p:par>
                </p:childTnLst>
              </p:cTn>
              <p:nextCondLst>
                <p:cond evt="onClick" delay="0">
                  <p:tgtEl>
                    <p:spTgt spid="134"/>
                  </p:tgtEl>
                </p:cond>
              </p:nextCondLst>
            </p:seq>
            <p:seq concurrent="1" nextAc="seek">
              <p:cTn id="51" restart="whenNotActive" fill="hold" evtFilter="cancelBubble" nodeType="interactiveSeq">
                <p:stCondLst>
                  <p:cond evt="onClick" delay="0">
                    <p:tgtEl>
                      <p:spTgt spid="142"/>
                    </p:tgtEl>
                  </p:cond>
                </p:stCondLst>
                <p:endSync evt="end" delay="0">
                  <p:rtn val="all"/>
                </p:endSync>
                <p:childTnLst>
                  <p:par>
                    <p:cTn id="52" fill="hold">
                      <p:stCondLst>
                        <p:cond delay="0"/>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96"/>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53"/>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61"/>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24"/>
                                        </p:tgtEl>
                                        <p:attrNameLst>
                                          <p:attrName>style.visibility</p:attrName>
                                        </p:attrNameLst>
                                      </p:cBhvr>
                                      <p:to>
                                        <p:strVal val="visible"/>
                                      </p:to>
                                    </p:set>
                                  </p:childTnLst>
                                </p:cTn>
                              </p:par>
                              <p:par>
                                <p:cTn id="62" presetID="1" presetClass="exit" presetSubtype="0" fill="hold" nodeType="withEffect">
                                  <p:stCondLst>
                                    <p:cond delay="0"/>
                                  </p:stCondLst>
                                  <p:childTnLst>
                                    <p:set>
                                      <p:cBhvr>
                                        <p:cTn id="63" dur="1" fill="hold">
                                          <p:stCondLst>
                                            <p:cond delay="0"/>
                                          </p:stCondLst>
                                        </p:cTn>
                                        <p:tgtEl>
                                          <p:spTgt spid="151"/>
                                        </p:tgtEl>
                                        <p:attrNameLst>
                                          <p:attrName>style.visibility</p:attrName>
                                        </p:attrNameLst>
                                      </p:cBhvr>
                                      <p:to>
                                        <p:strVal val="hidden"/>
                                      </p:to>
                                    </p:set>
                                  </p:childTnLst>
                                </p:cTn>
                              </p:par>
                              <p:par>
                                <p:cTn id="64" presetID="1" presetClass="exit" presetSubtype="0" fill="hold" grpId="1" nodeType="withEffect">
                                  <p:stCondLst>
                                    <p:cond delay="0"/>
                                  </p:stCondLst>
                                  <p:childTnLst>
                                    <p:set>
                                      <p:cBhvr>
                                        <p:cTn id="65" dur="1" fill="hold">
                                          <p:stCondLst>
                                            <p:cond delay="0"/>
                                          </p:stCondLst>
                                        </p:cTn>
                                        <p:tgtEl>
                                          <p:spTgt spid="142"/>
                                        </p:tgtEl>
                                        <p:attrNameLst>
                                          <p:attrName>style.visibility</p:attrName>
                                        </p:attrNameLst>
                                      </p:cBhvr>
                                      <p:to>
                                        <p:strVal val="hidden"/>
                                      </p:to>
                                    </p:set>
                                  </p:childTnLst>
                                </p:cTn>
                              </p:par>
                            </p:childTnLst>
                          </p:cTn>
                        </p:par>
                      </p:childTnLst>
                    </p:cTn>
                  </p:par>
                </p:childTnLst>
              </p:cTn>
              <p:nextCondLst>
                <p:cond evt="onClick" delay="0">
                  <p:tgtEl>
                    <p:spTgt spid="142"/>
                  </p:tgtEl>
                </p:cond>
              </p:nextCondLst>
            </p:seq>
            <p:seq concurrent="1" nextAc="seek">
              <p:cTn id="66" restart="whenNotActive" fill="hold" evtFilter="cancelBubble" nodeType="interactiveSeq">
                <p:stCondLst>
                  <p:cond evt="onClick" delay="0">
                    <p:tgtEl>
                      <p:spTgt spid="148"/>
                    </p:tgtEl>
                  </p:cond>
                </p:stCondLst>
                <p:endSync evt="end" delay="0">
                  <p:rtn val="all"/>
                </p:endSync>
                <p:childTnLst>
                  <p:par>
                    <p:cTn id="67" fill="hold">
                      <p:stCondLst>
                        <p:cond delay="0"/>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6"/>
                                        </p:tgtEl>
                                        <p:attrNameLst>
                                          <p:attrName>style.visibility</p:attrName>
                                        </p:attrNameLst>
                                      </p:cBhvr>
                                      <p:to>
                                        <p:strVal val="visible"/>
                                      </p:to>
                                    </p:set>
                                  </p:childTnLst>
                                </p:cTn>
                              </p:par>
                              <p:par>
                                <p:cTn id="75" presetID="1" presetClass="exit" presetSubtype="0" fill="hold" nodeType="withEffect">
                                  <p:stCondLst>
                                    <p:cond delay="0"/>
                                  </p:stCondLst>
                                  <p:childTnLst>
                                    <p:set>
                                      <p:cBhvr>
                                        <p:cTn id="76" dur="1" fill="hold">
                                          <p:stCondLst>
                                            <p:cond delay="0"/>
                                          </p:stCondLst>
                                        </p:cTn>
                                        <p:tgtEl>
                                          <p:spTgt spid="152"/>
                                        </p:tgtEl>
                                        <p:attrNameLst>
                                          <p:attrName>style.visibility</p:attrName>
                                        </p:attrNameLst>
                                      </p:cBhvr>
                                      <p:to>
                                        <p:strVal val="hidden"/>
                                      </p:to>
                                    </p:set>
                                  </p:childTnLst>
                                </p:cTn>
                              </p:par>
                              <p:par>
                                <p:cTn id="77" presetID="1" presetClass="exit" presetSubtype="0" fill="hold" grpId="1" nodeType="withEffect">
                                  <p:stCondLst>
                                    <p:cond delay="0"/>
                                  </p:stCondLst>
                                  <p:childTnLst>
                                    <p:set>
                                      <p:cBhvr>
                                        <p:cTn id="78" dur="1" fill="hold">
                                          <p:stCondLst>
                                            <p:cond delay="0"/>
                                          </p:stCondLst>
                                        </p:cTn>
                                        <p:tgtEl>
                                          <p:spTgt spid="148"/>
                                        </p:tgtEl>
                                        <p:attrNameLst>
                                          <p:attrName>style.visibility</p:attrName>
                                        </p:attrNameLst>
                                      </p:cBhvr>
                                      <p:to>
                                        <p:strVal val="hidden"/>
                                      </p:to>
                                    </p:set>
                                  </p:childTnLst>
                                </p:cTn>
                              </p:par>
                            </p:childTnLst>
                          </p:cTn>
                        </p:par>
                      </p:childTnLst>
                    </p:cTn>
                  </p:par>
                </p:childTnLst>
              </p:cTn>
              <p:nextCondLst>
                <p:cond evt="onClick" delay="0">
                  <p:tgtEl>
                    <p:spTgt spid="148"/>
                  </p:tgtEl>
                </p:cond>
              </p:nextCondLst>
            </p:seq>
            <p:seq concurrent="1" nextAc="seek">
              <p:cTn id="79" restart="whenNotActive" fill="hold" evtFilter="cancelBubble" nodeType="interactiveSeq">
                <p:stCondLst>
                  <p:cond evt="onClick" delay="0">
                    <p:tgtEl>
                      <p:spTgt spid="149"/>
                    </p:tgtEl>
                  </p:cond>
                </p:stCondLst>
                <p:endSync evt="end" delay="0">
                  <p:rtn val="all"/>
                </p:endSync>
                <p:childTnLst>
                  <p:par>
                    <p:cTn id="80" fill="hold">
                      <p:stCondLst>
                        <p:cond delay="0"/>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55"/>
                                        </p:tgtEl>
                                        <p:attrNameLst>
                                          <p:attrName>style.visibility</p:attrName>
                                        </p:attrNameLst>
                                      </p:cBhvr>
                                      <p:to>
                                        <p:strVal val="visible"/>
                                      </p:to>
                                    </p:set>
                                  </p:childTnLst>
                                </p:cTn>
                              </p:par>
                              <p:par>
                                <p:cTn id="84" presetID="1" presetClass="exit" presetSubtype="0" fill="hold" grpId="1" nodeType="withEffect">
                                  <p:stCondLst>
                                    <p:cond delay="0"/>
                                  </p:stCondLst>
                                  <p:childTnLst>
                                    <p:set>
                                      <p:cBhvr>
                                        <p:cTn id="85" dur="1" fill="hold">
                                          <p:stCondLst>
                                            <p:cond delay="0"/>
                                          </p:stCondLst>
                                        </p:cTn>
                                        <p:tgtEl>
                                          <p:spTgt spid="149"/>
                                        </p:tgtEl>
                                        <p:attrNameLst>
                                          <p:attrName>style.visibility</p:attrName>
                                        </p:attrNameLst>
                                      </p:cBhvr>
                                      <p:to>
                                        <p:strVal val="hidden"/>
                                      </p:to>
                                    </p:set>
                                  </p:childTnLst>
                                </p:cTn>
                              </p:par>
                              <p:par>
                                <p:cTn id="86" presetID="1" presetClass="exit" presetSubtype="0" fill="hold" nodeType="withEffect">
                                  <p:stCondLst>
                                    <p:cond delay="0"/>
                                  </p:stCondLst>
                                  <p:childTnLst>
                                    <p:set>
                                      <p:cBhvr>
                                        <p:cTn id="87" dur="1" fill="hold">
                                          <p:stCondLst>
                                            <p:cond delay="0"/>
                                          </p:stCondLst>
                                        </p:cTn>
                                        <p:tgtEl>
                                          <p:spTgt spid="155"/>
                                        </p:tgtEl>
                                        <p:attrNameLst>
                                          <p:attrName>style.visibility</p:attrName>
                                        </p:attrNameLst>
                                      </p:cBhvr>
                                      <p:to>
                                        <p:strVal val="hidden"/>
                                      </p:to>
                                    </p:set>
                                  </p:childTnLst>
                                </p:cTn>
                              </p:par>
                              <p:par>
                                <p:cTn id="88" presetID="1" presetClass="entr" presetSubtype="0" fill="hold" grpId="0" nodeType="withEffect">
                                  <p:stCondLst>
                                    <p:cond delay="0"/>
                                  </p:stCondLst>
                                  <p:childTnLst>
                                    <p:set>
                                      <p:cBhvr>
                                        <p:cTn id="89" dur="1" fill="hold">
                                          <p:stCondLst>
                                            <p:cond delay="0"/>
                                          </p:stCondLst>
                                        </p:cTn>
                                        <p:tgtEl>
                                          <p:spTgt spid="5"/>
                                        </p:tgtEl>
                                        <p:attrNameLst>
                                          <p:attrName>style.visibility</p:attrName>
                                        </p:attrNameLst>
                                      </p:cBhvr>
                                      <p:to>
                                        <p:strVal val="visible"/>
                                      </p:to>
                                    </p:set>
                                  </p:childTnLst>
                                </p:cTn>
                              </p:par>
                            </p:childTnLst>
                          </p:cTn>
                        </p:par>
                      </p:childTnLst>
                    </p:cTn>
                  </p:par>
                </p:childTnLst>
              </p:cTn>
              <p:nextCondLst>
                <p:cond evt="onClick" delay="0">
                  <p:tgtEl>
                    <p:spTgt spid="149"/>
                  </p:tgtEl>
                </p:cond>
              </p:nextCondLst>
            </p:seq>
          </p:childTnLst>
        </p:cTn>
      </p:par>
    </p:tnLst>
    <p:bldLst>
      <p:bldP spid="83" grpId="0" animBg="1"/>
      <p:bldP spid="80" grpId="0" animBg="1"/>
      <p:bldP spid="81" grpId="0" animBg="1"/>
      <p:bldP spid="82" grpId="0" animBg="1"/>
      <p:bldP spid="52" grpId="0"/>
      <p:bldP spid="53" grpId="0" animBg="1"/>
      <p:bldP spid="54" grpId="0"/>
      <p:bldP spid="55" grpId="0"/>
      <p:bldP spid="134" grpId="0" animBg="1"/>
      <p:bldP spid="134" grpId="1" animBg="1"/>
      <p:bldP spid="142" grpId="0" animBg="1"/>
      <p:bldP spid="142" grpId="1" animBg="1"/>
      <p:bldP spid="148" grpId="0" animBg="1"/>
      <p:bldP spid="148" grpId="1" animBg="1"/>
      <p:bldP spid="149" grpId="0" animBg="1"/>
      <p:bldP spid="149" grpId="1" animBg="1"/>
      <p:bldP spid="61" grpId="0" animBg="1"/>
      <p:bldP spid="14" grpId="0" animBg="1"/>
      <p:bldP spid="24" grpId="0" animBg="1"/>
      <p:bldP spid="2" grpId="0"/>
      <p:bldP spid="96" grpId="0"/>
      <p:bldP spid="62" grpId="0" animBg="1"/>
      <p:bldP spid="4" grpId="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General principles">
            <a:extLst>
              <a:ext uri="{FF2B5EF4-FFF2-40B4-BE49-F238E27FC236}">
                <a16:creationId xmlns:a16="http://schemas.microsoft.com/office/drawing/2014/main" id="{28FF40F6-AE68-4F93-AF03-579668995187}"/>
              </a:ext>
            </a:extLst>
          </p:cNvPr>
          <p:cNvSpPr txBox="1"/>
          <p:nvPr/>
        </p:nvSpPr>
        <p:spPr>
          <a:xfrm>
            <a:off x="9224773" y="3121895"/>
            <a:ext cx="1990767" cy="408623"/>
          </a:xfrm>
          <a:prstGeom prst="roundRect">
            <a:avLst/>
          </a:prstGeom>
          <a:solidFill>
            <a:schemeClr val="tx1"/>
          </a:solidFill>
          <a:ln w="38100">
            <a:solidFill>
              <a:schemeClr val="tx1"/>
            </a:solidFill>
          </a:ln>
          <a:effectLst/>
        </p:spPr>
        <p:txBody>
          <a:bodyPr wrap="square" rtlCol="0">
            <a:spAutoFit/>
          </a:bodyPr>
          <a:lstStyle/>
          <a:p>
            <a:pPr algn="ctr"/>
            <a:r>
              <a:rPr lang="en-US" dirty="0">
                <a:solidFill>
                  <a:schemeClr val="bg1"/>
                </a:solidFill>
                <a:cs typeface="Calibri"/>
              </a:rPr>
              <a:t>General principles</a:t>
            </a:r>
            <a:endParaRPr lang="en-US" dirty="0">
              <a:solidFill>
                <a:schemeClr val="bg1"/>
              </a:solidFill>
            </a:endParaRPr>
          </a:p>
        </p:txBody>
      </p:sp>
      <p:sp>
        <p:nvSpPr>
          <p:cNvPr id="82" name="Special consideration">
            <a:extLst>
              <a:ext uri="{FF2B5EF4-FFF2-40B4-BE49-F238E27FC236}">
                <a16:creationId xmlns:a16="http://schemas.microsoft.com/office/drawing/2014/main" id="{2DC1BE92-8443-45E5-9CBF-04A6C0A9BEE4}"/>
              </a:ext>
            </a:extLst>
          </p:cNvPr>
          <p:cNvSpPr txBox="1"/>
          <p:nvPr/>
        </p:nvSpPr>
        <p:spPr>
          <a:xfrm>
            <a:off x="6173304" y="3121895"/>
            <a:ext cx="2435855" cy="408623"/>
          </a:xfrm>
          <a:prstGeom prst="roundRect">
            <a:avLst/>
          </a:prstGeom>
          <a:solidFill>
            <a:srgbClr val="4472C4"/>
          </a:solidFill>
          <a:ln w="38100">
            <a:solidFill>
              <a:schemeClr val="accent1"/>
            </a:solidFill>
          </a:ln>
          <a:effectLst/>
        </p:spPr>
        <p:txBody>
          <a:bodyPr wrap="square" rtlCol="0">
            <a:spAutoFit/>
          </a:bodyPr>
          <a:lstStyle/>
          <a:p>
            <a:pPr algn="ctr"/>
            <a:r>
              <a:rPr lang="en-US" dirty="0">
                <a:solidFill>
                  <a:schemeClr val="bg1"/>
                </a:solidFill>
                <a:cs typeface="Calibri"/>
              </a:rPr>
              <a:t>Special considerations</a:t>
            </a:r>
            <a:endParaRPr lang="en-US" dirty="0">
              <a:solidFill>
                <a:schemeClr val="bg1"/>
              </a:solidFill>
            </a:endParaRPr>
          </a:p>
        </p:txBody>
      </p:sp>
      <p:pic>
        <p:nvPicPr>
          <p:cNvPr id="50" name="Picture 49">
            <a:extLst>
              <a:ext uri="{FF2B5EF4-FFF2-40B4-BE49-F238E27FC236}">
                <a16:creationId xmlns:a16="http://schemas.microsoft.com/office/drawing/2014/main" id="{79DE6BB1-23FB-4980-B0F9-A3792261DE2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130" r="71272" b="9690"/>
          <a:stretch/>
        </p:blipFill>
        <p:spPr>
          <a:xfrm>
            <a:off x="2613908" y="124482"/>
            <a:ext cx="2863113" cy="6680864"/>
          </a:xfrm>
          <a:prstGeom prst="rect">
            <a:avLst/>
          </a:prstGeom>
        </p:spPr>
      </p:pic>
      <p:sp>
        <p:nvSpPr>
          <p:cNvPr id="3" name="TextBox 2">
            <a:extLst>
              <a:ext uri="{FF2B5EF4-FFF2-40B4-BE49-F238E27FC236}">
                <a16:creationId xmlns:a16="http://schemas.microsoft.com/office/drawing/2014/main" id="{3F7F531E-8922-4667-8E8A-C5A6AC1B0F92}"/>
              </a:ext>
            </a:extLst>
          </p:cNvPr>
          <p:cNvSpPr txBox="1"/>
          <p:nvPr/>
        </p:nvSpPr>
        <p:spPr>
          <a:xfrm>
            <a:off x="4501443" y="27514"/>
            <a:ext cx="3577701" cy="461665"/>
          </a:xfrm>
          <a:prstGeom prst="rect">
            <a:avLst/>
          </a:prstGeom>
          <a:noFill/>
        </p:spPr>
        <p:txBody>
          <a:bodyPr wrap="square" rtlCol="0">
            <a:spAutoFit/>
          </a:bodyPr>
          <a:lstStyle/>
          <a:p>
            <a:pPr algn="ctr"/>
            <a:r>
              <a:rPr lang="en-US" sz="2400" b="1" dirty="0"/>
              <a:t>Hypertensive Emergency</a:t>
            </a:r>
          </a:p>
        </p:txBody>
      </p:sp>
      <p:sp>
        <p:nvSpPr>
          <p:cNvPr id="52" name="TextBox 51">
            <a:extLst>
              <a:ext uri="{FF2B5EF4-FFF2-40B4-BE49-F238E27FC236}">
                <a16:creationId xmlns:a16="http://schemas.microsoft.com/office/drawing/2014/main" id="{A9949751-D63C-454F-A6D9-A12BBFEB6D91}"/>
              </a:ext>
            </a:extLst>
          </p:cNvPr>
          <p:cNvSpPr txBox="1"/>
          <p:nvPr/>
        </p:nvSpPr>
        <p:spPr>
          <a:xfrm>
            <a:off x="1884501" y="956655"/>
            <a:ext cx="201520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66688" indent="-166688">
              <a:buFont typeface="+mj-lt"/>
              <a:buAutoNum type="arabicPeriod"/>
            </a:pPr>
            <a:r>
              <a:rPr lang="en-US" sz="1600" dirty="0">
                <a:cs typeface="Calibri"/>
              </a:rPr>
              <a:t>Hypertensive  encephalopathy</a:t>
            </a:r>
          </a:p>
          <a:p>
            <a:pPr marL="166688" indent="-166688">
              <a:buFont typeface="+mj-lt"/>
              <a:buAutoNum type="arabicPeriod"/>
            </a:pPr>
            <a:r>
              <a:rPr lang="en-US" sz="1600" dirty="0">
                <a:cs typeface="Calibri"/>
              </a:rPr>
              <a:t>IPH or SAH</a:t>
            </a:r>
          </a:p>
          <a:p>
            <a:pPr marL="166688" indent="-166688">
              <a:buFont typeface="+mj-lt"/>
              <a:buAutoNum type="arabicPeriod"/>
            </a:pPr>
            <a:r>
              <a:rPr lang="en-US" sz="1600" dirty="0">
                <a:cs typeface="Calibri"/>
              </a:rPr>
              <a:t>Ischemic CVA</a:t>
            </a:r>
          </a:p>
        </p:txBody>
      </p:sp>
      <p:sp>
        <p:nvSpPr>
          <p:cNvPr id="53" name="TextBox 52">
            <a:extLst>
              <a:ext uri="{FF2B5EF4-FFF2-40B4-BE49-F238E27FC236}">
                <a16:creationId xmlns:a16="http://schemas.microsoft.com/office/drawing/2014/main" id="{92C6DC28-5584-4735-890E-907F26A70D4C}"/>
              </a:ext>
            </a:extLst>
          </p:cNvPr>
          <p:cNvSpPr txBox="1"/>
          <p:nvPr/>
        </p:nvSpPr>
        <p:spPr>
          <a:xfrm>
            <a:off x="1349330" y="2715756"/>
            <a:ext cx="1747309" cy="830997"/>
          </a:xfrm>
          <a:prstGeom prst="rect">
            <a:avLst/>
          </a:prstGeom>
          <a:solidFill>
            <a:schemeClr val="bg1">
              <a:alpha val="63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66688" indent="-166688">
              <a:buFont typeface="+mj-lt"/>
              <a:buAutoNum type="arabicPeriod"/>
            </a:pPr>
            <a:r>
              <a:rPr lang="en-US" sz="1600" dirty="0">
                <a:cs typeface="Arial"/>
              </a:rPr>
              <a:t>Acute LV failure</a:t>
            </a:r>
          </a:p>
          <a:p>
            <a:pPr marL="166688" indent="-166688">
              <a:buFont typeface="+mj-lt"/>
              <a:buAutoNum type="arabicPeriod"/>
            </a:pPr>
            <a:r>
              <a:rPr lang="en-US" sz="1600" dirty="0">
                <a:cs typeface="Arial"/>
              </a:rPr>
              <a:t>ACS</a:t>
            </a:r>
          </a:p>
          <a:p>
            <a:pPr marL="166688" indent="-166688">
              <a:buFont typeface="+mj-lt"/>
              <a:buAutoNum type="arabicPeriod"/>
            </a:pPr>
            <a:r>
              <a:rPr lang="en-US" sz="1600" dirty="0">
                <a:cs typeface="Arial"/>
              </a:rPr>
              <a:t>Aortic dissection</a:t>
            </a:r>
          </a:p>
        </p:txBody>
      </p:sp>
      <p:sp>
        <p:nvSpPr>
          <p:cNvPr id="54" name="TextBox 53">
            <a:extLst>
              <a:ext uri="{FF2B5EF4-FFF2-40B4-BE49-F238E27FC236}">
                <a16:creationId xmlns:a16="http://schemas.microsoft.com/office/drawing/2014/main" id="{5011FE7C-405E-4A56-83D9-AE4C86BC07BB}"/>
              </a:ext>
            </a:extLst>
          </p:cNvPr>
          <p:cNvSpPr txBox="1"/>
          <p:nvPr/>
        </p:nvSpPr>
        <p:spPr>
          <a:xfrm>
            <a:off x="1410376" y="4399539"/>
            <a:ext cx="220418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cs typeface="Calibri"/>
              </a:rPr>
              <a:t>Rapidly ↑ Cr </a:t>
            </a:r>
            <a:endParaRPr lang="en-US" sz="2000" dirty="0">
              <a:cs typeface="Calibri"/>
            </a:endParaRPr>
          </a:p>
        </p:txBody>
      </p:sp>
      <p:sp>
        <p:nvSpPr>
          <p:cNvPr id="55" name="TextBox 54">
            <a:extLst>
              <a:ext uri="{FF2B5EF4-FFF2-40B4-BE49-F238E27FC236}">
                <a16:creationId xmlns:a16="http://schemas.microsoft.com/office/drawing/2014/main" id="{69A8AC3D-F83D-492D-B016-58219D212C0D}"/>
              </a:ext>
            </a:extLst>
          </p:cNvPr>
          <p:cNvSpPr txBox="1"/>
          <p:nvPr/>
        </p:nvSpPr>
        <p:spPr>
          <a:xfrm>
            <a:off x="168414" y="5481990"/>
            <a:ext cx="3763438"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66688" indent="-166688">
              <a:buFont typeface="+mj-lt"/>
              <a:buAutoNum type="arabicPeriod"/>
            </a:pPr>
            <a:r>
              <a:rPr lang="en-US" sz="1600" dirty="0"/>
              <a:t>Eclampsia</a:t>
            </a:r>
          </a:p>
          <a:p>
            <a:pPr marL="166688" indent="-166688">
              <a:buFont typeface="+mj-lt"/>
              <a:buAutoNum type="arabicPeriod"/>
            </a:pPr>
            <a:r>
              <a:rPr lang="en-US" sz="1600" dirty="0">
                <a:cs typeface="Calibri" panose="020F0502020204030204"/>
              </a:rPr>
              <a:t>Thrombotic microangiopathy</a:t>
            </a:r>
            <a:endParaRPr lang="en-US" sz="2000" dirty="0">
              <a:cs typeface="Calibri" panose="020F0502020204030204"/>
            </a:endParaRPr>
          </a:p>
          <a:p>
            <a:pPr marL="166688" indent="-166688">
              <a:buFont typeface="+mj-lt"/>
              <a:buAutoNum type="arabicPeriod"/>
            </a:pPr>
            <a:r>
              <a:rPr lang="en-US" sz="1600" dirty="0"/>
              <a:t>Pheochromocytoma</a:t>
            </a:r>
          </a:p>
          <a:p>
            <a:pPr marL="166688" indent="-166688">
              <a:buFont typeface="+mj-lt"/>
              <a:buAutoNum type="arabicPeriod"/>
            </a:pPr>
            <a:r>
              <a:rPr lang="en-US" sz="1600" dirty="0">
                <a:cs typeface="Calibri"/>
              </a:rPr>
              <a:t>Ingestion of sympathomimetic agents</a:t>
            </a:r>
          </a:p>
        </p:txBody>
      </p:sp>
      <p:pic>
        <p:nvPicPr>
          <p:cNvPr id="22" name="teachIM logo" descr="Icon&#10;&#10;Description automatically generated">
            <a:extLst>
              <a:ext uri="{FF2B5EF4-FFF2-40B4-BE49-F238E27FC236}">
                <a16:creationId xmlns:a16="http://schemas.microsoft.com/office/drawing/2014/main" id="{9941794D-0E4C-4929-897A-E61CE338C30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31041" y="6350056"/>
            <a:ext cx="1387970" cy="507944"/>
          </a:xfrm>
          <a:prstGeom prst="rect">
            <a:avLst/>
          </a:prstGeom>
        </p:spPr>
      </p:pic>
      <p:grpSp>
        <p:nvGrpSpPr>
          <p:cNvPr id="60" name="Group 59">
            <a:extLst>
              <a:ext uri="{FF2B5EF4-FFF2-40B4-BE49-F238E27FC236}">
                <a16:creationId xmlns:a16="http://schemas.microsoft.com/office/drawing/2014/main" id="{4835A159-F4EF-4728-A2AD-F79222185ED7}"/>
              </a:ext>
            </a:extLst>
          </p:cNvPr>
          <p:cNvGrpSpPr/>
          <p:nvPr/>
        </p:nvGrpSpPr>
        <p:grpSpPr>
          <a:xfrm>
            <a:off x="3840311" y="1070127"/>
            <a:ext cx="473313" cy="145064"/>
            <a:chOff x="3840311" y="1070127"/>
            <a:chExt cx="473313" cy="145064"/>
          </a:xfrm>
        </p:grpSpPr>
        <p:grpSp>
          <p:nvGrpSpPr>
            <p:cNvPr id="51" name="Group 50">
              <a:extLst>
                <a:ext uri="{FF2B5EF4-FFF2-40B4-BE49-F238E27FC236}">
                  <a16:creationId xmlns:a16="http://schemas.microsoft.com/office/drawing/2014/main" id="{BC08AE30-4533-4394-9BB3-8E5D2819ABC7}"/>
                </a:ext>
              </a:extLst>
            </p:cNvPr>
            <p:cNvGrpSpPr/>
            <p:nvPr/>
          </p:nvGrpSpPr>
          <p:grpSpPr>
            <a:xfrm>
              <a:off x="3840311" y="1070127"/>
              <a:ext cx="473313" cy="145064"/>
              <a:chOff x="3773004" y="1461708"/>
              <a:chExt cx="473313" cy="165887"/>
            </a:xfrm>
          </p:grpSpPr>
          <p:sp>
            <p:nvSpPr>
              <p:cNvPr id="36" name="Oval 35">
                <a:extLst>
                  <a:ext uri="{FF2B5EF4-FFF2-40B4-BE49-F238E27FC236}">
                    <a16:creationId xmlns:a16="http://schemas.microsoft.com/office/drawing/2014/main" id="{FE3501BD-D31F-461C-9954-E8208D0C3473}"/>
                  </a:ext>
                </a:extLst>
              </p:cNvPr>
              <p:cNvSpPr/>
              <p:nvPr/>
            </p:nvSpPr>
            <p:spPr>
              <a:xfrm>
                <a:off x="4110001" y="1461708"/>
                <a:ext cx="136316" cy="16156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EAC39E4F-678C-44FD-B183-998BE9406AAA}"/>
                  </a:ext>
                </a:extLst>
              </p:cNvPr>
              <p:cNvSpPr/>
              <p:nvPr/>
            </p:nvSpPr>
            <p:spPr>
              <a:xfrm>
                <a:off x="3773004" y="1466028"/>
                <a:ext cx="136316" cy="16156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Oval 55">
              <a:extLst>
                <a:ext uri="{FF2B5EF4-FFF2-40B4-BE49-F238E27FC236}">
                  <a16:creationId xmlns:a16="http://schemas.microsoft.com/office/drawing/2014/main" id="{DF3ADDF2-3A2A-4042-81F3-9D4A242EA7F0}"/>
                </a:ext>
              </a:extLst>
            </p:cNvPr>
            <p:cNvSpPr/>
            <p:nvPr/>
          </p:nvSpPr>
          <p:spPr>
            <a:xfrm>
              <a:off x="3886133" y="112179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6F158DF4-616A-4088-B489-01A50074152A}"/>
                </a:ext>
              </a:extLst>
            </p:cNvPr>
            <p:cNvSpPr/>
            <p:nvPr/>
          </p:nvSpPr>
          <p:spPr>
            <a:xfrm>
              <a:off x="4214766" y="112179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 name="Freeform: Shape 60">
            <a:extLst>
              <a:ext uri="{FF2B5EF4-FFF2-40B4-BE49-F238E27FC236}">
                <a16:creationId xmlns:a16="http://schemas.microsoft.com/office/drawing/2014/main" id="{22E2668D-CCF4-431A-90F4-1626E966B332}"/>
              </a:ext>
            </a:extLst>
          </p:cNvPr>
          <p:cNvSpPr/>
          <p:nvPr/>
        </p:nvSpPr>
        <p:spPr>
          <a:xfrm>
            <a:off x="3763420" y="1932168"/>
            <a:ext cx="716275" cy="1817817"/>
          </a:xfrm>
          <a:custGeom>
            <a:avLst/>
            <a:gdLst>
              <a:gd name="connsiteX0" fmla="*/ 261468 w 747402"/>
              <a:gd name="connsiteY0" fmla="*/ 267921 h 1868472"/>
              <a:gd name="connsiteX1" fmla="*/ 293218 w 747402"/>
              <a:gd name="connsiteY1" fmla="*/ 58371 h 1868472"/>
              <a:gd name="connsiteX2" fmla="*/ 477368 w 747402"/>
              <a:gd name="connsiteY2" fmla="*/ 7571 h 1868472"/>
              <a:gd name="connsiteX3" fmla="*/ 636118 w 747402"/>
              <a:gd name="connsiteY3" fmla="*/ 191721 h 1868472"/>
              <a:gd name="connsiteX4" fmla="*/ 629768 w 747402"/>
              <a:gd name="connsiteY4" fmla="*/ 769571 h 1868472"/>
              <a:gd name="connsiteX5" fmla="*/ 598018 w 747402"/>
              <a:gd name="connsiteY5" fmla="*/ 1468071 h 1868472"/>
              <a:gd name="connsiteX6" fmla="*/ 712318 w 747402"/>
              <a:gd name="connsiteY6" fmla="*/ 1696671 h 1868472"/>
              <a:gd name="connsiteX7" fmla="*/ 737718 w 747402"/>
              <a:gd name="connsiteY7" fmla="*/ 1779221 h 1868472"/>
              <a:gd name="connsiteX8" fmla="*/ 566268 w 747402"/>
              <a:gd name="connsiteY8" fmla="*/ 1791921 h 1868472"/>
              <a:gd name="connsiteX9" fmla="*/ 382118 w 747402"/>
              <a:gd name="connsiteY9" fmla="*/ 1423621 h 1868472"/>
              <a:gd name="connsiteX10" fmla="*/ 147168 w 747402"/>
              <a:gd name="connsiteY10" fmla="*/ 1798271 h 1868472"/>
              <a:gd name="connsiteX11" fmla="*/ 77318 w 747402"/>
              <a:gd name="connsiteY11" fmla="*/ 1868121 h 1868472"/>
              <a:gd name="connsiteX12" fmla="*/ 7468 w 747402"/>
              <a:gd name="connsiteY12" fmla="*/ 1791921 h 1868472"/>
              <a:gd name="connsiteX13" fmla="*/ 267818 w 747402"/>
              <a:gd name="connsiteY13" fmla="*/ 1341071 h 1868472"/>
              <a:gd name="connsiteX14" fmla="*/ 458318 w 747402"/>
              <a:gd name="connsiteY14" fmla="*/ 1061671 h 1868472"/>
              <a:gd name="connsiteX15" fmla="*/ 528168 w 747402"/>
              <a:gd name="connsiteY15" fmla="*/ 560021 h 1868472"/>
              <a:gd name="connsiteX16" fmla="*/ 521818 w 747402"/>
              <a:gd name="connsiteY16" fmla="*/ 210771 h 1868472"/>
              <a:gd name="connsiteX17" fmla="*/ 445618 w 747402"/>
              <a:gd name="connsiteY17" fmla="*/ 134571 h 1868472"/>
              <a:gd name="connsiteX18" fmla="*/ 375768 w 747402"/>
              <a:gd name="connsiteY18" fmla="*/ 179021 h 1868472"/>
              <a:gd name="connsiteX19" fmla="*/ 375768 w 747402"/>
              <a:gd name="connsiteY19" fmla="*/ 293321 h 1868472"/>
              <a:gd name="connsiteX20" fmla="*/ 344018 w 747402"/>
              <a:gd name="connsiteY20" fmla="*/ 356821 h 1868472"/>
              <a:gd name="connsiteX21" fmla="*/ 261468 w 747402"/>
              <a:gd name="connsiteY21" fmla="*/ 267921 h 1868472"/>
              <a:gd name="connsiteX0" fmla="*/ 261468 w 747402"/>
              <a:gd name="connsiteY0" fmla="*/ 267921 h 1868472"/>
              <a:gd name="connsiteX1" fmla="*/ 293218 w 747402"/>
              <a:gd name="connsiteY1" fmla="*/ 58371 h 1868472"/>
              <a:gd name="connsiteX2" fmla="*/ 477368 w 747402"/>
              <a:gd name="connsiteY2" fmla="*/ 7571 h 1868472"/>
              <a:gd name="connsiteX3" fmla="*/ 636118 w 747402"/>
              <a:gd name="connsiteY3" fmla="*/ 191721 h 1868472"/>
              <a:gd name="connsiteX4" fmla="*/ 629768 w 747402"/>
              <a:gd name="connsiteY4" fmla="*/ 769571 h 1868472"/>
              <a:gd name="connsiteX5" fmla="*/ 598018 w 747402"/>
              <a:gd name="connsiteY5" fmla="*/ 1468071 h 1868472"/>
              <a:gd name="connsiteX6" fmla="*/ 712318 w 747402"/>
              <a:gd name="connsiteY6" fmla="*/ 1696671 h 1868472"/>
              <a:gd name="connsiteX7" fmla="*/ 737718 w 747402"/>
              <a:gd name="connsiteY7" fmla="*/ 1779221 h 1868472"/>
              <a:gd name="connsiteX8" fmla="*/ 566268 w 747402"/>
              <a:gd name="connsiteY8" fmla="*/ 1791921 h 1868472"/>
              <a:gd name="connsiteX9" fmla="*/ 382118 w 747402"/>
              <a:gd name="connsiteY9" fmla="*/ 1423621 h 1868472"/>
              <a:gd name="connsiteX10" fmla="*/ 147168 w 747402"/>
              <a:gd name="connsiteY10" fmla="*/ 1798271 h 1868472"/>
              <a:gd name="connsiteX11" fmla="*/ 77318 w 747402"/>
              <a:gd name="connsiteY11" fmla="*/ 1868121 h 1868472"/>
              <a:gd name="connsiteX12" fmla="*/ 7468 w 747402"/>
              <a:gd name="connsiteY12" fmla="*/ 1791921 h 1868472"/>
              <a:gd name="connsiteX13" fmla="*/ 267818 w 747402"/>
              <a:gd name="connsiteY13" fmla="*/ 1341071 h 1868472"/>
              <a:gd name="connsiteX14" fmla="*/ 356718 w 747402"/>
              <a:gd name="connsiteY14" fmla="*/ 1106121 h 1868472"/>
              <a:gd name="connsiteX15" fmla="*/ 528168 w 747402"/>
              <a:gd name="connsiteY15" fmla="*/ 560021 h 1868472"/>
              <a:gd name="connsiteX16" fmla="*/ 521818 w 747402"/>
              <a:gd name="connsiteY16" fmla="*/ 210771 h 1868472"/>
              <a:gd name="connsiteX17" fmla="*/ 445618 w 747402"/>
              <a:gd name="connsiteY17" fmla="*/ 134571 h 1868472"/>
              <a:gd name="connsiteX18" fmla="*/ 375768 w 747402"/>
              <a:gd name="connsiteY18" fmla="*/ 179021 h 1868472"/>
              <a:gd name="connsiteX19" fmla="*/ 375768 w 747402"/>
              <a:gd name="connsiteY19" fmla="*/ 293321 h 1868472"/>
              <a:gd name="connsiteX20" fmla="*/ 344018 w 747402"/>
              <a:gd name="connsiteY20" fmla="*/ 356821 h 1868472"/>
              <a:gd name="connsiteX21" fmla="*/ 261468 w 747402"/>
              <a:gd name="connsiteY21" fmla="*/ 267921 h 1868472"/>
              <a:gd name="connsiteX0" fmla="*/ 261468 w 747402"/>
              <a:gd name="connsiteY0" fmla="*/ 267921 h 1868472"/>
              <a:gd name="connsiteX1" fmla="*/ 293218 w 747402"/>
              <a:gd name="connsiteY1" fmla="*/ 58371 h 1868472"/>
              <a:gd name="connsiteX2" fmla="*/ 477368 w 747402"/>
              <a:gd name="connsiteY2" fmla="*/ 7571 h 1868472"/>
              <a:gd name="connsiteX3" fmla="*/ 636118 w 747402"/>
              <a:gd name="connsiteY3" fmla="*/ 191721 h 1868472"/>
              <a:gd name="connsiteX4" fmla="*/ 642468 w 747402"/>
              <a:gd name="connsiteY4" fmla="*/ 648921 h 1868472"/>
              <a:gd name="connsiteX5" fmla="*/ 598018 w 747402"/>
              <a:gd name="connsiteY5" fmla="*/ 1468071 h 1868472"/>
              <a:gd name="connsiteX6" fmla="*/ 712318 w 747402"/>
              <a:gd name="connsiteY6" fmla="*/ 1696671 h 1868472"/>
              <a:gd name="connsiteX7" fmla="*/ 737718 w 747402"/>
              <a:gd name="connsiteY7" fmla="*/ 1779221 h 1868472"/>
              <a:gd name="connsiteX8" fmla="*/ 566268 w 747402"/>
              <a:gd name="connsiteY8" fmla="*/ 1791921 h 1868472"/>
              <a:gd name="connsiteX9" fmla="*/ 382118 w 747402"/>
              <a:gd name="connsiteY9" fmla="*/ 1423621 h 1868472"/>
              <a:gd name="connsiteX10" fmla="*/ 147168 w 747402"/>
              <a:gd name="connsiteY10" fmla="*/ 1798271 h 1868472"/>
              <a:gd name="connsiteX11" fmla="*/ 77318 w 747402"/>
              <a:gd name="connsiteY11" fmla="*/ 1868121 h 1868472"/>
              <a:gd name="connsiteX12" fmla="*/ 7468 w 747402"/>
              <a:gd name="connsiteY12" fmla="*/ 1791921 h 1868472"/>
              <a:gd name="connsiteX13" fmla="*/ 267818 w 747402"/>
              <a:gd name="connsiteY13" fmla="*/ 1341071 h 1868472"/>
              <a:gd name="connsiteX14" fmla="*/ 356718 w 747402"/>
              <a:gd name="connsiteY14" fmla="*/ 1106121 h 1868472"/>
              <a:gd name="connsiteX15" fmla="*/ 528168 w 747402"/>
              <a:gd name="connsiteY15" fmla="*/ 560021 h 1868472"/>
              <a:gd name="connsiteX16" fmla="*/ 521818 w 747402"/>
              <a:gd name="connsiteY16" fmla="*/ 210771 h 1868472"/>
              <a:gd name="connsiteX17" fmla="*/ 445618 w 747402"/>
              <a:gd name="connsiteY17" fmla="*/ 134571 h 1868472"/>
              <a:gd name="connsiteX18" fmla="*/ 375768 w 747402"/>
              <a:gd name="connsiteY18" fmla="*/ 179021 h 1868472"/>
              <a:gd name="connsiteX19" fmla="*/ 375768 w 747402"/>
              <a:gd name="connsiteY19" fmla="*/ 293321 h 1868472"/>
              <a:gd name="connsiteX20" fmla="*/ 344018 w 747402"/>
              <a:gd name="connsiteY20" fmla="*/ 356821 h 1868472"/>
              <a:gd name="connsiteX21" fmla="*/ 261468 w 747402"/>
              <a:gd name="connsiteY21" fmla="*/ 267921 h 1868472"/>
              <a:gd name="connsiteX0" fmla="*/ 261468 w 747402"/>
              <a:gd name="connsiteY0" fmla="*/ 267921 h 1868472"/>
              <a:gd name="connsiteX1" fmla="*/ 293218 w 747402"/>
              <a:gd name="connsiteY1" fmla="*/ 58371 h 1868472"/>
              <a:gd name="connsiteX2" fmla="*/ 477368 w 747402"/>
              <a:gd name="connsiteY2" fmla="*/ 7571 h 1868472"/>
              <a:gd name="connsiteX3" fmla="*/ 636118 w 747402"/>
              <a:gd name="connsiteY3" fmla="*/ 191721 h 1868472"/>
              <a:gd name="connsiteX4" fmla="*/ 642468 w 747402"/>
              <a:gd name="connsiteY4" fmla="*/ 648921 h 1868472"/>
              <a:gd name="connsiteX5" fmla="*/ 473778 w 747402"/>
              <a:gd name="connsiteY5" fmla="*/ 1171484 h 1868472"/>
              <a:gd name="connsiteX6" fmla="*/ 598018 w 747402"/>
              <a:gd name="connsiteY6" fmla="*/ 1468071 h 1868472"/>
              <a:gd name="connsiteX7" fmla="*/ 712318 w 747402"/>
              <a:gd name="connsiteY7" fmla="*/ 1696671 h 1868472"/>
              <a:gd name="connsiteX8" fmla="*/ 737718 w 747402"/>
              <a:gd name="connsiteY8" fmla="*/ 1779221 h 1868472"/>
              <a:gd name="connsiteX9" fmla="*/ 566268 w 747402"/>
              <a:gd name="connsiteY9" fmla="*/ 1791921 h 1868472"/>
              <a:gd name="connsiteX10" fmla="*/ 382118 w 747402"/>
              <a:gd name="connsiteY10" fmla="*/ 1423621 h 1868472"/>
              <a:gd name="connsiteX11" fmla="*/ 147168 w 747402"/>
              <a:gd name="connsiteY11" fmla="*/ 1798271 h 1868472"/>
              <a:gd name="connsiteX12" fmla="*/ 77318 w 747402"/>
              <a:gd name="connsiteY12" fmla="*/ 1868121 h 1868472"/>
              <a:gd name="connsiteX13" fmla="*/ 7468 w 747402"/>
              <a:gd name="connsiteY13" fmla="*/ 1791921 h 1868472"/>
              <a:gd name="connsiteX14" fmla="*/ 267818 w 747402"/>
              <a:gd name="connsiteY14" fmla="*/ 1341071 h 1868472"/>
              <a:gd name="connsiteX15" fmla="*/ 356718 w 747402"/>
              <a:gd name="connsiteY15" fmla="*/ 1106121 h 1868472"/>
              <a:gd name="connsiteX16" fmla="*/ 528168 w 747402"/>
              <a:gd name="connsiteY16" fmla="*/ 560021 h 1868472"/>
              <a:gd name="connsiteX17" fmla="*/ 521818 w 747402"/>
              <a:gd name="connsiteY17" fmla="*/ 210771 h 1868472"/>
              <a:gd name="connsiteX18" fmla="*/ 445618 w 747402"/>
              <a:gd name="connsiteY18" fmla="*/ 134571 h 1868472"/>
              <a:gd name="connsiteX19" fmla="*/ 375768 w 747402"/>
              <a:gd name="connsiteY19" fmla="*/ 179021 h 1868472"/>
              <a:gd name="connsiteX20" fmla="*/ 375768 w 747402"/>
              <a:gd name="connsiteY20" fmla="*/ 293321 h 1868472"/>
              <a:gd name="connsiteX21" fmla="*/ 344018 w 747402"/>
              <a:gd name="connsiteY21" fmla="*/ 356821 h 1868472"/>
              <a:gd name="connsiteX22" fmla="*/ 261468 w 747402"/>
              <a:gd name="connsiteY22" fmla="*/ 267921 h 1868472"/>
              <a:gd name="connsiteX0" fmla="*/ 261468 w 747402"/>
              <a:gd name="connsiteY0" fmla="*/ 267921 h 1868472"/>
              <a:gd name="connsiteX1" fmla="*/ 293218 w 747402"/>
              <a:gd name="connsiteY1" fmla="*/ 58371 h 1868472"/>
              <a:gd name="connsiteX2" fmla="*/ 477368 w 747402"/>
              <a:gd name="connsiteY2" fmla="*/ 7571 h 1868472"/>
              <a:gd name="connsiteX3" fmla="*/ 636118 w 747402"/>
              <a:gd name="connsiteY3" fmla="*/ 191721 h 1868472"/>
              <a:gd name="connsiteX4" fmla="*/ 642468 w 747402"/>
              <a:gd name="connsiteY4" fmla="*/ 648921 h 1868472"/>
              <a:gd name="connsiteX5" fmla="*/ 473778 w 747402"/>
              <a:gd name="connsiteY5" fmla="*/ 1234984 h 1868472"/>
              <a:gd name="connsiteX6" fmla="*/ 598018 w 747402"/>
              <a:gd name="connsiteY6" fmla="*/ 1468071 h 1868472"/>
              <a:gd name="connsiteX7" fmla="*/ 712318 w 747402"/>
              <a:gd name="connsiteY7" fmla="*/ 1696671 h 1868472"/>
              <a:gd name="connsiteX8" fmla="*/ 737718 w 747402"/>
              <a:gd name="connsiteY8" fmla="*/ 1779221 h 1868472"/>
              <a:gd name="connsiteX9" fmla="*/ 566268 w 747402"/>
              <a:gd name="connsiteY9" fmla="*/ 1791921 h 1868472"/>
              <a:gd name="connsiteX10" fmla="*/ 382118 w 747402"/>
              <a:gd name="connsiteY10" fmla="*/ 1423621 h 1868472"/>
              <a:gd name="connsiteX11" fmla="*/ 147168 w 747402"/>
              <a:gd name="connsiteY11" fmla="*/ 1798271 h 1868472"/>
              <a:gd name="connsiteX12" fmla="*/ 77318 w 747402"/>
              <a:gd name="connsiteY12" fmla="*/ 1868121 h 1868472"/>
              <a:gd name="connsiteX13" fmla="*/ 7468 w 747402"/>
              <a:gd name="connsiteY13" fmla="*/ 1791921 h 1868472"/>
              <a:gd name="connsiteX14" fmla="*/ 267818 w 747402"/>
              <a:gd name="connsiteY14" fmla="*/ 1341071 h 1868472"/>
              <a:gd name="connsiteX15" fmla="*/ 356718 w 747402"/>
              <a:gd name="connsiteY15" fmla="*/ 1106121 h 1868472"/>
              <a:gd name="connsiteX16" fmla="*/ 528168 w 747402"/>
              <a:gd name="connsiteY16" fmla="*/ 560021 h 1868472"/>
              <a:gd name="connsiteX17" fmla="*/ 521818 w 747402"/>
              <a:gd name="connsiteY17" fmla="*/ 210771 h 1868472"/>
              <a:gd name="connsiteX18" fmla="*/ 445618 w 747402"/>
              <a:gd name="connsiteY18" fmla="*/ 134571 h 1868472"/>
              <a:gd name="connsiteX19" fmla="*/ 375768 w 747402"/>
              <a:gd name="connsiteY19" fmla="*/ 179021 h 1868472"/>
              <a:gd name="connsiteX20" fmla="*/ 375768 w 747402"/>
              <a:gd name="connsiteY20" fmla="*/ 293321 h 1868472"/>
              <a:gd name="connsiteX21" fmla="*/ 344018 w 747402"/>
              <a:gd name="connsiteY21" fmla="*/ 356821 h 1868472"/>
              <a:gd name="connsiteX22" fmla="*/ 261468 w 747402"/>
              <a:gd name="connsiteY22" fmla="*/ 267921 h 1868472"/>
              <a:gd name="connsiteX0" fmla="*/ 261468 w 747585"/>
              <a:gd name="connsiteY0" fmla="*/ 267921 h 1868472"/>
              <a:gd name="connsiteX1" fmla="*/ 293218 w 747585"/>
              <a:gd name="connsiteY1" fmla="*/ 58371 h 1868472"/>
              <a:gd name="connsiteX2" fmla="*/ 477368 w 747585"/>
              <a:gd name="connsiteY2" fmla="*/ 7571 h 1868472"/>
              <a:gd name="connsiteX3" fmla="*/ 636118 w 747585"/>
              <a:gd name="connsiteY3" fmla="*/ 191721 h 1868472"/>
              <a:gd name="connsiteX4" fmla="*/ 642468 w 747585"/>
              <a:gd name="connsiteY4" fmla="*/ 648921 h 1868472"/>
              <a:gd name="connsiteX5" fmla="*/ 473778 w 747585"/>
              <a:gd name="connsiteY5" fmla="*/ 1234984 h 1868472"/>
              <a:gd name="connsiteX6" fmla="*/ 591668 w 747585"/>
              <a:gd name="connsiteY6" fmla="*/ 1531571 h 1868472"/>
              <a:gd name="connsiteX7" fmla="*/ 712318 w 747585"/>
              <a:gd name="connsiteY7" fmla="*/ 1696671 h 1868472"/>
              <a:gd name="connsiteX8" fmla="*/ 737718 w 747585"/>
              <a:gd name="connsiteY8" fmla="*/ 1779221 h 1868472"/>
              <a:gd name="connsiteX9" fmla="*/ 566268 w 747585"/>
              <a:gd name="connsiteY9" fmla="*/ 1791921 h 1868472"/>
              <a:gd name="connsiteX10" fmla="*/ 382118 w 747585"/>
              <a:gd name="connsiteY10" fmla="*/ 1423621 h 1868472"/>
              <a:gd name="connsiteX11" fmla="*/ 147168 w 747585"/>
              <a:gd name="connsiteY11" fmla="*/ 1798271 h 1868472"/>
              <a:gd name="connsiteX12" fmla="*/ 77318 w 747585"/>
              <a:gd name="connsiteY12" fmla="*/ 1868121 h 1868472"/>
              <a:gd name="connsiteX13" fmla="*/ 7468 w 747585"/>
              <a:gd name="connsiteY13" fmla="*/ 1791921 h 1868472"/>
              <a:gd name="connsiteX14" fmla="*/ 267818 w 747585"/>
              <a:gd name="connsiteY14" fmla="*/ 1341071 h 1868472"/>
              <a:gd name="connsiteX15" fmla="*/ 356718 w 747585"/>
              <a:gd name="connsiteY15" fmla="*/ 1106121 h 1868472"/>
              <a:gd name="connsiteX16" fmla="*/ 528168 w 747585"/>
              <a:gd name="connsiteY16" fmla="*/ 560021 h 1868472"/>
              <a:gd name="connsiteX17" fmla="*/ 521818 w 747585"/>
              <a:gd name="connsiteY17" fmla="*/ 210771 h 1868472"/>
              <a:gd name="connsiteX18" fmla="*/ 445618 w 747585"/>
              <a:gd name="connsiteY18" fmla="*/ 134571 h 1868472"/>
              <a:gd name="connsiteX19" fmla="*/ 375768 w 747585"/>
              <a:gd name="connsiteY19" fmla="*/ 179021 h 1868472"/>
              <a:gd name="connsiteX20" fmla="*/ 375768 w 747585"/>
              <a:gd name="connsiteY20" fmla="*/ 293321 h 1868472"/>
              <a:gd name="connsiteX21" fmla="*/ 344018 w 747585"/>
              <a:gd name="connsiteY21" fmla="*/ 356821 h 1868472"/>
              <a:gd name="connsiteX22" fmla="*/ 261468 w 747585"/>
              <a:gd name="connsiteY22" fmla="*/ 267921 h 1868472"/>
              <a:gd name="connsiteX0" fmla="*/ 261468 w 715997"/>
              <a:gd name="connsiteY0" fmla="*/ 267921 h 1868472"/>
              <a:gd name="connsiteX1" fmla="*/ 293218 w 715997"/>
              <a:gd name="connsiteY1" fmla="*/ 58371 h 1868472"/>
              <a:gd name="connsiteX2" fmla="*/ 477368 w 715997"/>
              <a:gd name="connsiteY2" fmla="*/ 7571 h 1868472"/>
              <a:gd name="connsiteX3" fmla="*/ 636118 w 715997"/>
              <a:gd name="connsiteY3" fmla="*/ 191721 h 1868472"/>
              <a:gd name="connsiteX4" fmla="*/ 642468 w 715997"/>
              <a:gd name="connsiteY4" fmla="*/ 648921 h 1868472"/>
              <a:gd name="connsiteX5" fmla="*/ 473778 w 715997"/>
              <a:gd name="connsiteY5" fmla="*/ 1234984 h 1868472"/>
              <a:gd name="connsiteX6" fmla="*/ 591668 w 715997"/>
              <a:gd name="connsiteY6" fmla="*/ 1531571 h 1868472"/>
              <a:gd name="connsiteX7" fmla="*/ 712318 w 715997"/>
              <a:gd name="connsiteY7" fmla="*/ 1696671 h 1868472"/>
              <a:gd name="connsiteX8" fmla="*/ 674218 w 715997"/>
              <a:gd name="connsiteY8" fmla="*/ 1766521 h 1868472"/>
              <a:gd name="connsiteX9" fmla="*/ 566268 w 715997"/>
              <a:gd name="connsiteY9" fmla="*/ 1791921 h 1868472"/>
              <a:gd name="connsiteX10" fmla="*/ 382118 w 715997"/>
              <a:gd name="connsiteY10" fmla="*/ 1423621 h 1868472"/>
              <a:gd name="connsiteX11" fmla="*/ 147168 w 715997"/>
              <a:gd name="connsiteY11" fmla="*/ 1798271 h 1868472"/>
              <a:gd name="connsiteX12" fmla="*/ 77318 w 715997"/>
              <a:gd name="connsiteY12" fmla="*/ 1868121 h 1868472"/>
              <a:gd name="connsiteX13" fmla="*/ 7468 w 715997"/>
              <a:gd name="connsiteY13" fmla="*/ 1791921 h 1868472"/>
              <a:gd name="connsiteX14" fmla="*/ 267818 w 715997"/>
              <a:gd name="connsiteY14" fmla="*/ 1341071 h 1868472"/>
              <a:gd name="connsiteX15" fmla="*/ 356718 w 715997"/>
              <a:gd name="connsiteY15" fmla="*/ 1106121 h 1868472"/>
              <a:gd name="connsiteX16" fmla="*/ 528168 w 715997"/>
              <a:gd name="connsiteY16" fmla="*/ 560021 h 1868472"/>
              <a:gd name="connsiteX17" fmla="*/ 521818 w 715997"/>
              <a:gd name="connsiteY17" fmla="*/ 210771 h 1868472"/>
              <a:gd name="connsiteX18" fmla="*/ 445618 w 715997"/>
              <a:gd name="connsiteY18" fmla="*/ 134571 h 1868472"/>
              <a:gd name="connsiteX19" fmla="*/ 375768 w 715997"/>
              <a:gd name="connsiteY19" fmla="*/ 179021 h 1868472"/>
              <a:gd name="connsiteX20" fmla="*/ 375768 w 715997"/>
              <a:gd name="connsiteY20" fmla="*/ 293321 h 1868472"/>
              <a:gd name="connsiteX21" fmla="*/ 344018 w 715997"/>
              <a:gd name="connsiteY21" fmla="*/ 356821 h 1868472"/>
              <a:gd name="connsiteX22" fmla="*/ 261468 w 715997"/>
              <a:gd name="connsiteY22" fmla="*/ 267921 h 1868472"/>
              <a:gd name="connsiteX0" fmla="*/ 261468 w 715997"/>
              <a:gd name="connsiteY0" fmla="*/ 267921 h 1868472"/>
              <a:gd name="connsiteX1" fmla="*/ 293218 w 715997"/>
              <a:gd name="connsiteY1" fmla="*/ 58371 h 1868472"/>
              <a:gd name="connsiteX2" fmla="*/ 477368 w 715997"/>
              <a:gd name="connsiteY2" fmla="*/ 7571 h 1868472"/>
              <a:gd name="connsiteX3" fmla="*/ 636118 w 715997"/>
              <a:gd name="connsiteY3" fmla="*/ 191721 h 1868472"/>
              <a:gd name="connsiteX4" fmla="*/ 642468 w 715997"/>
              <a:gd name="connsiteY4" fmla="*/ 648921 h 1868472"/>
              <a:gd name="connsiteX5" fmla="*/ 473778 w 715997"/>
              <a:gd name="connsiteY5" fmla="*/ 1234984 h 1868472"/>
              <a:gd name="connsiteX6" fmla="*/ 591668 w 715997"/>
              <a:gd name="connsiteY6" fmla="*/ 1531571 h 1868472"/>
              <a:gd name="connsiteX7" fmla="*/ 712318 w 715997"/>
              <a:gd name="connsiteY7" fmla="*/ 1696671 h 1868472"/>
              <a:gd name="connsiteX8" fmla="*/ 674218 w 715997"/>
              <a:gd name="connsiteY8" fmla="*/ 1766521 h 1868472"/>
              <a:gd name="connsiteX9" fmla="*/ 566268 w 715997"/>
              <a:gd name="connsiteY9" fmla="*/ 1741121 h 1868472"/>
              <a:gd name="connsiteX10" fmla="*/ 382118 w 715997"/>
              <a:gd name="connsiteY10" fmla="*/ 1423621 h 1868472"/>
              <a:gd name="connsiteX11" fmla="*/ 147168 w 715997"/>
              <a:gd name="connsiteY11" fmla="*/ 1798271 h 1868472"/>
              <a:gd name="connsiteX12" fmla="*/ 77318 w 715997"/>
              <a:gd name="connsiteY12" fmla="*/ 1868121 h 1868472"/>
              <a:gd name="connsiteX13" fmla="*/ 7468 w 715997"/>
              <a:gd name="connsiteY13" fmla="*/ 1791921 h 1868472"/>
              <a:gd name="connsiteX14" fmla="*/ 267818 w 715997"/>
              <a:gd name="connsiteY14" fmla="*/ 1341071 h 1868472"/>
              <a:gd name="connsiteX15" fmla="*/ 356718 w 715997"/>
              <a:gd name="connsiteY15" fmla="*/ 1106121 h 1868472"/>
              <a:gd name="connsiteX16" fmla="*/ 528168 w 715997"/>
              <a:gd name="connsiteY16" fmla="*/ 560021 h 1868472"/>
              <a:gd name="connsiteX17" fmla="*/ 521818 w 715997"/>
              <a:gd name="connsiteY17" fmla="*/ 210771 h 1868472"/>
              <a:gd name="connsiteX18" fmla="*/ 445618 w 715997"/>
              <a:gd name="connsiteY18" fmla="*/ 134571 h 1868472"/>
              <a:gd name="connsiteX19" fmla="*/ 375768 w 715997"/>
              <a:gd name="connsiteY19" fmla="*/ 179021 h 1868472"/>
              <a:gd name="connsiteX20" fmla="*/ 375768 w 715997"/>
              <a:gd name="connsiteY20" fmla="*/ 293321 h 1868472"/>
              <a:gd name="connsiteX21" fmla="*/ 344018 w 715997"/>
              <a:gd name="connsiteY21" fmla="*/ 356821 h 1868472"/>
              <a:gd name="connsiteX22" fmla="*/ 261468 w 715997"/>
              <a:gd name="connsiteY22" fmla="*/ 267921 h 1868472"/>
              <a:gd name="connsiteX0" fmla="*/ 261468 w 715997"/>
              <a:gd name="connsiteY0" fmla="*/ 267921 h 1868472"/>
              <a:gd name="connsiteX1" fmla="*/ 293218 w 715997"/>
              <a:gd name="connsiteY1" fmla="*/ 58371 h 1868472"/>
              <a:gd name="connsiteX2" fmla="*/ 477368 w 715997"/>
              <a:gd name="connsiteY2" fmla="*/ 7571 h 1868472"/>
              <a:gd name="connsiteX3" fmla="*/ 636118 w 715997"/>
              <a:gd name="connsiteY3" fmla="*/ 191721 h 1868472"/>
              <a:gd name="connsiteX4" fmla="*/ 642468 w 715997"/>
              <a:gd name="connsiteY4" fmla="*/ 648921 h 1868472"/>
              <a:gd name="connsiteX5" fmla="*/ 473778 w 715997"/>
              <a:gd name="connsiteY5" fmla="*/ 1234984 h 1868472"/>
              <a:gd name="connsiteX6" fmla="*/ 591668 w 715997"/>
              <a:gd name="connsiteY6" fmla="*/ 1531571 h 1868472"/>
              <a:gd name="connsiteX7" fmla="*/ 712318 w 715997"/>
              <a:gd name="connsiteY7" fmla="*/ 1696671 h 1868472"/>
              <a:gd name="connsiteX8" fmla="*/ 674218 w 715997"/>
              <a:gd name="connsiteY8" fmla="*/ 1766521 h 1868472"/>
              <a:gd name="connsiteX9" fmla="*/ 566268 w 715997"/>
              <a:gd name="connsiteY9" fmla="*/ 1741121 h 1868472"/>
              <a:gd name="connsiteX10" fmla="*/ 382118 w 715997"/>
              <a:gd name="connsiteY10" fmla="*/ 1423621 h 1868472"/>
              <a:gd name="connsiteX11" fmla="*/ 147168 w 715997"/>
              <a:gd name="connsiteY11" fmla="*/ 1798271 h 1868472"/>
              <a:gd name="connsiteX12" fmla="*/ 77318 w 715997"/>
              <a:gd name="connsiteY12" fmla="*/ 1868121 h 1868472"/>
              <a:gd name="connsiteX13" fmla="*/ 7468 w 715997"/>
              <a:gd name="connsiteY13" fmla="*/ 1791921 h 1868472"/>
              <a:gd name="connsiteX14" fmla="*/ 267818 w 715997"/>
              <a:gd name="connsiteY14" fmla="*/ 1341071 h 1868472"/>
              <a:gd name="connsiteX15" fmla="*/ 356718 w 715997"/>
              <a:gd name="connsiteY15" fmla="*/ 1106121 h 1868472"/>
              <a:gd name="connsiteX16" fmla="*/ 528168 w 715997"/>
              <a:gd name="connsiteY16" fmla="*/ 560021 h 1868472"/>
              <a:gd name="connsiteX17" fmla="*/ 521818 w 715997"/>
              <a:gd name="connsiteY17" fmla="*/ 210771 h 1868472"/>
              <a:gd name="connsiteX18" fmla="*/ 445618 w 715997"/>
              <a:gd name="connsiteY18" fmla="*/ 134571 h 1868472"/>
              <a:gd name="connsiteX19" fmla="*/ 375768 w 715997"/>
              <a:gd name="connsiteY19" fmla="*/ 179021 h 1868472"/>
              <a:gd name="connsiteX20" fmla="*/ 375768 w 715997"/>
              <a:gd name="connsiteY20" fmla="*/ 293321 h 1868472"/>
              <a:gd name="connsiteX21" fmla="*/ 344018 w 715997"/>
              <a:gd name="connsiteY21" fmla="*/ 356821 h 1868472"/>
              <a:gd name="connsiteX22" fmla="*/ 261468 w 715997"/>
              <a:gd name="connsiteY22" fmla="*/ 267921 h 1868472"/>
              <a:gd name="connsiteX0" fmla="*/ 261468 w 715997"/>
              <a:gd name="connsiteY0" fmla="*/ 267921 h 1868472"/>
              <a:gd name="connsiteX1" fmla="*/ 293218 w 715997"/>
              <a:gd name="connsiteY1" fmla="*/ 58371 h 1868472"/>
              <a:gd name="connsiteX2" fmla="*/ 477368 w 715997"/>
              <a:gd name="connsiteY2" fmla="*/ 7571 h 1868472"/>
              <a:gd name="connsiteX3" fmla="*/ 636118 w 715997"/>
              <a:gd name="connsiteY3" fmla="*/ 191721 h 1868472"/>
              <a:gd name="connsiteX4" fmla="*/ 642468 w 715997"/>
              <a:gd name="connsiteY4" fmla="*/ 648921 h 1868472"/>
              <a:gd name="connsiteX5" fmla="*/ 473778 w 715997"/>
              <a:gd name="connsiteY5" fmla="*/ 1234984 h 1868472"/>
              <a:gd name="connsiteX6" fmla="*/ 591668 w 715997"/>
              <a:gd name="connsiteY6" fmla="*/ 1531571 h 1868472"/>
              <a:gd name="connsiteX7" fmla="*/ 712318 w 715997"/>
              <a:gd name="connsiteY7" fmla="*/ 1696671 h 1868472"/>
              <a:gd name="connsiteX8" fmla="*/ 674218 w 715997"/>
              <a:gd name="connsiteY8" fmla="*/ 1766521 h 1868472"/>
              <a:gd name="connsiteX9" fmla="*/ 566268 w 715997"/>
              <a:gd name="connsiteY9" fmla="*/ 1741121 h 1868472"/>
              <a:gd name="connsiteX10" fmla="*/ 382118 w 715997"/>
              <a:gd name="connsiteY10" fmla="*/ 1423621 h 1868472"/>
              <a:gd name="connsiteX11" fmla="*/ 147168 w 715997"/>
              <a:gd name="connsiteY11" fmla="*/ 1798271 h 1868472"/>
              <a:gd name="connsiteX12" fmla="*/ 77318 w 715997"/>
              <a:gd name="connsiteY12" fmla="*/ 1868121 h 1868472"/>
              <a:gd name="connsiteX13" fmla="*/ 7468 w 715997"/>
              <a:gd name="connsiteY13" fmla="*/ 1791921 h 1868472"/>
              <a:gd name="connsiteX14" fmla="*/ 267818 w 715997"/>
              <a:gd name="connsiteY14" fmla="*/ 1341071 h 1868472"/>
              <a:gd name="connsiteX15" fmla="*/ 356718 w 715997"/>
              <a:gd name="connsiteY15" fmla="*/ 1106121 h 1868472"/>
              <a:gd name="connsiteX16" fmla="*/ 528168 w 715997"/>
              <a:gd name="connsiteY16" fmla="*/ 560021 h 1868472"/>
              <a:gd name="connsiteX17" fmla="*/ 521818 w 715997"/>
              <a:gd name="connsiteY17" fmla="*/ 210771 h 1868472"/>
              <a:gd name="connsiteX18" fmla="*/ 445618 w 715997"/>
              <a:gd name="connsiteY18" fmla="*/ 134571 h 1868472"/>
              <a:gd name="connsiteX19" fmla="*/ 375768 w 715997"/>
              <a:gd name="connsiteY19" fmla="*/ 179021 h 1868472"/>
              <a:gd name="connsiteX20" fmla="*/ 375768 w 715997"/>
              <a:gd name="connsiteY20" fmla="*/ 293321 h 1868472"/>
              <a:gd name="connsiteX21" fmla="*/ 344018 w 715997"/>
              <a:gd name="connsiteY21" fmla="*/ 356821 h 1868472"/>
              <a:gd name="connsiteX22" fmla="*/ 261468 w 715997"/>
              <a:gd name="connsiteY22"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42468 w 716382"/>
              <a:gd name="connsiteY4" fmla="*/ 648921 h 1868472"/>
              <a:gd name="connsiteX5" fmla="*/ 473778 w 716382"/>
              <a:gd name="connsiteY5" fmla="*/ 1234984 h 1868472"/>
              <a:gd name="connsiteX6" fmla="*/ 591668 w 716382"/>
              <a:gd name="connsiteY6" fmla="*/ 1531571 h 1868472"/>
              <a:gd name="connsiteX7" fmla="*/ 712318 w 716382"/>
              <a:gd name="connsiteY7" fmla="*/ 1696671 h 1868472"/>
              <a:gd name="connsiteX8" fmla="*/ 674218 w 716382"/>
              <a:gd name="connsiteY8" fmla="*/ 1766521 h 1868472"/>
              <a:gd name="connsiteX9" fmla="*/ 540868 w 716382"/>
              <a:gd name="connsiteY9" fmla="*/ 1658571 h 1868472"/>
              <a:gd name="connsiteX10" fmla="*/ 382118 w 716382"/>
              <a:gd name="connsiteY10" fmla="*/ 1423621 h 1868472"/>
              <a:gd name="connsiteX11" fmla="*/ 147168 w 716382"/>
              <a:gd name="connsiteY11" fmla="*/ 1798271 h 1868472"/>
              <a:gd name="connsiteX12" fmla="*/ 77318 w 716382"/>
              <a:gd name="connsiteY12" fmla="*/ 1868121 h 1868472"/>
              <a:gd name="connsiteX13" fmla="*/ 7468 w 716382"/>
              <a:gd name="connsiteY13" fmla="*/ 1791921 h 1868472"/>
              <a:gd name="connsiteX14" fmla="*/ 267818 w 716382"/>
              <a:gd name="connsiteY14" fmla="*/ 1341071 h 1868472"/>
              <a:gd name="connsiteX15" fmla="*/ 356718 w 716382"/>
              <a:gd name="connsiteY15" fmla="*/ 1106121 h 1868472"/>
              <a:gd name="connsiteX16" fmla="*/ 528168 w 716382"/>
              <a:gd name="connsiteY16" fmla="*/ 560021 h 1868472"/>
              <a:gd name="connsiteX17" fmla="*/ 521818 w 716382"/>
              <a:gd name="connsiteY17" fmla="*/ 210771 h 1868472"/>
              <a:gd name="connsiteX18" fmla="*/ 445618 w 716382"/>
              <a:gd name="connsiteY18" fmla="*/ 134571 h 1868472"/>
              <a:gd name="connsiteX19" fmla="*/ 375768 w 716382"/>
              <a:gd name="connsiteY19" fmla="*/ 179021 h 1868472"/>
              <a:gd name="connsiteX20" fmla="*/ 375768 w 716382"/>
              <a:gd name="connsiteY20" fmla="*/ 293321 h 1868472"/>
              <a:gd name="connsiteX21" fmla="*/ 344018 w 716382"/>
              <a:gd name="connsiteY21" fmla="*/ 356821 h 1868472"/>
              <a:gd name="connsiteX22" fmla="*/ 261468 w 716382"/>
              <a:gd name="connsiteY22"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42468 w 716382"/>
              <a:gd name="connsiteY4" fmla="*/ 648921 h 1868472"/>
              <a:gd name="connsiteX5" fmla="*/ 473778 w 716382"/>
              <a:gd name="connsiteY5" fmla="*/ 1234984 h 1868472"/>
              <a:gd name="connsiteX6" fmla="*/ 591668 w 716382"/>
              <a:gd name="connsiteY6" fmla="*/ 1531571 h 1868472"/>
              <a:gd name="connsiteX7" fmla="*/ 712318 w 716382"/>
              <a:gd name="connsiteY7" fmla="*/ 1696671 h 1868472"/>
              <a:gd name="connsiteX8" fmla="*/ 674218 w 716382"/>
              <a:gd name="connsiteY8" fmla="*/ 1766521 h 1868472"/>
              <a:gd name="connsiteX9" fmla="*/ 540868 w 716382"/>
              <a:gd name="connsiteY9" fmla="*/ 1639521 h 1868472"/>
              <a:gd name="connsiteX10" fmla="*/ 382118 w 716382"/>
              <a:gd name="connsiteY10" fmla="*/ 1423621 h 1868472"/>
              <a:gd name="connsiteX11" fmla="*/ 147168 w 716382"/>
              <a:gd name="connsiteY11" fmla="*/ 1798271 h 1868472"/>
              <a:gd name="connsiteX12" fmla="*/ 77318 w 716382"/>
              <a:gd name="connsiteY12" fmla="*/ 1868121 h 1868472"/>
              <a:gd name="connsiteX13" fmla="*/ 7468 w 716382"/>
              <a:gd name="connsiteY13" fmla="*/ 1791921 h 1868472"/>
              <a:gd name="connsiteX14" fmla="*/ 267818 w 716382"/>
              <a:gd name="connsiteY14" fmla="*/ 1341071 h 1868472"/>
              <a:gd name="connsiteX15" fmla="*/ 356718 w 716382"/>
              <a:gd name="connsiteY15" fmla="*/ 1106121 h 1868472"/>
              <a:gd name="connsiteX16" fmla="*/ 528168 w 716382"/>
              <a:gd name="connsiteY16" fmla="*/ 560021 h 1868472"/>
              <a:gd name="connsiteX17" fmla="*/ 521818 w 716382"/>
              <a:gd name="connsiteY17" fmla="*/ 210771 h 1868472"/>
              <a:gd name="connsiteX18" fmla="*/ 445618 w 716382"/>
              <a:gd name="connsiteY18" fmla="*/ 134571 h 1868472"/>
              <a:gd name="connsiteX19" fmla="*/ 375768 w 716382"/>
              <a:gd name="connsiteY19" fmla="*/ 179021 h 1868472"/>
              <a:gd name="connsiteX20" fmla="*/ 375768 w 716382"/>
              <a:gd name="connsiteY20" fmla="*/ 293321 h 1868472"/>
              <a:gd name="connsiteX21" fmla="*/ 344018 w 716382"/>
              <a:gd name="connsiteY21" fmla="*/ 356821 h 1868472"/>
              <a:gd name="connsiteX22" fmla="*/ 261468 w 716382"/>
              <a:gd name="connsiteY22"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42468 w 716382"/>
              <a:gd name="connsiteY4" fmla="*/ 648921 h 1868472"/>
              <a:gd name="connsiteX5" fmla="*/ 473778 w 716382"/>
              <a:gd name="connsiteY5" fmla="*/ 1234984 h 1868472"/>
              <a:gd name="connsiteX6" fmla="*/ 591668 w 716382"/>
              <a:gd name="connsiteY6" fmla="*/ 1531571 h 1868472"/>
              <a:gd name="connsiteX7" fmla="*/ 712318 w 716382"/>
              <a:gd name="connsiteY7" fmla="*/ 1696671 h 1868472"/>
              <a:gd name="connsiteX8" fmla="*/ 674218 w 716382"/>
              <a:gd name="connsiteY8" fmla="*/ 1766521 h 1868472"/>
              <a:gd name="connsiteX9" fmla="*/ 540868 w 716382"/>
              <a:gd name="connsiteY9" fmla="*/ 1639521 h 1868472"/>
              <a:gd name="connsiteX10" fmla="*/ 382118 w 716382"/>
              <a:gd name="connsiteY10" fmla="*/ 1423621 h 1868472"/>
              <a:gd name="connsiteX11" fmla="*/ 147168 w 716382"/>
              <a:gd name="connsiteY11" fmla="*/ 1798271 h 1868472"/>
              <a:gd name="connsiteX12" fmla="*/ 77318 w 716382"/>
              <a:gd name="connsiteY12" fmla="*/ 1868121 h 1868472"/>
              <a:gd name="connsiteX13" fmla="*/ 7468 w 716382"/>
              <a:gd name="connsiteY13" fmla="*/ 1791921 h 1868472"/>
              <a:gd name="connsiteX14" fmla="*/ 267818 w 716382"/>
              <a:gd name="connsiteY14" fmla="*/ 1341071 h 1868472"/>
              <a:gd name="connsiteX15" fmla="*/ 356718 w 716382"/>
              <a:gd name="connsiteY15" fmla="*/ 1106121 h 1868472"/>
              <a:gd name="connsiteX16" fmla="*/ 403927 w 716382"/>
              <a:gd name="connsiteY16" fmla="*/ 822234 h 1868472"/>
              <a:gd name="connsiteX17" fmla="*/ 528168 w 716382"/>
              <a:gd name="connsiteY17" fmla="*/ 560021 h 1868472"/>
              <a:gd name="connsiteX18" fmla="*/ 521818 w 716382"/>
              <a:gd name="connsiteY18" fmla="*/ 210771 h 1868472"/>
              <a:gd name="connsiteX19" fmla="*/ 445618 w 716382"/>
              <a:gd name="connsiteY19" fmla="*/ 134571 h 1868472"/>
              <a:gd name="connsiteX20" fmla="*/ 375768 w 716382"/>
              <a:gd name="connsiteY20" fmla="*/ 179021 h 1868472"/>
              <a:gd name="connsiteX21" fmla="*/ 375768 w 716382"/>
              <a:gd name="connsiteY21" fmla="*/ 293321 h 1868472"/>
              <a:gd name="connsiteX22" fmla="*/ 344018 w 716382"/>
              <a:gd name="connsiteY22" fmla="*/ 356821 h 1868472"/>
              <a:gd name="connsiteX23" fmla="*/ 261468 w 716382"/>
              <a:gd name="connsiteY23"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42468 w 716382"/>
              <a:gd name="connsiteY4" fmla="*/ 648921 h 1868472"/>
              <a:gd name="connsiteX5" fmla="*/ 530927 w 716382"/>
              <a:gd name="connsiteY5" fmla="*/ 911134 h 1868472"/>
              <a:gd name="connsiteX6" fmla="*/ 473778 w 716382"/>
              <a:gd name="connsiteY6" fmla="*/ 1234984 h 1868472"/>
              <a:gd name="connsiteX7" fmla="*/ 591668 w 716382"/>
              <a:gd name="connsiteY7" fmla="*/ 1531571 h 1868472"/>
              <a:gd name="connsiteX8" fmla="*/ 712318 w 716382"/>
              <a:gd name="connsiteY8" fmla="*/ 1696671 h 1868472"/>
              <a:gd name="connsiteX9" fmla="*/ 674218 w 716382"/>
              <a:gd name="connsiteY9" fmla="*/ 1766521 h 1868472"/>
              <a:gd name="connsiteX10" fmla="*/ 540868 w 716382"/>
              <a:gd name="connsiteY10" fmla="*/ 1639521 h 1868472"/>
              <a:gd name="connsiteX11" fmla="*/ 382118 w 716382"/>
              <a:gd name="connsiteY11" fmla="*/ 1423621 h 1868472"/>
              <a:gd name="connsiteX12" fmla="*/ 147168 w 716382"/>
              <a:gd name="connsiteY12" fmla="*/ 1798271 h 1868472"/>
              <a:gd name="connsiteX13" fmla="*/ 77318 w 716382"/>
              <a:gd name="connsiteY13" fmla="*/ 1868121 h 1868472"/>
              <a:gd name="connsiteX14" fmla="*/ 7468 w 716382"/>
              <a:gd name="connsiteY14" fmla="*/ 1791921 h 1868472"/>
              <a:gd name="connsiteX15" fmla="*/ 267818 w 716382"/>
              <a:gd name="connsiteY15" fmla="*/ 1341071 h 1868472"/>
              <a:gd name="connsiteX16" fmla="*/ 356718 w 716382"/>
              <a:gd name="connsiteY16" fmla="*/ 1106121 h 1868472"/>
              <a:gd name="connsiteX17" fmla="*/ 403927 w 716382"/>
              <a:gd name="connsiteY17" fmla="*/ 822234 h 1868472"/>
              <a:gd name="connsiteX18" fmla="*/ 528168 w 716382"/>
              <a:gd name="connsiteY18" fmla="*/ 560021 h 1868472"/>
              <a:gd name="connsiteX19" fmla="*/ 521818 w 716382"/>
              <a:gd name="connsiteY19" fmla="*/ 210771 h 1868472"/>
              <a:gd name="connsiteX20" fmla="*/ 445618 w 716382"/>
              <a:gd name="connsiteY20" fmla="*/ 134571 h 1868472"/>
              <a:gd name="connsiteX21" fmla="*/ 375768 w 716382"/>
              <a:gd name="connsiteY21" fmla="*/ 179021 h 1868472"/>
              <a:gd name="connsiteX22" fmla="*/ 375768 w 716382"/>
              <a:gd name="connsiteY22" fmla="*/ 293321 h 1868472"/>
              <a:gd name="connsiteX23" fmla="*/ 344018 w 716382"/>
              <a:gd name="connsiteY23" fmla="*/ 356821 h 1868472"/>
              <a:gd name="connsiteX24" fmla="*/ 261468 w 716382"/>
              <a:gd name="connsiteY24"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42468 w 716382"/>
              <a:gd name="connsiteY4" fmla="*/ 648921 h 1868472"/>
              <a:gd name="connsiteX5" fmla="*/ 530927 w 716382"/>
              <a:gd name="connsiteY5" fmla="*/ 911134 h 1868472"/>
              <a:gd name="connsiteX6" fmla="*/ 473778 w 716382"/>
              <a:gd name="connsiteY6" fmla="*/ 1234984 h 1868472"/>
              <a:gd name="connsiteX7" fmla="*/ 591668 w 716382"/>
              <a:gd name="connsiteY7" fmla="*/ 1531571 h 1868472"/>
              <a:gd name="connsiteX8" fmla="*/ 712318 w 716382"/>
              <a:gd name="connsiteY8" fmla="*/ 1696671 h 1868472"/>
              <a:gd name="connsiteX9" fmla="*/ 674218 w 716382"/>
              <a:gd name="connsiteY9" fmla="*/ 1766521 h 1868472"/>
              <a:gd name="connsiteX10" fmla="*/ 540868 w 716382"/>
              <a:gd name="connsiteY10" fmla="*/ 1639521 h 1868472"/>
              <a:gd name="connsiteX11" fmla="*/ 382118 w 716382"/>
              <a:gd name="connsiteY11" fmla="*/ 1423621 h 1868472"/>
              <a:gd name="connsiteX12" fmla="*/ 147168 w 716382"/>
              <a:gd name="connsiteY12" fmla="*/ 1798271 h 1868472"/>
              <a:gd name="connsiteX13" fmla="*/ 77318 w 716382"/>
              <a:gd name="connsiteY13" fmla="*/ 1868121 h 1868472"/>
              <a:gd name="connsiteX14" fmla="*/ 7468 w 716382"/>
              <a:gd name="connsiteY14" fmla="*/ 1791921 h 1868472"/>
              <a:gd name="connsiteX15" fmla="*/ 267818 w 716382"/>
              <a:gd name="connsiteY15" fmla="*/ 1341071 h 1868472"/>
              <a:gd name="connsiteX16" fmla="*/ 356718 w 716382"/>
              <a:gd name="connsiteY16" fmla="*/ 1106121 h 1868472"/>
              <a:gd name="connsiteX17" fmla="*/ 403927 w 716382"/>
              <a:gd name="connsiteY17" fmla="*/ 822234 h 1868472"/>
              <a:gd name="connsiteX18" fmla="*/ 509118 w 716382"/>
              <a:gd name="connsiteY18" fmla="*/ 560021 h 1868472"/>
              <a:gd name="connsiteX19" fmla="*/ 521818 w 716382"/>
              <a:gd name="connsiteY19" fmla="*/ 210771 h 1868472"/>
              <a:gd name="connsiteX20" fmla="*/ 445618 w 716382"/>
              <a:gd name="connsiteY20" fmla="*/ 134571 h 1868472"/>
              <a:gd name="connsiteX21" fmla="*/ 375768 w 716382"/>
              <a:gd name="connsiteY21" fmla="*/ 179021 h 1868472"/>
              <a:gd name="connsiteX22" fmla="*/ 375768 w 716382"/>
              <a:gd name="connsiteY22" fmla="*/ 293321 h 1868472"/>
              <a:gd name="connsiteX23" fmla="*/ 344018 w 716382"/>
              <a:gd name="connsiteY23" fmla="*/ 356821 h 1868472"/>
              <a:gd name="connsiteX24" fmla="*/ 261468 w 716382"/>
              <a:gd name="connsiteY24"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23418 w 716382"/>
              <a:gd name="connsiteY4" fmla="*/ 610821 h 1868472"/>
              <a:gd name="connsiteX5" fmla="*/ 530927 w 716382"/>
              <a:gd name="connsiteY5" fmla="*/ 911134 h 1868472"/>
              <a:gd name="connsiteX6" fmla="*/ 473778 w 716382"/>
              <a:gd name="connsiteY6" fmla="*/ 1234984 h 1868472"/>
              <a:gd name="connsiteX7" fmla="*/ 591668 w 716382"/>
              <a:gd name="connsiteY7" fmla="*/ 1531571 h 1868472"/>
              <a:gd name="connsiteX8" fmla="*/ 712318 w 716382"/>
              <a:gd name="connsiteY8" fmla="*/ 1696671 h 1868472"/>
              <a:gd name="connsiteX9" fmla="*/ 674218 w 716382"/>
              <a:gd name="connsiteY9" fmla="*/ 1766521 h 1868472"/>
              <a:gd name="connsiteX10" fmla="*/ 540868 w 716382"/>
              <a:gd name="connsiteY10" fmla="*/ 1639521 h 1868472"/>
              <a:gd name="connsiteX11" fmla="*/ 382118 w 716382"/>
              <a:gd name="connsiteY11" fmla="*/ 1423621 h 1868472"/>
              <a:gd name="connsiteX12" fmla="*/ 147168 w 716382"/>
              <a:gd name="connsiteY12" fmla="*/ 1798271 h 1868472"/>
              <a:gd name="connsiteX13" fmla="*/ 77318 w 716382"/>
              <a:gd name="connsiteY13" fmla="*/ 1868121 h 1868472"/>
              <a:gd name="connsiteX14" fmla="*/ 7468 w 716382"/>
              <a:gd name="connsiteY14" fmla="*/ 1791921 h 1868472"/>
              <a:gd name="connsiteX15" fmla="*/ 267818 w 716382"/>
              <a:gd name="connsiteY15" fmla="*/ 1341071 h 1868472"/>
              <a:gd name="connsiteX16" fmla="*/ 356718 w 716382"/>
              <a:gd name="connsiteY16" fmla="*/ 1106121 h 1868472"/>
              <a:gd name="connsiteX17" fmla="*/ 403927 w 716382"/>
              <a:gd name="connsiteY17" fmla="*/ 822234 h 1868472"/>
              <a:gd name="connsiteX18" fmla="*/ 509118 w 716382"/>
              <a:gd name="connsiteY18" fmla="*/ 560021 h 1868472"/>
              <a:gd name="connsiteX19" fmla="*/ 521818 w 716382"/>
              <a:gd name="connsiteY19" fmla="*/ 210771 h 1868472"/>
              <a:gd name="connsiteX20" fmla="*/ 445618 w 716382"/>
              <a:gd name="connsiteY20" fmla="*/ 134571 h 1868472"/>
              <a:gd name="connsiteX21" fmla="*/ 375768 w 716382"/>
              <a:gd name="connsiteY21" fmla="*/ 179021 h 1868472"/>
              <a:gd name="connsiteX22" fmla="*/ 375768 w 716382"/>
              <a:gd name="connsiteY22" fmla="*/ 293321 h 1868472"/>
              <a:gd name="connsiteX23" fmla="*/ 344018 w 716382"/>
              <a:gd name="connsiteY23" fmla="*/ 356821 h 1868472"/>
              <a:gd name="connsiteX24" fmla="*/ 261468 w 716382"/>
              <a:gd name="connsiteY24"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23418 w 716382"/>
              <a:gd name="connsiteY4" fmla="*/ 610821 h 1868472"/>
              <a:gd name="connsiteX5" fmla="*/ 530927 w 716382"/>
              <a:gd name="connsiteY5" fmla="*/ 911134 h 1868472"/>
              <a:gd name="connsiteX6" fmla="*/ 473778 w 716382"/>
              <a:gd name="connsiteY6" fmla="*/ 1234984 h 1868472"/>
              <a:gd name="connsiteX7" fmla="*/ 591668 w 716382"/>
              <a:gd name="connsiteY7" fmla="*/ 1531571 h 1868472"/>
              <a:gd name="connsiteX8" fmla="*/ 712318 w 716382"/>
              <a:gd name="connsiteY8" fmla="*/ 1696671 h 1868472"/>
              <a:gd name="connsiteX9" fmla="*/ 674218 w 716382"/>
              <a:gd name="connsiteY9" fmla="*/ 1766521 h 1868472"/>
              <a:gd name="connsiteX10" fmla="*/ 540868 w 716382"/>
              <a:gd name="connsiteY10" fmla="*/ 1639521 h 1868472"/>
              <a:gd name="connsiteX11" fmla="*/ 382118 w 716382"/>
              <a:gd name="connsiteY11" fmla="*/ 1423621 h 1868472"/>
              <a:gd name="connsiteX12" fmla="*/ 147168 w 716382"/>
              <a:gd name="connsiteY12" fmla="*/ 1798271 h 1868472"/>
              <a:gd name="connsiteX13" fmla="*/ 77318 w 716382"/>
              <a:gd name="connsiteY13" fmla="*/ 1868121 h 1868472"/>
              <a:gd name="connsiteX14" fmla="*/ 7468 w 716382"/>
              <a:gd name="connsiteY14" fmla="*/ 1791921 h 1868472"/>
              <a:gd name="connsiteX15" fmla="*/ 267818 w 716382"/>
              <a:gd name="connsiteY15" fmla="*/ 1341071 h 1868472"/>
              <a:gd name="connsiteX16" fmla="*/ 356718 w 716382"/>
              <a:gd name="connsiteY16" fmla="*/ 1106121 h 1868472"/>
              <a:gd name="connsiteX17" fmla="*/ 403927 w 716382"/>
              <a:gd name="connsiteY17" fmla="*/ 822234 h 1868472"/>
              <a:gd name="connsiteX18" fmla="*/ 509118 w 716382"/>
              <a:gd name="connsiteY18" fmla="*/ 560021 h 1868472"/>
              <a:gd name="connsiteX19" fmla="*/ 521818 w 716382"/>
              <a:gd name="connsiteY19" fmla="*/ 210771 h 1868472"/>
              <a:gd name="connsiteX20" fmla="*/ 445618 w 716382"/>
              <a:gd name="connsiteY20" fmla="*/ 134571 h 1868472"/>
              <a:gd name="connsiteX21" fmla="*/ 375768 w 716382"/>
              <a:gd name="connsiteY21" fmla="*/ 179021 h 1868472"/>
              <a:gd name="connsiteX22" fmla="*/ 375768 w 716382"/>
              <a:gd name="connsiteY22" fmla="*/ 293321 h 1868472"/>
              <a:gd name="connsiteX23" fmla="*/ 344018 w 716382"/>
              <a:gd name="connsiteY23" fmla="*/ 356821 h 1868472"/>
              <a:gd name="connsiteX24" fmla="*/ 261468 w 716382"/>
              <a:gd name="connsiteY24"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23418 w 716382"/>
              <a:gd name="connsiteY4" fmla="*/ 610821 h 1868472"/>
              <a:gd name="connsiteX5" fmla="*/ 518227 w 716382"/>
              <a:gd name="connsiteY5" fmla="*/ 892084 h 1868472"/>
              <a:gd name="connsiteX6" fmla="*/ 473778 w 716382"/>
              <a:gd name="connsiteY6" fmla="*/ 1234984 h 1868472"/>
              <a:gd name="connsiteX7" fmla="*/ 591668 w 716382"/>
              <a:gd name="connsiteY7" fmla="*/ 1531571 h 1868472"/>
              <a:gd name="connsiteX8" fmla="*/ 712318 w 716382"/>
              <a:gd name="connsiteY8" fmla="*/ 1696671 h 1868472"/>
              <a:gd name="connsiteX9" fmla="*/ 674218 w 716382"/>
              <a:gd name="connsiteY9" fmla="*/ 1766521 h 1868472"/>
              <a:gd name="connsiteX10" fmla="*/ 540868 w 716382"/>
              <a:gd name="connsiteY10" fmla="*/ 1639521 h 1868472"/>
              <a:gd name="connsiteX11" fmla="*/ 382118 w 716382"/>
              <a:gd name="connsiteY11" fmla="*/ 1423621 h 1868472"/>
              <a:gd name="connsiteX12" fmla="*/ 147168 w 716382"/>
              <a:gd name="connsiteY12" fmla="*/ 1798271 h 1868472"/>
              <a:gd name="connsiteX13" fmla="*/ 77318 w 716382"/>
              <a:gd name="connsiteY13" fmla="*/ 1868121 h 1868472"/>
              <a:gd name="connsiteX14" fmla="*/ 7468 w 716382"/>
              <a:gd name="connsiteY14" fmla="*/ 1791921 h 1868472"/>
              <a:gd name="connsiteX15" fmla="*/ 267818 w 716382"/>
              <a:gd name="connsiteY15" fmla="*/ 1341071 h 1868472"/>
              <a:gd name="connsiteX16" fmla="*/ 356718 w 716382"/>
              <a:gd name="connsiteY16" fmla="*/ 1106121 h 1868472"/>
              <a:gd name="connsiteX17" fmla="*/ 403927 w 716382"/>
              <a:gd name="connsiteY17" fmla="*/ 822234 h 1868472"/>
              <a:gd name="connsiteX18" fmla="*/ 509118 w 716382"/>
              <a:gd name="connsiteY18" fmla="*/ 560021 h 1868472"/>
              <a:gd name="connsiteX19" fmla="*/ 521818 w 716382"/>
              <a:gd name="connsiteY19" fmla="*/ 210771 h 1868472"/>
              <a:gd name="connsiteX20" fmla="*/ 445618 w 716382"/>
              <a:gd name="connsiteY20" fmla="*/ 134571 h 1868472"/>
              <a:gd name="connsiteX21" fmla="*/ 375768 w 716382"/>
              <a:gd name="connsiteY21" fmla="*/ 179021 h 1868472"/>
              <a:gd name="connsiteX22" fmla="*/ 375768 w 716382"/>
              <a:gd name="connsiteY22" fmla="*/ 293321 h 1868472"/>
              <a:gd name="connsiteX23" fmla="*/ 344018 w 716382"/>
              <a:gd name="connsiteY23" fmla="*/ 356821 h 1868472"/>
              <a:gd name="connsiteX24" fmla="*/ 261468 w 716382"/>
              <a:gd name="connsiteY24" fmla="*/ 267921 h 1868472"/>
              <a:gd name="connsiteX0" fmla="*/ 261614 w 716528"/>
              <a:gd name="connsiteY0" fmla="*/ 267921 h 1871694"/>
              <a:gd name="connsiteX1" fmla="*/ 293364 w 716528"/>
              <a:gd name="connsiteY1" fmla="*/ 58371 h 1871694"/>
              <a:gd name="connsiteX2" fmla="*/ 477514 w 716528"/>
              <a:gd name="connsiteY2" fmla="*/ 7571 h 1871694"/>
              <a:gd name="connsiteX3" fmla="*/ 636264 w 716528"/>
              <a:gd name="connsiteY3" fmla="*/ 191721 h 1871694"/>
              <a:gd name="connsiteX4" fmla="*/ 623564 w 716528"/>
              <a:gd name="connsiteY4" fmla="*/ 610821 h 1871694"/>
              <a:gd name="connsiteX5" fmla="*/ 518373 w 716528"/>
              <a:gd name="connsiteY5" fmla="*/ 892084 h 1871694"/>
              <a:gd name="connsiteX6" fmla="*/ 473924 w 716528"/>
              <a:gd name="connsiteY6" fmla="*/ 1234984 h 1871694"/>
              <a:gd name="connsiteX7" fmla="*/ 591814 w 716528"/>
              <a:gd name="connsiteY7" fmla="*/ 1531571 h 1871694"/>
              <a:gd name="connsiteX8" fmla="*/ 712464 w 716528"/>
              <a:gd name="connsiteY8" fmla="*/ 1696671 h 1871694"/>
              <a:gd name="connsiteX9" fmla="*/ 674364 w 716528"/>
              <a:gd name="connsiteY9" fmla="*/ 1766521 h 1871694"/>
              <a:gd name="connsiteX10" fmla="*/ 541014 w 716528"/>
              <a:gd name="connsiteY10" fmla="*/ 1639521 h 1871694"/>
              <a:gd name="connsiteX11" fmla="*/ 382264 w 716528"/>
              <a:gd name="connsiteY11" fmla="*/ 1423621 h 1871694"/>
              <a:gd name="connsiteX12" fmla="*/ 160014 w 716528"/>
              <a:gd name="connsiteY12" fmla="*/ 1747471 h 1871694"/>
              <a:gd name="connsiteX13" fmla="*/ 77464 w 716528"/>
              <a:gd name="connsiteY13" fmla="*/ 1868121 h 1871694"/>
              <a:gd name="connsiteX14" fmla="*/ 7614 w 716528"/>
              <a:gd name="connsiteY14" fmla="*/ 1791921 h 1871694"/>
              <a:gd name="connsiteX15" fmla="*/ 267964 w 716528"/>
              <a:gd name="connsiteY15" fmla="*/ 1341071 h 1871694"/>
              <a:gd name="connsiteX16" fmla="*/ 356864 w 716528"/>
              <a:gd name="connsiteY16" fmla="*/ 1106121 h 1871694"/>
              <a:gd name="connsiteX17" fmla="*/ 404073 w 716528"/>
              <a:gd name="connsiteY17" fmla="*/ 822234 h 1871694"/>
              <a:gd name="connsiteX18" fmla="*/ 509264 w 716528"/>
              <a:gd name="connsiteY18" fmla="*/ 560021 h 1871694"/>
              <a:gd name="connsiteX19" fmla="*/ 521964 w 716528"/>
              <a:gd name="connsiteY19" fmla="*/ 210771 h 1871694"/>
              <a:gd name="connsiteX20" fmla="*/ 445764 w 716528"/>
              <a:gd name="connsiteY20" fmla="*/ 134571 h 1871694"/>
              <a:gd name="connsiteX21" fmla="*/ 375914 w 716528"/>
              <a:gd name="connsiteY21" fmla="*/ 179021 h 1871694"/>
              <a:gd name="connsiteX22" fmla="*/ 375914 w 716528"/>
              <a:gd name="connsiteY22" fmla="*/ 293321 h 1871694"/>
              <a:gd name="connsiteX23" fmla="*/ 344164 w 716528"/>
              <a:gd name="connsiteY23" fmla="*/ 356821 h 1871694"/>
              <a:gd name="connsiteX24" fmla="*/ 261614 w 716528"/>
              <a:gd name="connsiteY24" fmla="*/ 267921 h 1871694"/>
              <a:gd name="connsiteX0" fmla="*/ 260884 w 715798"/>
              <a:gd name="connsiteY0" fmla="*/ 267921 h 1871261"/>
              <a:gd name="connsiteX1" fmla="*/ 292634 w 715798"/>
              <a:gd name="connsiteY1" fmla="*/ 58371 h 1871261"/>
              <a:gd name="connsiteX2" fmla="*/ 476784 w 715798"/>
              <a:gd name="connsiteY2" fmla="*/ 7571 h 1871261"/>
              <a:gd name="connsiteX3" fmla="*/ 635534 w 715798"/>
              <a:gd name="connsiteY3" fmla="*/ 191721 h 1871261"/>
              <a:gd name="connsiteX4" fmla="*/ 622834 w 715798"/>
              <a:gd name="connsiteY4" fmla="*/ 610821 h 1871261"/>
              <a:gd name="connsiteX5" fmla="*/ 517643 w 715798"/>
              <a:gd name="connsiteY5" fmla="*/ 892084 h 1871261"/>
              <a:gd name="connsiteX6" fmla="*/ 473194 w 715798"/>
              <a:gd name="connsiteY6" fmla="*/ 1234984 h 1871261"/>
              <a:gd name="connsiteX7" fmla="*/ 591084 w 715798"/>
              <a:gd name="connsiteY7" fmla="*/ 1531571 h 1871261"/>
              <a:gd name="connsiteX8" fmla="*/ 711734 w 715798"/>
              <a:gd name="connsiteY8" fmla="*/ 1696671 h 1871261"/>
              <a:gd name="connsiteX9" fmla="*/ 673634 w 715798"/>
              <a:gd name="connsiteY9" fmla="*/ 1766521 h 1871261"/>
              <a:gd name="connsiteX10" fmla="*/ 540284 w 715798"/>
              <a:gd name="connsiteY10" fmla="*/ 1639521 h 1871261"/>
              <a:gd name="connsiteX11" fmla="*/ 381534 w 715798"/>
              <a:gd name="connsiteY11" fmla="*/ 1423621 h 1871261"/>
              <a:gd name="connsiteX12" fmla="*/ 159284 w 715798"/>
              <a:gd name="connsiteY12" fmla="*/ 1747471 h 1871261"/>
              <a:gd name="connsiteX13" fmla="*/ 76734 w 715798"/>
              <a:gd name="connsiteY13" fmla="*/ 1868121 h 1871261"/>
              <a:gd name="connsiteX14" fmla="*/ 6884 w 715798"/>
              <a:gd name="connsiteY14" fmla="*/ 1791921 h 1871261"/>
              <a:gd name="connsiteX15" fmla="*/ 254534 w 715798"/>
              <a:gd name="connsiteY15" fmla="*/ 1360121 h 1871261"/>
              <a:gd name="connsiteX16" fmla="*/ 356134 w 715798"/>
              <a:gd name="connsiteY16" fmla="*/ 1106121 h 1871261"/>
              <a:gd name="connsiteX17" fmla="*/ 403343 w 715798"/>
              <a:gd name="connsiteY17" fmla="*/ 822234 h 1871261"/>
              <a:gd name="connsiteX18" fmla="*/ 508534 w 715798"/>
              <a:gd name="connsiteY18" fmla="*/ 560021 h 1871261"/>
              <a:gd name="connsiteX19" fmla="*/ 521234 w 715798"/>
              <a:gd name="connsiteY19" fmla="*/ 210771 h 1871261"/>
              <a:gd name="connsiteX20" fmla="*/ 445034 w 715798"/>
              <a:gd name="connsiteY20" fmla="*/ 134571 h 1871261"/>
              <a:gd name="connsiteX21" fmla="*/ 375184 w 715798"/>
              <a:gd name="connsiteY21" fmla="*/ 179021 h 1871261"/>
              <a:gd name="connsiteX22" fmla="*/ 375184 w 715798"/>
              <a:gd name="connsiteY22" fmla="*/ 293321 h 1871261"/>
              <a:gd name="connsiteX23" fmla="*/ 343434 w 715798"/>
              <a:gd name="connsiteY23" fmla="*/ 356821 h 1871261"/>
              <a:gd name="connsiteX24" fmla="*/ 260884 w 715798"/>
              <a:gd name="connsiteY24" fmla="*/ 267921 h 1871261"/>
              <a:gd name="connsiteX0" fmla="*/ 260884 w 715798"/>
              <a:gd name="connsiteY0" fmla="*/ 267921 h 1871261"/>
              <a:gd name="connsiteX1" fmla="*/ 292634 w 715798"/>
              <a:gd name="connsiteY1" fmla="*/ 58371 h 1871261"/>
              <a:gd name="connsiteX2" fmla="*/ 476784 w 715798"/>
              <a:gd name="connsiteY2" fmla="*/ 7571 h 1871261"/>
              <a:gd name="connsiteX3" fmla="*/ 635534 w 715798"/>
              <a:gd name="connsiteY3" fmla="*/ 191721 h 1871261"/>
              <a:gd name="connsiteX4" fmla="*/ 622834 w 715798"/>
              <a:gd name="connsiteY4" fmla="*/ 610821 h 1871261"/>
              <a:gd name="connsiteX5" fmla="*/ 517643 w 715798"/>
              <a:gd name="connsiteY5" fmla="*/ 892084 h 1871261"/>
              <a:gd name="connsiteX6" fmla="*/ 473194 w 715798"/>
              <a:gd name="connsiteY6" fmla="*/ 1234984 h 1871261"/>
              <a:gd name="connsiteX7" fmla="*/ 591084 w 715798"/>
              <a:gd name="connsiteY7" fmla="*/ 1531571 h 1871261"/>
              <a:gd name="connsiteX8" fmla="*/ 711734 w 715798"/>
              <a:gd name="connsiteY8" fmla="*/ 1696671 h 1871261"/>
              <a:gd name="connsiteX9" fmla="*/ 673634 w 715798"/>
              <a:gd name="connsiteY9" fmla="*/ 1766521 h 1871261"/>
              <a:gd name="connsiteX10" fmla="*/ 540284 w 715798"/>
              <a:gd name="connsiteY10" fmla="*/ 1639521 h 1871261"/>
              <a:gd name="connsiteX11" fmla="*/ 381534 w 715798"/>
              <a:gd name="connsiteY11" fmla="*/ 1423621 h 1871261"/>
              <a:gd name="connsiteX12" fmla="*/ 159284 w 715798"/>
              <a:gd name="connsiteY12" fmla="*/ 1747471 h 1871261"/>
              <a:gd name="connsiteX13" fmla="*/ 76734 w 715798"/>
              <a:gd name="connsiteY13" fmla="*/ 1868121 h 1871261"/>
              <a:gd name="connsiteX14" fmla="*/ 6884 w 715798"/>
              <a:gd name="connsiteY14" fmla="*/ 1791921 h 1871261"/>
              <a:gd name="connsiteX15" fmla="*/ 254534 w 715798"/>
              <a:gd name="connsiteY15" fmla="*/ 1360121 h 1871261"/>
              <a:gd name="connsiteX16" fmla="*/ 337084 w 715798"/>
              <a:gd name="connsiteY16" fmla="*/ 1150571 h 1871261"/>
              <a:gd name="connsiteX17" fmla="*/ 403343 w 715798"/>
              <a:gd name="connsiteY17" fmla="*/ 822234 h 1871261"/>
              <a:gd name="connsiteX18" fmla="*/ 508534 w 715798"/>
              <a:gd name="connsiteY18" fmla="*/ 560021 h 1871261"/>
              <a:gd name="connsiteX19" fmla="*/ 521234 w 715798"/>
              <a:gd name="connsiteY19" fmla="*/ 210771 h 1871261"/>
              <a:gd name="connsiteX20" fmla="*/ 445034 w 715798"/>
              <a:gd name="connsiteY20" fmla="*/ 134571 h 1871261"/>
              <a:gd name="connsiteX21" fmla="*/ 375184 w 715798"/>
              <a:gd name="connsiteY21" fmla="*/ 179021 h 1871261"/>
              <a:gd name="connsiteX22" fmla="*/ 375184 w 715798"/>
              <a:gd name="connsiteY22" fmla="*/ 293321 h 1871261"/>
              <a:gd name="connsiteX23" fmla="*/ 343434 w 715798"/>
              <a:gd name="connsiteY23" fmla="*/ 356821 h 1871261"/>
              <a:gd name="connsiteX24" fmla="*/ 260884 w 715798"/>
              <a:gd name="connsiteY24" fmla="*/ 267921 h 1871261"/>
              <a:gd name="connsiteX0" fmla="*/ 260884 w 715798"/>
              <a:gd name="connsiteY0" fmla="*/ 267921 h 1868637"/>
              <a:gd name="connsiteX1" fmla="*/ 292634 w 715798"/>
              <a:gd name="connsiteY1" fmla="*/ 58371 h 1868637"/>
              <a:gd name="connsiteX2" fmla="*/ 476784 w 715798"/>
              <a:gd name="connsiteY2" fmla="*/ 7571 h 1868637"/>
              <a:gd name="connsiteX3" fmla="*/ 635534 w 715798"/>
              <a:gd name="connsiteY3" fmla="*/ 191721 h 1868637"/>
              <a:gd name="connsiteX4" fmla="*/ 622834 w 715798"/>
              <a:gd name="connsiteY4" fmla="*/ 610821 h 1868637"/>
              <a:gd name="connsiteX5" fmla="*/ 517643 w 715798"/>
              <a:gd name="connsiteY5" fmla="*/ 892084 h 1868637"/>
              <a:gd name="connsiteX6" fmla="*/ 473194 w 715798"/>
              <a:gd name="connsiteY6" fmla="*/ 1234984 h 1868637"/>
              <a:gd name="connsiteX7" fmla="*/ 591084 w 715798"/>
              <a:gd name="connsiteY7" fmla="*/ 1531571 h 1868637"/>
              <a:gd name="connsiteX8" fmla="*/ 711734 w 715798"/>
              <a:gd name="connsiteY8" fmla="*/ 1696671 h 1868637"/>
              <a:gd name="connsiteX9" fmla="*/ 673634 w 715798"/>
              <a:gd name="connsiteY9" fmla="*/ 1766521 h 1868637"/>
              <a:gd name="connsiteX10" fmla="*/ 540284 w 715798"/>
              <a:gd name="connsiteY10" fmla="*/ 1639521 h 1868637"/>
              <a:gd name="connsiteX11" fmla="*/ 381534 w 715798"/>
              <a:gd name="connsiteY11" fmla="*/ 1423621 h 1868637"/>
              <a:gd name="connsiteX12" fmla="*/ 159284 w 715798"/>
              <a:gd name="connsiteY12" fmla="*/ 1747471 h 1868637"/>
              <a:gd name="connsiteX13" fmla="*/ 76734 w 715798"/>
              <a:gd name="connsiteY13" fmla="*/ 1868121 h 1868637"/>
              <a:gd name="connsiteX14" fmla="*/ 6884 w 715798"/>
              <a:gd name="connsiteY14" fmla="*/ 1709371 h 1868637"/>
              <a:gd name="connsiteX15" fmla="*/ 254534 w 715798"/>
              <a:gd name="connsiteY15" fmla="*/ 1360121 h 1868637"/>
              <a:gd name="connsiteX16" fmla="*/ 337084 w 715798"/>
              <a:gd name="connsiteY16" fmla="*/ 1150571 h 1868637"/>
              <a:gd name="connsiteX17" fmla="*/ 403343 w 715798"/>
              <a:gd name="connsiteY17" fmla="*/ 822234 h 1868637"/>
              <a:gd name="connsiteX18" fmla="*/ 508534 w 715798"/>
              <a:gd name="connsiteY18" fmla="*/ 560021 h 1868637"/>
              <a:gd name="connsiteX19" fmla="*/ 521234 w 715798"/>
              <a:gd name="connsiteY19" fmla="*/ 210771 h 1868637"/>
              <a:gd name="connsiteX20" fmla="*/ 445034 w 715798"/>
              <a:gd name="connsiteY20" fmla="*/ 134571 h 1868637"/>
              <a:gd name="connsiteX21" fmla="*/ 375184 w 715798"/>
              <a:gd name="connsiteY21" fmla="*/ 179021 h 1868637"/>
              <a:gd name="connsiteX22" fmla="*/ 375184 w 715798"/>
              <a:gd name="connsiteY22" fmla="*/ 293321 h 1868637"/>
              <a:gd name="connsiteX23" fmla="*/ 343434 w 715798"/>
              <a:gd name="connsiteY23" fmla="*/ 356821 h 1868637"/>
              <a:gd name="connsiteX24" fmla="*/ 260884 w 715798"/>
              <a:gd name="connsiteY24" fmla="*/ 267921 h 1868637"/>
              <a:gd name="connsiteX0" fmla="*/ 260884 w 715798"/>
              <a:gd name="connsiteY0" fmla="*/ 267921 h 1818912"/>
              <a:gd name="connsiteX1" fmla="*/ 292634 w 715798"/>
              <a:gd name="connsiteY1" fmla="*/ 58371 h 1818912"/>
              <a:gd name="connsiteX2" fmla="*/ 476784 w 715798"/>
              <a:gd name="connsiteY2" fmla="*/ 7571 h 1818912"/>
              <a:gd name="connsiteX3" fmla="*/ 635534 w 715798"/>
              <a:gd name="connsiteY3" fmla="*/ 191721 h 1818912"/>
              <a:gd name="connsiteX4" fmla="*/ 622834 w 715798"/>
              <a:gd name="connsiteY4" fmla="*/ 610821 h 1818912"/>
              <a:gd name="connsiteX5" fmla="*/ 517643 w 715798"/>
              <a:gd name="connsiteY5" fmla="*/ 892084 h 1818912"/>
              <a:gd name="connsiteX6" fmla="*/ 473194 w 715798"/>
              <a:gd name="connsiteY6" fmla="*/ 1234984 h 1818912"/>
              <a:gd name="connsiteX7" fmla="*/ 591084 w 715798"/>
              <a:gd name="connsiteY7" fmla="*/ 1531571 h 1818912"/>
              <a:gd name="connsiteX8" fmla="*/ 711734 w 715798"/>
              <a:gd name="connsiteY8" fmla="*/ 1696671 h 1818912"/>
              <a:gd name="connsiteX9" fmla="*/ 673634 w 715798"/>
              <a:gd name="connsiteY9" fmla="*/ 1766521 h 1818912"/>
              <a:gd name="connsiteX10" fmla="*/ 540284 w 715798"/>
              <a:gd name="connsiteY10" fmla="*/ 1639521 h 1818912"/>
              <a:gd name="connsiteX11" fmla="*/ 381534 w 715798"/>
              <a:gd name="connsiteY11" fmla="*/ 1423621 h 1818912"/>
              <a:gd name="connsiteX12" fmla="*/ 159284 w 715798"/>
              <a:gd name="connsiteY12" fmla="*/ 1747471 h 1818912"/>
              <a:gd name="connsiteX13" fmla="*/ 76734 w 715798"/>
              <a:gd name="connsiteY13" fmla="*/ 1817321 h 1818912"/>
              <a:gd name="connsiteX14" fmla="*/ 6884 w 715798"/>
              <a:gd name="connsiteY14" fmla="*/ 1709371 h 1818912"/>
              <a:gd name="connsiteX15" fmla="*/ 254534 w 715798"/>
              <a:gd name="connsiteY15" fmla="*/ 1360121 h 1818912"/>
              <a:gd name="connsiteX16" fmla="*/ 337084 w 715798"/>
              <a:gd name="connsiteY16" fmla="*/ 1150571 h 1818912"/>
              <a:gd name="connsiteX17" fmla="*/ 403343 w 715798"/>
              <a:gd name="connsiteY17" fmla="*/ 822234 h 1818912"/>
              <a:gd name="connsiteX18" fmla="*/ 508534 w 715798"/>
              <a:gd name="connsiteY18" fmla="*/ 560021 h 1818912"/>
              <a:gd name="connsiteX19" fmla="*/ 521234 w 715798"/>
              <a:gd name="connsiteY19" fmla="*/ 210771 h 1818912"/>
              <a:gd name="connsiteX20" fmla="*/ 445034 w 715798"/>
              <a:gd name="connsiteY20" fmla="*/ 134571 h 1818912"/>
              <a:gd name="connsiteX21" fmla="*/ 375184 w 715798"/>
              <a:gd name="connsiteY21" fmla="*/ 179021 h 1818912"/>
              <a:gd name="connsiteX22" fmla="*/ 375184 w 715798"/>
              <a:gd name="connsiteY22" fmla="*/ 293321 h 1818912"/>
              <a:gd name="connsiteX23" fmla="*/ 343434 w 715798"/>
              <a:gd name="connsiteY23" fmla="*/ 356821 h 1818912"/>
              <a:gd name="connsiteX24" fmla="*/ 260884 w 715798"/>
              <a:gd name="connsiteY24" fmla="*/ 267921 h 1818912"/>
              <a:gd name="connsiteX0" fmla="*/ 261026 w 715940"/>
              <a:gd name="connsiteY0" fmla="*/ 267921 h 1817817"/>
              <a:gd name="connsiteX1" fmla="*/ 292776 w 715940"/>
              <a:gd name="connsiteY1" fmla="*/ 58371 h 1817817"/>
              <a:gd name="connsiteX2" fmla="*/ 476926 w 715940"/>
              <a:gd name="connsiteY2" fmla="*/ 7571 h 1817817"/>
              <a:gd name="connsiteX3" fmla="*/ 635676 w 715940"/>
              <a:gd name="connsiteY3" fmla="*/ 191721 h 1817817"/>
              <a:gd name="connsiteX4" fmla="*/ 622976 w 715940"/>
              <a:gd name="connsiteY4" fmla="*/ 610821 h 1817817"/>
              <a:gd name="connsiteX5" fmla="*/ 517785 w 715940"/>
              <a:gd name="connsiteY5" fmla="*/ 892084 h 1817817"/>
              <a:gd name="connsiteX6" fmla="*/ 473336 w 715940"/>
              <a:gd name="connsiteY6" fmla="*/ 1234984 h 1817817"/>
              <a:gd name="connsiteX7" fmla="*/ 591226 w 715940"/>
              <a:gd name="connsiteY7" fmla="*/ 1531571 h 1817817"/>
              <a:gd name="connsiteX8" fmla="*/ 711876 w 715940"/>
              <a:gd name="connsiteY8" fmla="*/ 1696671 h 1817817"/>
              <a:gd name="connsiteX9" fmla="*/ 673776 w 715940"/>
              <a:gd name="connsiteY9" fmla="*/ 1766521 h 1817817"/>
              <a:gd name="connsiteX10" fmla="*/ 540426 w 715940"/>
              <a:gd name="connsiteY10" fmla="*/ 1639521 h 1817817"/>
              <a:gd name="connsiteX11" fmla="*/ 381676 w 715940"/>
              <a:gd name="connsiteY11" fmla="*/ 1423621 h 1817817"/>
              <a:gd name="connsiteX12" fmla="*/ 172126 w 715940"/>
              <a:gd name="connsiteY12" fmla="*/ 1677621 h 1817817"/>
              <a:gd name="connsiteX13" fmla="*/ 76876 w 715940"/>
              <a:gd name="connsiteY13" fmla="*/ 1817321 h 1817817"/>
              <a:gd name="connsiteX14" fmla="*/ 7026 w 715940"/>
              <a:gd name="connsiteY14" fmla="*/ 1709371 h 1817817"/>
              <a:gd name="connsiteX15" fmla="*/ 254676 w 715940"/>
              <a:gd name="connsiteY15" fmla="*/ 1360121 h 1817817"/>
              <a:gd name="connsiteX16" fmla="*/ 337226 w 715940"/>
              <a:gd name="connsiteY16" fmla="*/ 1150571 h 1817817"/>
              <a:gd name="connsiteX17" fmla="*/ 403485 w 715940"/>
              <a:gd name="connsiteY17" fmla="*/ 822234 h 1817817"/>
              <a:gd name="connsiteX18" fmla="*/ 508676 w 715940"/>
              <a:gd name="connsiteY18" fmla="*/ 560021 h 1817817"/>
              <a:gd name="connsiteX19" fmla="*/ 521376 w 715940"/>
              <a:gd name="connsiteY19" fmla="*/ 210771 h 1817817"/>
              <a:gd name="connsiteX20" fmla="*/ 445176 w 715940"/>
              <a:gd name="connsiteY20" fmla="*/ 134571 h 1817817"/>
              <a:gd name="connsiteX21" fmla="*/ 375326 w 715940"/>
              <a:gd name="connsiteY21" fmla="*/ 179021 h 1817817"/>
              <a:gd name="connsiteX22" fmla="*/ 375326 w 715940"/>
              <a:gd name="connsiteY22" fmla="*/ 293321 h 1817817"/>
              <a:gd name="connsiteX23" fmla="*/ 343576 w 715940"/>
              <a:gd name="connsiteY23" fmla="*/ 356821 h 1817817"/>
              <a:gd name="connsiteX24" fmla="*/ 261026 w 715940"/>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362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362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362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362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362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60636 w 716275"/>
              <a:gd name="connsiteY6" fmla="*/ 129213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60636 w 716275"/>
              <a:gd name="connsiteY6" fmla="*/ 129213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60636 w 716275"/>
              <a:gd name="connsiteY6" fmla="*/ 129213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60636 w 716275"/>
              <a:gd name="connsiteY6" fmla="*/ 129213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6962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16275" h="1817817">
                <a:moveTo>
                  <a:pt x="261026" y="267921"/>
                </a:moveTo>
                <a:cubicBezTo>
                  <a:pt x="252559" y="218179"/>
                  <a:pt x="256793" y="101763"/>
                  <a:pt x="292776" y="58371"/>
                </a:cubicBezTo>
                <a:cubicBezTo>
                  <a:pt x="328759" y="14979"/>
                  <a:pt x="419776" y="-14654"/>
                  <a:pt x="476926" y="7571"/>
                </a:cubicBezTo>
                <a:cubicBezTo>
                  <a:pt x="534076" y="29796"/>
                  <a:pt x="611334" y="91179"/>
                  <a:pt x="635676" y="191721"/>
                </a:cubicBezTo>
                <a:cubicBezTo>
                  <a:pt x="660018" y="292263"/>
                  <a:pt x="642624" y="494094"/>
                  <a:pt x="622976" y="610821"/>
                </a:cubicBezTo>
                <a:cubicBezTo>
                  <a:pt x="603328" y="727548"/>
                  <a:pt x="545900" y="794407"/>
                  <a:pt x="517785" y="892084"/>
                </a:cubicBezTo>
                <a:cubicBezTo>
                  <a:pt x="489670" y="989761"/>
                  <a:pt x="476971" y="1182378"/>
                  <a:pt x="460636" y="1292134"/>
                </a:cubicBezTo>
                <a:cubicBezTo>
                  <a:pt x="495101" y="1376490"/>
                  <a:pt x="549353" y="1464148"/>
                  <a:pt x="591226" y="1531571"/>
                </a:cubicBezTo>
                <a:cubicBezTo>
                  <a:pt x="633099" y="1598994"/>
                  <a:pt x="698118" y="1657513"/>
                  <a:pt x="711876" y="1696671"/>
                </a:cubicBezTo>
                <a:cubicBezTo>
                  <a:pt x="725634" y="1735829"/>
                  <a:pt x="705526" y="1777104"/>
                  <a:pt x="673776" y="1766521"/>
                </a:cubicBezTo>
                <a:cubicBezTo>
                  <a:pt x="642026" y="1755938"/>
                  <a:pt x="570059" y="1689263"/>
                  <a:pt x="521376" y="1633171"/>
                </a:cubicBezTo>
                <a:cubicBezTo>
                  <a:pt x="472693" y="1577079"/>
                  <a:pt x="408134" y="1473363"/>
                  <a:pt x="381676" y="1429971"/>
                </a:cubicBezTo>
                <a:cubicBezTo>
                  <a:pt x="323468" y="1481829"/>
                  <a:pt x="222926" y="1613063"/>
                  <a:pt x="172126" y="1677621"/>
                </a:cubicBezTo>
                <a:cubicBezTo>
                  <a:pt x="121326" y="1742179"/>
                  <a:pt x="104393" y="1812029"/>
                  <a:pt x="76876" y="1817321"/>
                </a:cubicBezTo>
                <a:cubicBezTo>
                  <a:pt x="49359" y="1822613"/>
                  <a:pt x="-22607" y="1785571"/>
                  <a:pt x="7026" y="1709371"/>
                </a:cubicBezTo>
                <a:cubicBezTo>
                  <a:pt x="36659" y="1633171"/>
                  <a:pt x="199643" y="1450079"/>
                  <a:pt x="254676" y="1360121"/>
                </a:cubicBezTo>
                <a:cubicBezTo>
                  <a:pt x="309709" y="1270163"/>
                  <a:pt x="312425" y="1259269"/>
                  <a:pt x="337226" y="1169621"/>
                </a:cubicBezTo>
                <a:cubicBezTo>
                  <a:pt x="362027" y="1079973"/>
                  <a:pt x="374910" y="913251"/>
                  <a:pt x="403485" y="822234"/>
                </a:cubicBezTo>
                <a:cubicBezTo>
                  <a:pt x="432060" y="731217"/>
                  <a:pt x="489028" y="661931"/>
                  <a:pt x="508676" y="560021"/>
                </a:cubicBezTo>
                <a:cubicBezTo>
                  <a:pt x="528324" y="458111"/>
                  <a:pt x="531959" y="281679"/>
                  <a:pt x="521376" y="210771"/>
                </a:cubicBezTo>
                <a:cubicBezTo>
                  <a:pt x="510793" y="139863"/>
                  <a:pt x="469518" y="139863"/>
                  <a:pt x="445176" y="134571"/>
                </a:cubicBezTo>
                <a:cubicBezTo>
                  <a:pt x="420834" y="129279"/>
                  <a:pt x="386968" y="152563"/>
                  <a:pt x="375326" y="179021"/>
                </a:cubicBezTo>
                <a:cubicBezTo>
                  <a:pt x="363684" y="205479"/>
                  <a:pt x="380618" y="263688"/>
                  <a:pt x="375326" y="293321"/>
                </a:cubicBezTo>
                <a:cubicBezTo>
                  <a:pt x="370034" y="322954"/>
                  <a:pt x="362626" y="355763"/>
                  <a:pt x="343576" y="356821"/>
                </a:cubicBezTo>
                <a:cubicBezTo>
                  <a:pt x="324526" y="357879"/>
                  <a:pt x="269493" y="317663"/>
                  <a:pt x="261026" y="267921"/>
                </a:cubicBezTo>
                <a:close/>
              </a:path>
            </a:pathLst>
          </a:cu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 name="skeleton">
            <a:extLst>
              <a:ext uri="{FF2B5EF4-FFF2-40B4-BE49-F238E27FC236}">
                <a16:creationId xmlns:a16="http://schemas.microsoft.com/office/drawing/2014/main" id="{5CCE9E21-2E1F-44A0-84C8-F299D01798BB}"/>
              </a:ext>
            </a:extLst>
          </p:cNvPr>
          <p:cNvGrpSpPr/>
          <p:nvPr/>
        </p:nvGrpSpPr>
        <p:grpSpPr>
          <a:xfrm>
            <a:off x="3719534" y="749075"/>
            <a:ext cx="797514" cy="2418772"/>
            <a:chOff x="3706744" y="951343"/>
            <a:chExt cx="797514" cy="2418772"/>
          </a:xfrm>
        </p:grpSpPr>
        <p:sp>
          <p:nvSpPr>
            <p:cNvPr id="14" name="Freeform: Shape 13">
              <a:extLst>
                <a:ext uri="{FF2B5EF4-FFF2-40B4-BE49-F238E27FC236}">
                  <a16:creationId xmlns:a16="http://schemas.microsoft.com/office/drawing/2014/main" id="{8F8CB7B2-C5AD-4E1F-8B8D-507BB9A8B0E3}"/>
                </a:ext>
              </a:extLst>
            </p:cNvPr>
            <p:cNvSpPr/>
            <p:nvPr/>
          </p:nvSpPr>
          <p:spPr>
            <a:xfrm>
              <a:off x="3721297" y="951343"/>
              <a:ext cx="647835" cy="322591"/>
            </a:xfrm>
            <a:custGeom>
              <a:avLst/>
              <a:gdLst>
                <a:gd name="connsiteX0" fmla="*/ 855694 w 865511"/>
                <a:gd name="connsiteY0" fmla="*/ 260091 h 292576"/>
                <a:gd name="connsiteX1" fmla="*/ 8671 w 865511"/>
                <a:gd name="connsiteY1" fmla="*/ 260091 h 292576"/>
                <a:gd name="connsiteX2" fmla="*/ 441808 w 865511"/>
                <a:gd name="connsiteY2" fmla="*/ 209 h 292576"/>
                <a:gd name="connsiteX3" fmla="*/ 855694 w 865511"/>
                <a:gd name="connsiteY3" fmla="*/ 260091 h 292576"/>
                <a:gd name="connsiteX0" fmla="*/ 869954 w 878954"/>
                <a:gd name="connsiteY0" fmla="*/ 277441 h 309926"/>
                <a:gd name="connsiteX1" fmla="*/ 22931 w 878954"/>
                <a:gd name="connsiteY1" fmla="*/ 277441 h 309926"/>
                <a:gd name="connsiteX2" fmla="*/ 249438 w 878954"/>
                <a:gd name="connsiteY2" fmla="*/ 51528 h 309926"/>
                <a:gd name="connsiteX3" fmla="*/ 456068 w 878954"/>
                <a:gd name="connsiteY3" fmla="*/ 17559 h 309926"/>
                <a:gd name="connsiteX4" fmla="*/ 869954 w 878954"/>
                <a:gd name="connsiteY4" fmla="*/ 277441 h 309926"/>
                <a:gd name="connsiteX0" fmla="*/ 869954 w 893873"/>
                <a:gd name="connsiteY0" fmla="*/ 260732 h 291131"/>
                <a:gd name="connsiteX1" fmla="*/ 22931 w 893873"/>
                <a:gd name="connsiteY1" fmla="*/ 260732 h 291131"/>
                <a:gd name="connsiteX2" fmla="*/ 249438 w 893873"/>
                <a:gd name="connsiteY2" fmla="*/ 34819 h 291131"/>
                <a:gd name="connsiteX3" fmla="*/ 456068 w 893873"/>
                <a:gd name="connsiteY3" fmla="*/ 850 h 291131"/>
                <a:gd name="connsiteX4" fmla="*/ 643283 w 893873"/>
                <a:gd name="connsiteY4" fmla="*/ 34820 h 291131"/>
                <a:gd name="connsiteX5" fmla="*/ 869954 w 893873"/>
                <a:gd name="connsiteY5" fmla="*/ 260732 h 291131"/>
                <a:gd name="connsiteX0" fmla="*/ 869954 w 893873"/>
                <a:gd name="connsiteY0" fmla="*/ 242075 h 272474"/>
                <a:gd name="connsiteX1" fmla="*/ 22931 w 893873"/>
                <a:gd name="connsiteY1" fmla="*/ 242075 h 272474"/>
                <a:gd name="connsiteX2" fmla="*/ 249438 w 893873"/>
                <a:gd name="connsiteY2" fmla="*/ 16162 h 272474"/>
                <a:gd name="connsiteX3" fmla="*/ 456068 w 893873"/>
                <a:gd name="connsiteY3" fmla="*/ 30309 h 272474"/>
                <a:gd name="connsiteX4" fmla="*/ 643283 w 893873"/>
                <a:gd name="connsiteY4" fmla="*/ 16163 h 272474"/>
                <a:gd name="connsiteX5" fmla="*/ 869954 w 893873"/>
                <a:gd name="connsiteY5" fmla="*/ 242075 h 272474"/>
                <a:gd name="connsiteX0" fmla="*/ 869954 w 893873"/>
                <a:gd name="connsiteY0" fmla="*/ 242075 h 272474"/>
                <a:gd name="connsiteX1" fmla="*/ 22931 w 893873"/>
                <a:gd name="connsiteY1" fmla="*/ 242075 h 272474"/>
                <a:gd name="connsiteX2" fmla="*/ 249438 w 893873"/>
                <a:gd name="connsiteY2" fmla="*/ 16162 h 272474"/>
                <a:gd name="connsiteX3" fmla="*/ 456068 w 893873"/>
                <a:gd name="connsiteY3" fmla="*/ 30309 h 272474"/>
                <a:gd name="connsiteX4" fmla="*/ 643283 w 893873"/>
                <a:gd name="connsiteY4" fmla="*/ 16163 h 272474"/>
                <a:gd name="connsiteX5" fmla="*/ 869954 w 893873"/>
                <a:gd name="connsiteY5" fmla="*/ 242075 h 272474"/>
                <a:gd name="connsiteX0" fmla="*/ 869954 w 893873"/>
                <a:gd name="connsiteY0" fmla="*/ 236345 h 266744"/>
                <a:gd name="connsiteX1" fmla="*/ 22931 w 893873"/>
                <a:gd name="connsiteY1" fmla="*/ 236345 h 266744"/>
                <a:gd name="connsiteX2" fmla="*/ 249438 w 893873"/>
                <a:gd name="connsiteY2" fmla="*/ 10432 h 266744"/>
                <a:gd name="connsiteX3" fmla="*/ 456068 w 893873"/>
                <a:gd name="connsiteY3" fmla="*/ 72695 h 266744"/>
                <a:gd name="connsiteX4" fmla="*/ 643283 w 893873"/>
                <a:gd name="connsiteY4" fmla="*/ 10433 h 266744"/>
                <a:gd name="connsiteX5" fmla="*/ 869954 w 893873"/>
                <a:gd name="connsiteY5" fmla="*/ 236345 h 266744"/>
                <a:gd name="connsiteX0" fmla="*/ 869954 w 893873"/>
                <a:gd name="connsiteY0" fmla="*/ 238050 h 268449"/>
                <a:gd name="connsiteX1" fmla="*/ 22931 w 893873"/>
                <a:gd name="connsiteY1" fmla="*/ 238050 h 268449"/>
                <a:gd name="connsiteX2" fmla="*/ 249438 w 893873"/>
                <a:gd name="connsiteY2" fmla="*/ 12137 h 268449"/>
                <a:gd name="connsiteX3" fmla="*/ 456068 w 893873"/>
                <a:gd name="connsiteY3" fmla="*/ 74400 h 268449"/>
                <a:gd name="connsiteX4" fmla="*/ 643283 w 893873"/>
                <a:gd name="connsiteY4" fmla="*/ 12138 h 268449"/>
                <a:gd name="connsiteX5" fmla="*/ 869954 w 893873"/>
                <a:gd name="connsiteY5" fmla="*/ 238050 h 268449"/>
                <a:gd name="connsiteX0" fmla="*/ 791943 w 811090"/>
                <a:gd name="connsiteY0" fmla="*/ 238050 h 272655"/>
                <a:gd name="connsiteX1" fmla="*/ 30849 w 811090"/>
                <a:gd name="connsiteY1" fmla="*/ 244924 h 272655"/>
                <a:gd name="connsiteX2" fmla="*/ 171427 w 811090"/>
                <a:gd name="connsiteY2" fmla="*/ 12137 h 272655"/>
                <a:gd name="connsiteX3" fmla="*/ 378057 w 811090"/>
                <a:gd name="connsiteY3" fmla="*/ 74400 h 272655"/>
                <a:gd name="connsiteX4" fmla="*/ 565272 w 811090"/>
                <a:gd name="connsiteY4" fmla="*/ 12138 h 272655"/>
                <a:gd name="connsiteX5" fmla="*/ 791943 w 811090"/>
                <a:gd name="connsiteY5" fmla="*/ 238050 h 272655"/>
                <a:gd name="connsiteX0" fmla="*/ 670209 w 701095"/>
                <a:gd name="connsiteY0" fmla="*/ 258671 h 283187"/>
                <a:gd name="connsiteX1" fmla="*/ 30849 w 701095"/>
                <a:gd name="connsiteY1" fmla="*/ 244924 h 283187"/>
                <a:gd name="connsiteX2" fmla="*/ 171427 w 701095"/>
                <a:gd name="connsiteY2" fmla="*/ 12137 h 283187"/>
                <a:gd name="connsiteX3" fmla="*/ 378057 w 701095"/>
                <a:gd name="connsiteY3" fmla="*/ 74400 h 283187"/>
                <a:gd name="connsiteX4" fmla="*/ 565272 w 701095"/>
                <a:gd name="connsiteY4" fmla="*/ 12138 h 283187"/>
                <a:gd name="connsiteX5" fmla="*/ 670209 w 701095"/>
                <a:gd name="connsiteY5" fmla="*/ 258671 h 283187"/>
                <a:gd name="connsiteX0" fmla="*/ 670209 w 710189"/>
                <a:gd name="connsiteY0" fmla="*/ 258671 h 286086"/>
                <a:gd name="connsiteX1" fmla="*/ 30849 w 710189"/>
                <a:gd name="connsiteY1" fmla="*/ 244924 h 286086"/>
                <a:gd name="connsiteX2" fmla="*/ 171427 w 710189"/>
                <a:gd name="connsiteY2" fmla="*/ 12137 h 286086"/>
                <a:gd name="connsiteX3" fmla="*/ 378057 w 710189"/>
                <a:gd name="connsiteY3" fmla="*/ 74400 h 286086"/>
                <a:gd name="connsiteX4" fmla="*/ 565272 w 710189"/>
                <a:gd name="connsiteY4" fmla="*/ 12138 h 286086"/>
                <a:gd name="connsiteX5" fmla="*/ 670209 w 710189"/>
                <a:gd name="connsiteY5" fmla="*/ 258671 h 286086"/>
                <a:gd name="connsiteX0" fmla="*/ 670209 w 710189"/>
                <a:gd name="connsiteY0" fmla="*/ 254804 h 282219"/>
                <a:gd name="connsiteX1" fmla="*/ 30849 w 710189"/>
                <a:gd name="connsiteY1" fmla="*/ 241057 h 282219"/>
                <a:gd name="connsiteX2" fmla="*/ 171427 w 710189"/>
                <a:gd name="connsiteY2" fmla="*/ 8270 h 282219"/>
                <a:gd name="connsiteX3" fmla="*/ 385218 w 710189"/>
                <a:gd name="connsiteY3" fmla="*/ 125523 h 282219"/>
                <a:gd name="connsiteX4" fmla="*/ 565272 w 710189"/>
                <a:gd name="connsiteY4" fmla="*/ 8271 h 282219"/>
                <a:gd name="connsiteX5" fmla="*/ 670209 w 710189"/>
                <a:gd name="connsiteY5" fmla="*/ 254804 h 282219"/>
                <a:gd name="connsiteX0" fmla="*/ 670209 w 710189"/>
                <a:gd name="connsiteY0" fmla="*/ 254804 h 282219"/>
                <a:gd name="connsiteX1" fmla="*/ 30849 w 710189"/>
                <a:gd name="connsiteY1" fmla="*/ 241057 h 282219"/>
                <a:gd name="connsiteX2" fmla="*/ 171427 w 710189"/>
                <a:gd name="connsiteY2" fmla="*/ 8270 h 282219"/>
                <a:gd name="connsiteX3" fmla="*/ 385218 w 710189"/>
                <a:gd name="connsiteY3" fmla="*/ 125523 h 282219"/>
                <a:gd name="connsiteX4" fmla="*/ 565272 w 710189"/>
                <a:gd name="connsiteY4" fmla="*/ 8271 h 282219"/>
                <a:gd name="connsiteX5" fmla="*/ 670209 w 710189"/>
                <a:gd name="connsiteY5" fmla="*/ 254804 h 282219"/>
                <a:gd name="connsiteX0" fmla="*/ 670209 w 710189"/>
                <a:gd name="connsiteY0" fmla="*/ 262922 h 290337"/>
                <a:gd name="connsiteX1" fmla="*/ 30849 w 710189"/>
                <a:gd name="connsiteY1" fmla="*/ 249175 h 290337"/>
                <a:gd name="connsiteX2" fmla="*/ 171427 w 710189"/>
                <a:gd name="connsiteY2" fmla="*/ 16388 h 290337"/>
                <a:gd name="connsiteX3" fmla="*/ 385218 w 710189"/>
                <a:gd name="connsiteY3" fmla="*/ 133641 h 290337"/>
                <a:gd name="connsiteX4" fmla="*/ 565272 w 710189"/>
                <a:gd name="connsiteY4" fmla="*/ 16389 h 290337"/>
                <a:gd name="connsiteX5" fmla="*/ 670209 w 710189"/>
                <a:gd name="connsiteY5" fmla="*/ 262922 h 290337"/>
                <a:gd name="connsiteX0" fmla="*/ 670209 w 710189"/>
                <a:gd name="connsiteY0" fmla="*/ 262922 h 290337"/>
                <a:gd name="connsiteX1" fmla="*/ 30849 w 710189"/>
                <a:gd name="connsiteY1" fmla="*/ 249175 h 290337"/>
                <a:gd name="connsiteX2" fmla="*/ 171427 w 710189"/>
                <a:gd name="connsiteY2" fmla="*/ 16388 h 290337"/>
                <a:gd name="connsiteX3" fmla="*/ 385218 w 710189"/>
                <a:gd name="connsiteY3" fmla="*/ 133641 h 290337"/>
                <a:gd name="connsiteX4" fmla="*/ 565272 w 710189"/>
                <a:gd name="connsiteY4" fmla="*/ 16389 h 290337"/>
                <a:gd name="connsiteX5" fmla="*/ 670209 w 710189"/>
                <a:gd name="connsiteY5" fmla="*/ 262922 h 290337"/>
                <a:gd name="connsiteX0" fmla="*/ 670209 w 678938"/>
                <a:gd name="connsiteY0" fmla="*/ 262922 h 277772"/>
                <a:gd name="connsiteX1" fmla="*/ 363560 w 678938"/>
                <a:gd name="connsiteY1" fmla="*/ 249925 h 277772"/>
                <a:gd name="connsiteX2" fmla="*/ 30849 w 678938"/>
                <a:gd name="connsiteY2" fmla="*/ 249175 h 277772"/>
                <a:gd name="connsiteX3" fmla="*/ 171427 w 678938"/>
                <a:gd name="connsiteY3" fmla="*/ 16388 h 277772"/>
                <a:gd name="connsiteX4" fmla="*/ 385218 w 678938"/>
                <a:gd name="connsiteY4" fmla="*/ 133641 h 277772"/>
                <a:gd name="connsiteX5" fmla="*/ 565272 w 678938"/>
                <a:gd name="connsiteY5" fmla="*/ 16389 h 277772"/>
                <a:gd name="connsiteX6" fmla="*/ 670209 w 678938"/>
                <a:gd name="connsiteY6" fmla="*/ 262922 h 277772"/>
                <a:gd name="connsiteX0" fmla="*/ 670209 w 678938"/>
                <a:gd name="connsiteY0" fmla="*/ 262922 h 281805"/>
                <a:gd name="connsiteX1" fmla="*/ 363560 w 678938"/>
                <a:gd name="connsiteY1" fmla="*/ 249925 h 281805"/>
                <a:gd name="connsiteX2" fmla="*/ 30849 w 678938"/>
                <a:gd name="connsiteY2" fmla="*/ 249175 h 281805"/>
                <a:gd name="connsiteX3" fmla="*/ 171427 w 678938"/>
                <a:gd name="connsiteY3" fmla="*/ 16388 h 281805"/>
                <a:gd name="connsiteX4" fmla="*/ 385218 w 678938"/>
                <a:gd name="connsiteY4" fmla="*/ 133641 h 281805"/>
                <a:gd name="connsiteX5" fmla="*/ 565272 w 678938"/>
                <a:gd name="connsiteY5" fmla="*/ 16389 h 281805"/>
                <a:gd name="connsiteX6" fmla="*/ 670209 w 678938"/>
                <a:gd name="connsiteY6" fmla="*/ 262922 h 281805"/>
                <a:gd name="connsiteX0" fmla="*/ 670209 w 678938"/>
                <a:gd name="connsiteY0" fmla="*/ 262922 h 287861"/>
                <a:gd name="connsiteX1" fmla="*/ 363560 w 678938"/>
                <a:gd name="connsiteY1" fmla="*/ 249925 h 287861"/>
                <a:gd name="connsiteX2" fmla="*/ 30849 w 678938"/>
                <a:gd name="connsiteY2" fmla="*/ 249175 h 287861"/>
                <a:gd name="connsiteX3" fmla="*/ 171427 w 678938"/>
                <a:gd name="connsiteY3" fmla="*/ 16388 h 287861"/>
                <a:gd name="connsiteX4" fmla="*/ 385218 w 678938"/>
                <a:gd name="connsiteY4" fmla="*/ 133641 h 287861"/>
                <a:gd name="connsiteX5" fmla="*/ 565272 w 678938"/>
                <a:gd name="connsiteY5" fmla="*/ 16389 h 287861"/>
                <a:gd name="connsiteX6" fmla="*/ 670209 w 678938"/>
                <a:gd name="connsiteY6" fmla="*/ 262922 h 287861"/>
                <a:gd name="connsiteX0" fmla="*/ 691691 w 698900"/>
                <a:gd name="connsiteY0" fmla="*/ 262922 h 287861"/>
                <a:gd name="connsiteX1" fmla="*/ 363560 w 698900"/>
                <a:gd name="connsiteY1" fmla="*/ 249925 h 287861"/>
                <a:gd name="connsiteX2" fmla="*/ 30849 w 698900"/>
                <a:gd name="connsiteY2" fmla="*/ 249175 h 287861"/>
                <a:gd name="connsiteX3" fmla="*/ 171427 w 698900"/>
                <a:gd name="connsiteY3" fmla="*/ 16388 h 287861"/>
                <a:gd name="connsiteX4" fmla="*/ 385218 w 698900"/>
                <a:gd name="connsiteY4" fmla="*/ 133641 h 287861"/>
                <a:gd name="connsiteX5" fmla="*/ 565272 w 698900"/>
                <a:gd name="connsiteY5" fmla="*/ 16389 h 287861"/>
                <a:gd name="connsiteX6" fmla="*/ 691691 w 698900"/>
                <a:gd name="connsiteY6" fmla="*/ 262922 h 287861"/>
                <a:gd name="connsiteX0" fmla="*/ 727495 w 733059"/>
                <a:gd name="connsiteY0" fmla="*/ 256048 h 283974"/>
                <a:gd name="connsiteX1" fmla="*/ 363560 w 733059"/>
                <a:gd name="connsiteY1" fmla="*/ 249925 h 283974"/>
                <a:gd name="connsiteX2" fmla="*/ 30849 w 733059"/>
                <a:gd name="connsiteY2" fmla="*/ 249175 h 283974"/>
                <a:gd name="connsiteX3" fmla="*/ 171427 w 733059"/>
                <a:gd name="connsiteY3" fmla="*/ 16388 h 283974"/>
                <a:gd name="connsiteX4" fmla="*/ 385218 w 733059"/>
                <a:gd name="connsiteY4" fmla="*/ 133641 h 283974"/>
                <a:gd name="connsiteX5" fmla="*/ 565272 w 733059"/>
                <a:gd name="connsiteY5" fmla="*/ 16389 h 283974"/>
                <a:gd name="connsiteX6" fmla="*/ 727495 w 733059"/>
                <a:gd name="connsiteY6" fmla="*/ 256048 h 283974"/>
                <a:gd name="connsiteX0" fmla="*/ 727495 w 744268"/>
                <a:gd name="connsiteY0" fmla="*/ 256048 h 281805"/>
                <a:gd name="connsiteX1" fmla="*/ 363560 w 744268"/>
                <a:gd name="connsiteY1" fmla="*/ 249925 h 281805"/>
                <a:gd name="connsiteX2" fmla="*/ 30849 w 744268"/>
                <a:gd name="connsiteY2" fmla="*/ 249175 h 281805"/>
                <a:gd name="connsiteX3" fmla="*/ 171427 w 744268"/>
                <a:gd name="connsiteY3" fmla="*/ 16388 h 281805"/>
                <a:gd name="connsiteX4" fmla="*/ 385218 w 744268"/>
                <a:gd name="connsiteY4" fmla="*/ 133641 h 281805"/>
                <a:gd name="connsiteX5" fmla="*/ 565272 w 744268"/>
                <a:gd name="connsiteY5" fmla="*/ 16389 h 281805"/>
                <a:gd name="connsiteX6" fmla="*/ 671475 w 744268"/>
                <a:gd name="connsiteY6" fmla="*/ 84956 h 281805"/>
                <a:gd name="connsiteX7" fmla="*/ 727495 w 744268"/>
                <a:gd name="connsiteY7" fmla="*/ 256048 h 281805"/>
                <a:gd name="connsiteX0" fmla="*/ 727495 w 732676"/>
                <a:gd name="connsiteY0" fmla="*/ 256048 h 281805"/>
                <a:gd name="connsiteX1" fmla="*/ 363560 w 732676"/>
                <a:gd name="connsiteY1" fmla="*/ 249925 h 281805"/>
                <a:gd name="connsiteX2" fmla="*/ 30849 w 732676"/>
                <a:gd name="connsiteY2" fmla="*/ 249175 h 281805"/>
                <a:gd name="connsiteX3" fmla="*/ 171427 w 732676"/>
                <a:gd name="connsiteY3" fmla="*/ 16388 h 281805"/>
                <a:gd name="connsiteX4" fmla="*/ 385218 w 732676"/>
                <a:gd name="connsiteY4" fmla="*/ 133641 h 281805"/>
                <a:gd name="connsiteX5" fmla="*/ 565272 w 732676"/>
                <a:gd name="connsiteY5" fmla="*/ 16389 h 281805"/>
                <a:gd name="connsiteX6" fmla="*/ 727495 w 732676"/>
                <a:gd name="connsiteY6" fmla="*/ 256048 h 281805"/>
                <a:gd name="connsiteX0" fmla="*/ 727495 w 732676"/>
                <a:gd name="connsiteY0" fmla="*/ 256048 h 283974"/>
                <a:gd name="connsiteX1" fmla="*/ 363560 w 732676"/>
                <a:gd name="connsiteY1" fmla="*/ 249925 h 283974"/>
                <a:gd name="connsiteX2" fmla="*/ 30849 w 732676"/>
                <a:gd name="connsiteY2" fmla="*/ 249175 h 283974"/>
                <a:gd name="connsiteX3" fmla="*/ 171427 w 732676"/>
                <a:gd name="connsiteY3" fmla="*/ 16388 h 283974"/>
                <a:gd name="connsiteX4" fmla="*/ 385218 w 732676"/>
                <a:gd name="connsiteY4" fmla="*/ 133641 h 283974"/>
                <a:gd name="connsiteX5" fmla="*/ 565272 w 732676"/>
                <a:gd name="connsiteY5" fmla="*/ 16389 h 283974"/>
                <a:gd name="connsiteX6" fmla="*/ 727495 w 732676"/>
                <a:gd name="connsiteY6" fmla="*/ 256048 h 283974"/>
                <a:gd name="connsiteX0" fmla="*/ 727495 w 733405"/>
                <a:gd name="connsiteY0" fmla="*/ 256048 h 283974"/>
                <a:gd name="connsiteX1" fmla="*/ 363560 w 733405"/>
                <a:gd name="connsiteY1" fmla="*/ 249925 h 283974"/>
                <a:gd name="connsiteX2" fmla="*/ 30849 w 733405"/>
                <a:gd name="connsiteY2" fmla="*/ 249175 h 283974"/>
                <a:gd name="connsiteX3" fmla="*/ 171427 w 733405"/>
                <a:gd name="connsiteY3" fmla="*/ 16388 h 283974"/>
                <a:gd name="connsiteX4" fmla="*/ 385218 w 733405"/>
                <a:gd name="connsiteY4" fmla="*/ 133641 h 283974"/>
                <a:gd name="connsiteX5" fmla="*/ 565272 w 733405"/>
                <a:gd name="connsiteY5" fmla="*/ 16389 h 283974"/>
                <a:gd name="connsiteX6" fmla="*/ 727495 w 733405"/>
                <a:gd name="connsiteY6" fmla="*/ 256048 h 283974"/>
                <a:gd name="connsiteX0" fmla="*/ 727495 w 735136"/>
                <a:gd name="connsiteY0" fmla="*/ 256048 h 283974"/>
                <a:gd name="connsiteX1" fmla="*/ 363560 w 735136"/>
                <a:gd name="connsiteY1" fmla="*/ 249925 h 283974"/>
                <a:gd name="connsiteX2" fmla="*/ 30849 w 735136"/>
                <a:gd name="connsiteY2" fmla="*/ 249175 h 283974"/>
                <a:gd name="connsiteX3" fmla="*/ 171427 w 735136"/>
                <a:gd name="connsiteY3" fmla="*/ 16388 h 283974"/>
                <a:gd name="connsiteX4" fmla="*/ 385218 w 735136"/>
                <a:gd name="connsiteY4" fmla="*/ 133641 h 283974"/>
                <a:gd name="connsiteX5" fmla="*/ 565272 w 735136"/>
                <a:gd name="connsiteY5" fmla="*/ 16389 h 283974"/>
                <a:gd name="connsiteX6" fmla="*/ 727495 w 735136"/>
                <a:gd name="connsiteY6" fmla="*/ 256048 h 283974"/>
                <a:gd name="connsiteX0" fmla="*/ 730069 w 737710"/>
                <a:gd name="connsiteY0" fmla="*/ 256048 h 283974"/>
                <a:gd name="connsiteX1" fmla="*/ 366134 w 737710"/>
                <a:gd name="connsiteY1" fmla="*/ 249925 h 283974"/>
                <a:gd name="connsiteX2" fmla="*/ 33423 w 737710"/>
                <a:gd name="connsiteY2" fmla="*/ 249175 h 283974"/>
                <a:gd name="connsiteX3" fmla="*/ 174001 w 737710"/>
                <a:gd name="connsiteY3" fmla="*/ 16388 h 283974"/>
                <a:gd name="connsiteX4" fmla="*/ 387792 w 737710"/>
                <a:gd name="connsiteY4" fmla="*/ 133641 h 283974"/>
                <a:gd name="connsiteX5" fmla="*/ 567846 w 737710"/>
                <a:gd name="connsiteY5" fmla="*/ 16389 h 283974"/>
                <a:gd name="connsiteX6" fmla="*/ 730069 w 737710"/>
                <a:gd name="connsiteY6" fmla="*/ 256048 h 283974"/>
                <a:gd name="connsiteX0" fmla="*/ 730069 w 739112"/>
                <a:gd name="connsiteY0" fmla="*/ 262510 h 290998"/>
                <a:gd name="connsiteX1" fmla="*/ 366134 w 739112"/>
                <a:gd name="connsiteY1" fmla="*/ 256387 h 290998"/>
                <a:gd name="connsiteX2" fmla="*/ 33423 w 739112"/>
                <a:gd name="connsiteY2" fmla="*/ 255637 h 290998"/>
                <a:gd name="connsiteX3" fmla="*/ 174001 w 739112"/>
                <a:gd name="connsiteY3" fmla="*/ 22850 h 290998"/>
                <a:gd name="connsiteX4" fmla="*/ 387792 w 739112"/>
                <a:gd name="connsiteY4" fmla="*/ 140103 h 290998"/>
                <a:gd name="connsiteX5" fmla="*/ 578712 w 739112"/>
                <a:gd name="connsiteY5" fmla="*/ 14259 h 290998"/>
                <a:gd name="connsiteX6" fmla="*/ 730069 w 739112"/>
                <a:gd name="connsiteY6" fmla="*/ 262510 h 290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9112" h="290998">
                  <a:moveTo>
                    <a:pt x="730069" y="262510"/>
                  </a:moveTo>
                  <a:cubicBezTo>
                    <a:pt x="694639" y="302865"/>
                    <a:pt x="436890" y="299921"/>
                    <a:pt x="366134" y="256387"/>
                  </a:cubicBezTo>
                  <a:cubicBezTo>
                    <a:pt x="331182" y="295338"/>
                    <a:pt x="65445" y="302579"/>
                    <a:pt x="33423" y="255637"/>
                  </a:cubicBezTo>
                  <a:cubicBezTo>
                    <a:pt x="-66416" y="221422"/>
                    <a:pt x="80329" y="52417"/>
                    <a:pt x="174001" y="22850"/>
                  </a:cubicBezTo>
                  <a:cubicBezTo>
                    <a:pt x="246191" y="-20464"/>
                    <a:pt x="336472" y="23249"/>
                    <a:pt x="387792" y="140103"/>
                  </a:cubicBezTo>
                  <a:cubicBezTo>
                    <a:pt x="417629" y="30124"/>
                    <a:pt x="509731" y="-29055"/>
                    <a:pt x="578712" y="14259"/>
                  </a:cubicBezTo>
                  <a:cubicBezTo>
                    <a:pt x="693044" y="20912"/>
                    <a:pt x="765499" y="222155"/>
                    <a:pt x="730069" y="262510"/>
                  </a:cubicBezTo>
                  <a:close/>
                </a:path>
              </a:pathLst>
            </a:custGeom>
            <a:solidFill>
              <a:schemeClr val="accent2">
                <a:lumMod val="40000"/>
                <a:lumOff val="60000"/>
              </a:schemeClr>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EA0D7C0E-96BA-489B-B047-736BBEE93A6D}"/>
                </a:ext>
              </a:extLst>
            </p:cNvPr>
            <p:cNvSpPr/>
            <p:nvPr/>
          </p:nvSpPr>
          <p:spPr>
            <a:xfrm>
              <a:off x="3706744" y="2942525"/>
              <a:ext cx="235818" cy="427590"/>
            </a:xfrm>
            <a:custGeom>
              <a:avLst/>
              <a:gdLst>
                <a:gd name="connsiteX0" fmla="*/ 0 w 202253"/>
                <a:gd name="connsiteY0" fmla="*/ 216453 h 432905"/>
                <a:gd name="connsiteX1" fmla="*/ 101127 w 202253"/>
                <a:gd name="connsiteY1" fmla="*/ 0 h 432905"/>
                <a:gd name="connsiteX2" fmla="*/ 202254 w 202253"/>
                <a:gd name="connsiteY2" fmla="*/ 216453 h 432905"/>
                <a:gd name="connsiteX3" fmla="*/ 101127 w 202253"/>
                <a:gd name="connsiteY3" fmla="*/ 432906 h 432905"/>
                <a:gd name="connsiteX4" fmla="*/ 0 w 202253"/>
                <a:gd name="connsiteY4" fmla="*/ 216453 h 432905"/>
                <a:gd name="connsiteX0" fmla="*/ 68 w 202322"/>
                <a:gd name="connsiteY0" fmla="*/ 197403 h 413856"/>
                <a:gd name="connsiteX1" fmla="*/ 113895 w 202322"/>
                <a:gd name="connsiteY1" fmla="*/ 0 h 413856"/>
                <a:gd name="connsiteX2" fmla="*/ 202322 w 202322"/>
                <a:gd name="connsiteY2" fmla="*/ 197403 h 413856"/>
                <a:gd name="connsiteX3" fmla="*/ 101195 w 202322"/>
                <a:gd name="connsiteY3" fmla="*/ 413856 h 413856"/>
                <a:gd name="connsiteX4" fmla="*/ 68 w 202322"/>
                <a:gd name="connsiteY4" fmla="*/ 197403 h 413856"/>
                <a:gd name="connsiteX0" fmla="*/ 68 w 234191"/>
                <a:gd name="connsiteY0" fmla="*/ 200611 h 417064"/>
                <a:gd name="connsiteX1" fmla="*/ 113895 w 234191"/>
                <a:gd name="connsiteY1" fmla="*/ 3208 h 417064"/>
                <a:gd name="connsiteX2" fmla="*/ 229839 w 234191"/>
                <a:gd name="connsiteY2" fmla="*/ 86921 h 417064"/>
                <a:gd name="connsiteX3" fmla="*/ 202322 w 234191"/>
                <a:gd name="connsiteY3" fmla="*/ 200611 h 417064"/>
                <a:gd name="connsiteX4" fmla="*/ 101195 w 234191"/>
                <a:gd name="connsiteY4" fmla="*/ 417064 h 417064"/>
                <a:gd name="connsiteX5" fmla="*/ 68 w 234191"/>
                <a:gd name="connsiteY5" fmla="*/ 200611 h 417064"/>
                <a:gd name="connsiteX0" fmla="*/ 49 w 233494"/>
                <a:gd name="connsiteY0" fmla="*/ 200611 h 421431"/>
                <a:gd name="connsiteX1" fmla="*/ 113876 w 233494"/>
                <a:gd name="connsiteY1" fmla="*/ 3208 h 421431"/>
                <a:gd name="connsiteX2" fmla="*/ 229820 w 233494"/>
                <a:gd name="connsiteY2" fmla="*/ 86921 h 421431"/>
                <a:gd name="connsiteX3" fmla="*/ 202303 w 233494"/>
                <a:gd name="connsiteY3" fmla="*/ 200611 h 421431"/>
                <a:gd name="connsiteX4" fmla="*/ 210770 w 233494"/>
                <a:gd name="connsiteY4" fmla="*/ 334571 h 421431"/>
                <a:gd name="connsiteX5" fmla="*/ 101176 w 233494"/>
                <a:gd name="connsiteY5" fmla="*/ 417064 h 421431"/>
                <a:gd name="connsiteX6" fmla="*/ 49 w 233494"/>
                <a:gd name="connsiteY6" fmla="*/ 200611 h 421431"/>
                <a:gd name="connsiteX0" fmla="*/ 3424 w 236869"/>
                <a:gd name="connsiteY0" fmla="*/ 200611 h 417083"/>
                <a:gd name="connsiteX1" fmla="*/ 117251 w 236869"/>
                <a:gd name="connsiteY1" fmla="*/ 3208 h 417083"/>
                <a:gd name="connsiteX2" fmla="*/ 233195 w 236869"/>
                <a:gd name="connsiteY2" fmla="*/ 86921 h 417083"/>
                <a:gd name="connsiteX3" fmla="*/ 205678 w 236869"/>
                <a:gd name="connsiteY3" fmla="*/ 200611 h 417083"/>
                <a:gd name="connsiteX4" fmla="*/ 214145 w 236869"/>
                <a:gd name="connsiteY4" fmla="*/ 334571 h 417083"/>
                <a:gd name="connsiteX5" fmla="*/ 104551 w 236869"/>
                <a:gd name="connsiteY5" fmla="*/ 417064 h 417083"/>
                <a:gd name="connsiteX6" fmla="*/ 36344 w 236869"/>
                <a:gd name="connsiteY6" fmla="*/ 340921 h 417083"/>
                <a:gd name="connsiteX7" fmla="*/ 3424 w 236869"/>
                <a:gd name="connsiteY7" fmla="*/ 200611 h 417083"/>
                <a:gd name="connsiteX0" fmla="*/ 169 w 233614"/>
                <a:gd name="connsiteY0" fmla="*/ 197808 h 414280"/>
                <a:gd name="connsiteX1" fmla="*/ 45790 w 233614"/>
                <a:gd name="connsiteY1" fmla="*/ 58718 h 414280"/>
                <a:gd name="connsiteX2" fmla="*/ 113996 w 233614"/>
                <a:gd name="connsiteY2" fmla="*/ 405 h 414280"/>
                <a:gd name="connsiteX3" fmla="*/ 229940 w 233614"/>
                <a:gd name="connsiteY3" fmla="*/ 84118 h 414280"/>
                <a:gd name="connsiteX4" fmla="*/ 202423 w 233614"/>
                <a:gd name="connsiteY4" fmla="*/ 197808 h 414280"/>
                <a:gd name="connsiteX5" fmla="*/ 210890 w 233614"/>
                <a:gd name="connsiteY5" fmla="*/ 331768 h 414280"/>
                <a:gd name="connsiteX6" fmla="*/ 101296 w 233614"/>
                <a:gd name="connsiteY6" fmla="*/ 414261 h 414280"/>
                <a:gd name="connsiteX7" fmla="*/ 33089 w 233614"/>
                <a:gd name="connsiteY7" fmla="*/ 338118 h 414280"/>
                <a:gd name="connsiteX8" fmla="*/ 169 w 233614"/>
                <a:gd name="connsiteY8" fmla="*/ 197808 h 414280"/>
                <a:gd name="connsiteX0" fmla="*/ 169 w 233614"/>
                <a:gd name="connsiteY0" fmla="*/ 197808 h 414280"/>
                <a:gd name="connsiteX1" fmla="*/ 45790 w 233614"/>
                <a:gd name="connsiteY1" fmla="*/ 58718 h 414280"/>
                <a:gd name="connsiteX2" fmla="*/ 113996 w 233614"/>
                <a:gd name="connsiteY2" fmla="*/ 405 h 414280"/>
                <a:gd name="connsiteX3" fmla="*/ 229940 w 233614"/>
                <a:gd name="connsiteY3" fmla="*/ 84118 h 414280"/>
                <a:gd name="connsiteX4" fmla="*/ 202423 w 233614"/>
                <a:gd name="connsiteY4" fmla="*/ 197808 h 414280"/>
                <a:gd name="connsiteX5" fmla="*/ 210890 w 233614"/>
                <a:gd name="connsiteY5" fmla="*/ 331768 h 414280"/>
                <a:gd name="connsiteX6" fmla="*/ 101296 w 233614"/>
                <a:gd name="connsiteY6" fmla="*/ 414261 h 414280"/>
                <a:gd name="connsiteX7" fmla="*/ 33089 w 233614"/>
                <a:gd name="connsiteY7" fmla="*/ 338118 h 414280"/>
                <a:gd name="connsiteX8" fmla="*/ 169 w 233614"/>
                <a:gd name="connsiteY8" fmla="*/ 197808 h 414280"/>
                <a:gd name="connsiteX0" fmla="*/ 169 w 233614"/>
                <a:gd name="connsiteY0" fmla="*/ 197678 h 414150"/>
                <a:gd name="connsiteX1" fmla="*/ 45790 w 233614"/>
                <a:gd name="connsiteY1" fmla="*/ 58588 h 414150"/>
                <a:gd name="connsiteX2" fmla="*/ 113996 w 233614"/>
                <a:gd name="connsiteY2" fmla="*/ 275 h 414150"/>
                <a:gd name="connsiteX3" fmla="*/ 229940 w 233614"/>
                <a:gd name="connsiteY3" fmla="*/ 83988 h 414150"/>
                <a:gd name="connsiteX4" fmla="*/ 202423 w 233614"/>
                <a:gd name="connsiteY4" fmla="*/ 197678 h 414150"/>
                <a:gd name="connsiteX5" fmla="*/ 210890 w 233614"/>
                <a:gd name="connsiteY5" fmla="*/ 331638 h 414150"/>
                <a:gd name="connsiteX6" fmla="*/ 101296 w 233614"/>
                <a:gd name="connsiteY6" fmla="*/ 414131 h 414150"/>
                <a:gd name="connsiteX7" fmla="*/ 33089 w 233614"/>
                <a:gd name="connsiteY7" fmla="*/ 337988 h 414150"/>
                <a:gd name="connsiteX8" fmla="*/ 169 w 233614"/>
                <a:gd name="connsiteY8" fmla="*/ 197678 h 414150"/>
                <a:gd name="connsiteX0" fmla="*/ 169 w 233614"/>
                <a:gd name="connsiteY0" fmla="*/ 203941 h 420413"/>
                <a:gd name="connsiteX1" fmla="*/ 45790 w 233614"/>
                <a:gd name="connsiteY1" fmla="*/ 64851 h 420413"/>
                <a:gd name="connsiteX2" fmla="*/ 139396 w 233614"/>
                <a:gd name="connsiteY2" fmla="*/ 188 h 420413"/>
                <a:gd name="connsiteX3" fmla="*/ 229940 w 233614"/>
                <a:gd name="connsiteY3" fmla="*/ 90251 h 420413"/>
                <a:gd name="connsiteX4" fmla="*/ 202423 w 233614"/>
                <a:gd name="connsiteY4" fmla="*/ 203941 h 420413"/>
                <a:gd name="connsiteX5" fmla="*/ 210890 w 233614"/>
                <a:gd name="connsiteY5" fmla="*/ 337901 h 420413"/>
                <a:gd name="connsiteX6" fmla="*/ 101296 w 233614"/>
                <a:gd name="connsiteY6" fmla="*/ 420394 h 420413"/>
                <a:gd name="connsiteX7" fmla="*/ 33089 w 233614"/>
                <a:gd name="connsiteY7" fmla="*/ 344251 h 420413"/>
                <a:gd name="connsiteX8" fmla="*/ 169 w 233614"/>
                <a:gd name="connsiteY8" fmla="*/ 203941 h 420413"/>
                <a:gd name="connsiteX0" fmla="*/ 169 w 233614"/>
                <a:gd name="connsiteY0" fmla="*/ 203941 h 420770"/>
                <a:gd name="connsiteX1" fmla="*/ 45790 w 233614"/>
                <a:gd name="connsiteY1" fmla="*/ 64851 h 420770"/>
                <a:gd name="connsiteX2" fmla="*/ 139396 w 233614"/>
                <a:gd name="connsiteY2" fmla="*/ 188 h 420770"/>
                <a:gd name="connsiteX3" fmla="*/ 229940 w 233614"/>
                <a:gd name="connsiteY3" fmla="*/ 90251 h 420770"/>
                <a:gd name="connsiteX4" fmla="*/ 202423 w 233614"/>
                <a:gd name="connsiteY4" fmla="*/ 203941 h 420770"/>
                <a:gd name="connsiteX5" fmla="*/ 210890 w 233614"/>
                <a:gd name="connsiteY5" fmla="*/ 337901 h 420770"/>
                <a:gd name="connsiteX6" fmla="*/ 101296 w 233614"/>
                <a:gd name="connsiteY6" fmla="*/ 420394 h 420770"/>
                <a:gd name="connsiteX7" fmla="*/ 33089 w 233614"/>
                <a:gd name="connsiteY7" fmla="*/ 344251 h 420770"/>
                <a:gd name="connsiteX8" fmla="*/ 169 w 233614"/>
                <a:gd name="connsiteY8" fmla="*/ 203941 h 420770"/>
                <a:gd name="connsiteX0" fmla="*/ 169 w 233614"/>
                <a:gd name="connsiteY0" fmla="*/ 203941 h 420770"/>
                <a:gd name="connsiteX1" fmla="*/ 45790 w 233614"/>
                <a:gd name="connsiteY1" fmla="*/ 64851 h 420770"/>
                <a:gd name="connsiteX2" fmla="*/ 139396 w 233614"/>
                <a:gd name="connsiteY2" fmla="*/ 188 h 420770"/>
                <a:gd name="connsiteX3" fmla="*/ 229940 w 233614"/>
                <a:gd name="connsiteY3" fmla="*/ 90251 h 420770"/>
                <a:gd name="connsiteX4" fmla="*/ 202423 w 233614"/>
                <a:gd name="connsiteY4" fmla="*/ 203941 h 420770"/>
                <a:gd name="connsiteX5" fmla="*/ 210890 w 233614"/>
                <a:gd name="connsiteY5" fmla="*/ 337901 h 420770"/>
                <a:gd name="connsiteX6" fmla="*/ 120346 w 233614"/>
                <a:gd name="connsiteY6" fmla="*/ 420394 h 420770"/>
                <a:gd name="connsiteX7" fmla="*/ 33089 w 233614"/>
                <a:gd name="connsiteY7" fmla="*/ 344251 h 420770"/>
                <a:gd name="connsiteX8" fmla="*/ 169 w 233614"/>
                <a:gd name="connsiteY8" fmla="*/ 203941 h 420770"/>
                <a:gd name="connsiteX0" fmla="*/ 169 w 233614"/>
                <a:gd name="connsiteY0" fmla="*/ 218147 h 434976"/>
                <a:gd name="connsiteX1" fmla="*/ 45790 w 233614"/>
                <a:gd name="connsiteY1" fmla="*/ 79057 h 434976"/>
                <a:gd name="connsiteX2" fmla="*/ 137015 w 233614"/>
                <a:gd name="connsiteY2" fmla="*/ 106 h 434976"/>
                <a:gd name="connsiteX3" fmla="*/ 229940 w 233614"/>
                <a:gd name="connsiteY3" fmla="*/ 104457 h 434976"/>
                <a:gd name="connsiteX4" fmla="*/ 202423 w 233614"/>
                <a:gd name="connsiteY4" fmla="*/ 218147 h 434976"/>
                <a:gd name="connsiteX5" fmla="*/ 210890 w 233614"/>
                <a:gd name="connsiteY5" fmla="*/ 352107 h 434976"/>
                <a:gd name="connsiteX6" fmla="*/ 120346 w 233614"/>
                <a:gd name="connsiteY6" fmla="*/ 434600 h 434976"/>
                <a:gd name="connsiteX7" fmla="*/ 33089 w 233614"/>
                <a:gd name="connsiteY7" fmla="*/ 358457 h 434976"/>
                <a:gd name="connsiteX8" fmla="*/ 169 w 233614"/>
                <a:gd name="connsiteY8" fmla="*/ 218147 h 434976"/>
                <a:gd name="connsiteX0" fmla="*/ 169 w 233614"/>
                <a:gd name="connsiteY0" fmla="*/ 218145 h 434974"/>
                <a:gd name="connsiteX1" fmla="*/ 45790 w 233614"/>
                <a:gd name="connsiteY1" fmla="*/ 79055 h 434974"/>
                <a:gd name="connsiteX2" fmla="*/ 137015 w 233614"/>
                <a:gd name="connsiteY2" fmla="*/ 104 h 434974"/>
                <a:gd name="connsiteX3" fmla="*/ 229940 w 233614"/>
                <a:gd name="connsiteY3" fmla="*/ 104455 h 434974"/>
                <a:gd name="connsiteX4" fmla="*/ 202423 w 233614"/>
                <a:gd name="connsiteY4" fmla="*/ 218145 h 434974"/>
                <a:gd name="connsiteX5" fmla="*/ 210890 w 233614"/>
                <a:gd name="connsiteY5" fmla="*/ 352105 h 434974"/>
                <a:gd name="connsiteX6" fmla="*/ 120346 w 233614"/>
                <a:gd name="connsiteY6" fmla="*/ 434598 h 434974"/>
                <a:gd name="connsiteX7" fmla="*/ 33089 w 233614"/>
                <a:gd name="connsiteY7" fmla="*/ 358455 h 434974"/>
                <a:gd name="connsiteX8" fmla="*/ 169 w 233614"/>
                <a:gd name="connsiteY8" fmla="*/ 218145 h 434974"/>
                <a:gd name="connsiteX0" fmla="*/ 1 w 233446"/>
                <a:gd name="connsiteY0" fmla="*/ 218418 h 435247"/>
                <a:gd name="connsiteX1" fmla="*/ 33716 w 233446"/>
                <a:gd name="connsiteY1" fmla="*/ 74565 h 435247"/>
                <a:gd name="connsiteX2" fmla="*/ 136847 w 233446"/>
                <a:gd name="connsiteY2" fmla="*/ 377 h 435247"/>
                <a:gd name="connsiteX3" fmla="*/ 229772 w 233446"/>
                <a:gd name="connsiteY3" fmla="*/ 104728 h 435247"/>
                <a:gd name="connsiteX4" fmla="*/ 202255 w 233446"/>
                <a:gd name="connsiteY4" fmla="*/ 218418 h 435247"/>
                <a:gd name="connsiteX5" fmla="*/ 210722 w 233446"/>
                <a:gd name="connsiteY5" fmla="*/ 352378 h 435247"/>
                <a:gd name="connsiteX6" fmla="*/ 120178 w 233446"/>
                <a:gd name="connsiteY6" fmla="*/ 434871 h 435247"/>
                <a:gd name="connsiteX7" fmla="*/ 32921 w 233446"/>
                <a:gd name="connsiteY7" fmla="*/ 358728 h 435247"/>
                <a:gd name="connsiteX8" fmla="*/ 1 w 233446"/>
                <a:gd name="connsiteY8" fmla="*/ 218418 h 435247"/>
                <a:gd name="connsiteX0" fmla="*/ 1 w 233446"/>
                <a:gd name="connsiteY0" fmla="*/ 218418 h 435247"/>
                <a:gd name="connsiteX1" fmla="*/ 33716 w 233446"/>
                <a:gd name="connsiteY1" fmla="*/ 74565 h 435247"/>
                <a:gd name="connsiteX2" fmla="*/ 136847 w 233446"/>
                <a:gd name="connsiteY2" fmla="*/ 377 h 435247"/>
                <a:gd name="connsiteX3" fmla="*/ 229772 w 233446"/>
                <a:gd name="connsiteY3" fmla="*/ 104728 h 435247"/>
                <a:gd name="connsiteX4" fmla="*/ 202255 w 233446"/>
                <a:gd name="connsiteY4" fmla="*/ 218418 h 435247"/>
                <a:gd name="connsiteX5" fmla="*/ 210722 w 233446"/>
                <a:gd name="connsiteY5" fmla="*/ 352378 h 435247"/>
                <a:gd name="connsiteX6" fmla="*/ 120178 w 233446"/>
                <a:gd name="connsiteY6" fmla="*/ 434871 h 435247"/>
                <a:gd name="connsiteX7" fmla="*/ 32921 w 233446"/>
                <a:gd name="connsiteY7" fmla="*/ 358728 h 435247"/>
                <a:gd name="connsiteX8" fmla="*/ 1 w 233446"/>
                <a:gd name="connsiteY8" fmla="*/ 218418 h 435247"/>
                <a:gd name="connsiteX0" fmla="*/ 396 w 233841"/>
                <a:gd name="connsiteY0" fmla="*/ 218418 h 434897"/>
                <a:gd name="connsiteX1" fmla="*/ 34111 w 233841"/>
                <a:gd name="connsiteY1" fmla="*/ 74565 h 434897"/>
                <a:gd name="connsiteX2" fmla="*/ 137242 w 233841"/>
                <a:gd name="connsiteY2" fmla="*/ 377 h 434897"/>
                <a:gd name="connsiteX3" fmla="*/ 230167 w 233841"/>
                <a:gd name="connsiteY3" fmla="*/ 104728 h 434897"/>
                <a:gd name="connsiteX4" fmla="*/ 202650 w 233841"/>
                <a:gd name="connsiteY4" fmla="*/ 218418 h 434897"/>
                <a:gd name="connsiteX5" fmla="*/ 211117 w 233841"/>
                <a:gd name="connsiteY5" fmla="*/ 352378 h 434897"/>
                <a:gd name="connsiteX6" fmla="*/ 120573 w 233841"/>
                <a:gd name="connsiteY6" fmla="*/ 434871 h 434897"/>
                <a:gd name="connsiteX7" fmla="*/ 21410 w 233841"/>
                <a:gd name="connsiteY7" fmla="*/ 344440 h 434897"/>
                <a:gd name="connsiteX8" fmla="*/ 396 w 233841"/>
                <a:gd name="connsiteY8" fmla="*/ 218418 h 434897"/>
                <a:gd name="connsiteX0" fmla="*/ 396 w 233841"/>
                <a:gd name="connsiteY0" fmla="*/ 218418 h 427758"/>
                <a:gd name="connsiteX1" fmla="*/ 34111 w 233841"/>
                <a:gd name="connsiteY1" fmla="*/ 74565 h 427758"/>
                <a:gd name="connsiteX2" fmla="*/ 137242 w 233841"/>
                <a:gd name="connsiteY2" fmla="*/ 377 h 427758"/>
                <a:gd name="connsiteX3" fmla="*/ 230167 w 233841"/>
                <a:gd name="connsiteY3" fmla="*/ 104728 h 427758"/>
                <a:gd name="connsiteX4" fmla="*/ 202650 w 233841"/>
                <a:gd name="connsiteY4" fmla="*/ 218418 h 427758"/>
                <a:gd name="connsiteX5" fmla="*/ 211117 w 233841"/>
                <a:gd name="connsiteY5" fmla="*/ 352378 h 427758"/>
                <a:gd name="connsiteX6" fmla="*/ 125336 w 233841"/>
                <a:gd name="connsiteY6" fmla="*/ 427727 h 427758"/>
                <a:gd name="connsiteX7" fmla="*/ 21410 w 233841"/>
                <a:gd name="connsiteY7" fmla="*/ 344440 h 427758"/>
                <a:gd name="connsiteX8" fmla="*/ 396 w 233841"/>
                <a:gd name="connsiteY8" fmla="*/ 218418 h 427758"/>
                <a:gd name="connsiteX0" fmla="*/ 396 w 233841"/>
                <a:gd name="connsiteY0" fmla="*/ 218418 h 427758"/>
                <a:gd name="connsiteX1" fmla="*/ 34111 w 233841"/>
                <a:gd name="connsiteY1" fmla="*/ 74565 h 427758"/>
                <a:gd name="connsiteX2" fmla="*/ 137242 w 233841"/>
                <a:gd name="connsiteY2" fmla="*/ 377 h 427758"/>
                <a:gd name="connsiteX3" fmla="*/ 230167 w 233841"/>
                <a:gd name="connsiteY3" fmla="*/ 104728 h 427758"/>
                <a:gd name="connsiteX4" fmla="*/ 202650 w 233841"/>
                <a:gd name="connsiteY4" fmla="*/ 218418 h 427758"/>
                <a:gd name="connsiteX5" fmla="*/ 211117 w 233841"/>
                <a:gd name="connsiteY5" fmla="*/ 352378 h 427758"/>
                <a:gd name="connsiteX6" fmla="*/ 125336 w 233841"/>
                <a:gd name="connsiteY6" fmla="*/ 427727 h 427758"/>
                <a:gd name="connsiteX7" fmla="*/ 21410 w 233841"/>
                <a:gd name="connsiteY7" fmla="*/ 344440 h 427758"/>
                <a:gd name="connsiteX8" fmla="*/ 396 w 233841"/>
                <a:gd name="connsiteY8" fmla="*/ 218418 h 427758"/>
                <a:gd name="connsiteX0" fmla="*/ 396 w 233841"/>
                <a:gd name="connsiteY0" fmla="*/ 218418 h 427764"/>
                <a:gd name="connsiteX1" fmla="*/ 34111 w 233841"/>
                <a:gd name="connsiteY1" fmla="*/ 74565 h 427764"/>
                <a:gd name="connsiteX2" fmla="*/ 137242 w 233841"/>
                <a:gd name="connsiteY2" fmla="*/ 377 h 427764"/>
                <a:gd name="connsiteX3" fmla="*/ 230167 w 233841"/>
                <a:gd name="connsiteY3" fmla="*/ 104728 h 427764"/>
                <a:gd name="connsiteX4" fmla="*/ 202650 w 233841"/>
                <a:gd name="connsiteY4" fmla="*/ 218418 h 427764"/>
                <a:gd name="connsiteX5" fmla="*/ 211117 w 233841"/>
                <a:gd name="connsiteY5" fmla="*/ 352378 h 427764"/>
                <a:gd name="connsiteX6" fmla="*/ 125336 w 233841"/>
                <a:gd name="connsiteY6" fmla="*/ 427727 h 427764"/>
                <a:gd name="connsiteX7" fmla="*/ 21410 w 233841"/>
                <a:gd name="connsiteY7" fmla="*/ 344440 h 427764"/>
                <a:gd name="connsiteX8" fmla="*/ 396 w 233841"/>
                <a:gd name="connsiteY8" fmla="*/ 218418 h 427764"/>
                <a:gd name="connsiteX0" fmla="*/ 396 w 236038"/>
                <a:gd name="connsiteY0" fmla="*/ 218049 h 427395"/>
                <a:gd name="connsiteX1" fmla="*/ 34111 w 236038"/>
                <a:gd name="connsiteY1" fmla="*/ 74196 h 427395"/>
                <a:gd name="connsiteX2" fmla="*/ 137242 w 236038"/>
                <a:gd name="connsiteY2" fmla="*/ 8 h 427395"/>
                <a:gd name="connsiteX3" fmla="*/ 232548 w 236038"/>
                <a:gd name="connsiteY3" fmla="*/ 78165 h 427395"/>
                <a:gd name="connsiteX4" fmla="*/ 202650 w 236038"/>
                <a:gd name="connsiteY4" fmla="*/ 218049 h 427395"/>
                <a:gd name="connsiteX5" fmla="*/ 211117 w 236038"/>
                <a:gd name="connsiteY5" fmla="*/ 352009 h 427395"/>
                <a:gd name="connsiteX6" fmla="*/ 125336 w 236038"/>
                <a:gd name="connsiteY6" fmla="*/ 427358 h 427395"/>
                <a:gd name="connsiteX7" fmla="*/ 21410 w 236038"/>
                <a:gd name="connsiteY7" fmla="*/ 344071 h 427395"/>
                <a:gd name="connsiteX8" fmla="*/ 396 w 236038"/>
                <a:gd name="connsiteY8" fmla="*/ 218049 h 427395"/>
                <a:gd name="connsiteX0" fmla="*/ 396 w 236881"/>
                <a:gd name="connsiteY0" fmla="*/ 218049 h 427395"/>
                <a:gd name="connsiteX1" fmla="*/ 34111 w 236881"/>
                <a:gd name="connsiteY1" fmla="*/ 74196 h 427395"/>
                <a:gd name="connsiteX2" fmla="*/ 137242 w 236881"/>
                <a:gd name="connsiteY2" fmla="*/ 8 h 427395"/>
                <a:gd name="connsiteX3" fmla="*/ 232548 w 236881"/>
                <a:gd name="connsiteY3" fmla="*/ 78165 h 427395"/>
                <a:gd name="connsiteX4" fmla="*/ 202650 w 236881"/>
                <a:gd name="connsiteY4" fmla="*/ 218049 h 427395"/>
                <a:gd name="connsiteX5" fmla="*/ 211117 w 236881"/>
                <a:gd name="connsiteY5" fmla="*/ 352009 h 427395"/>
                <a:gd name="connsiteX6" fmla="*/ 125336 w 236881"/>
                <a:gd name="connsiteY6" fmla="*/ 427358 h 427395"/>
                <a:gd name="connsiteX7" fmla="*/ 21410 w 236881"/>
                <a:gd name="connsiteY7" fmla="*/ 344071 h 427395"/>
                <a:gd name="connsiteX8" fmla="*/ 396 w 236881"/>
                <a:gd name="connsiteY8" fmla="*/ 218049 h 427395"/>
                <a:gd name="connsiteX0" fmla="*/ 396 w 236066"/>
                <a:gd name="connsiteY0" fmla="*/ 218049 h 427395"/>
                <a:gd name="connsiteX1" fmla="*/ 34111 w 236066"/>
                <a:gd name="connsiteY1" fmla="*/ 74196 h 427395"/>
                <a:gd name="connsiteX2" fmla="*/ 137242 w 236066"/>
                <a:gd name="connsiteY2" fmla="*/ 8 h 427395"/>
                <a:gd name="connsiteX3" fmla="*/ 232548 w 236066"/>
                <a:gd name="connsiteY3" fmla="*/ 78165 h 427395"/>
                <a:gd name="connsiteX4" fmla="*/ 190744 w 236066"/>
                <a:gd name="connsiteY4" fmla="*/ 198999 h 427395"/>
                <a:gd name="connsiteX5" fmla="*/ 211117 w 236066"/>
                <a:gd name="connsiteY5" fmla="*/ 352009 h 427395"/>
                <a:gd name="connsiteX6" fmla="*/ 125336 w 236066"/>
                <a:gd name="connsiteY6" fmla="*/ 427358 h 427395"/>
                <a:gd name="connsiteX7" fmla="*/ 21410 w 236066"/>
                <a:gd name="connsiteY7" fmla="*/ 344071 h 427395"/>
                <a:gd name="connsiteX8" fmla="*/ 396 w 236066"/>
                <a:gd name="connsiteY8" fmla="*/ 218049 h 427395"/>
                <a:gd name="connsiteX0" fmla="*/ 396 w 236066"/>
                <a:gd name="connsiteY0" fmla="*/ 218049 h 427395"/>
                <a:gd name="connsiteX1" fmla="*/ 34111 w 236066"/>
                <a:gd name="connsiteY1" fmla="*/ 74196 h 427395"/>
                <a:gd name="connsiteX2" fmla="*/ 137242 w 236066"/>
                <a:gd name="connsiteY2" fmla="*/ 8 h 427395"/>
                <a:gd name="connsiteX3" fmla="*/ 232548 w 236066"/>
                <a:gd name="connsiteY3" fmla="*/ 78165 h 427395"/>
                <a:gd name="connsiteX4" fmla="*/ 190744 w 236066"/>
                <a:gd name="connsiteY4" fmla="*/ 198999 h 427395"/>
                <a:gd name="connsiteX5" fmla="*/ 211117 w 236066"/>
                <a:gd name="connsiteY5" fmla="*/ 352009 h 427395"/>
                <a:gd name="connsiteX6" fmla="*/ 125336 w 236066"/>
                <a:gd name="connsiteY6" fmla="*/ 427358 h 427395"/>
                <a:gd name="connsiteX7" fmla="*/ 21410 w 236066"/>
                <a:gd name="connsiteY7" fmla="*/ 344071 h 427395"/>
                <a:gd name="connsiteX8" fmla="*/ 396 w 236066"/>
                <a:gd name="connsiteY8" fmla="*/ 218049 h 427395"/>
                <a:gd name="connsiteX0" fmla="*/ 396 w 236066"/>
                <a:gd name="connsiteY0" fmla="*/ 218049 h 427395"/>
                <a:gd name="connsiteX1" fmla="*/ 34111 w 236066"/>
                <a:gd name="connsiteY1" fmla="*/ 74196 h 427395"/>
                <a:gd name="connsiteX2" fmla="*/ 137242 w 236066"/>
                <a:gd name="connsiteY2" fmla="*/ 8 h 427395"/>
                <a:gd name="connsiteX3" fmla="*/ 232548 w 236066"/>
                <a:gd name="connsiteY3" fmla="*/ 78165 h 427395"/>
                <a:gd name="connsiteX4" fmla="*/ 190744 w 236066"/>
                <a:gd name="connsiteY4" fmla="*/ 198999 h 427395"/>
                <a:gd name="connsiteX5" fmla="*/ 211117 w 236066"/>
                <a:gd name="connsiteY5" fmla="*/ 352009 h 427395"/>
                <a:gd name="connsiteX6" fmla="*/ 125336 w 236066"/>
                <a:gd name="connsiteY6" fmla="*/ 427358 h 427395"/>
                <a:gd name="connsiteX7" fmla="*/ 21410 w 236066"/>
                <a:gd name="connsiteY7" fmla="*/ 344071 h 427395"/>
                <a:gd name="connsiteX8" fmla="*/ 396 w 236066"/>
                <a:gd name="connsiteY8" fmla="*/ 218049 h 427395"/>
                <a:gd name="connsiteX0" fmla="*/ 396 w 236066"/>
                <a:gd name="connsiteY0" fmla="*/ 218049 h 427395"/>
                <a:gd name="connsiteX1" fmla="*/ 34111 w 236066"/>
                <a:gd name="connsiteY1" fmla="*/ 74196 h 427395"/>
                <a:gd name="connsiteX2" fmla="*/ 137242 w 236066"/>
                <a:gd name="connsiteY2" fmla="*/ 8 h 427395"/>
                <a:gd name="connsiteX3" fmla="*/ 232548 w 236066"/>
                <a:gd name="connsiteY3" fmla="*/ 78165 h 427395"/>
                <a:gd name="connsiteX4" fmla="*/ 190744 w 236066"/>
                <a:gd name="connsiteY4" fmla="*/ 198999 h 427395"/>
                <a:gd name="connsiteX5" fmla="*/ 211117 w 236066"/>
                <a:gd name="connsiteY5" fmla="*/ 352009 h 427395"/>
                <a:gd name="connsiteX6" fmla="*/ 125336 w 236066"/>
                <a:gd name="connsiteY6" fmla="*/ 427358 h 427395"/>
                <a:gd name="connsiteX7" fmla="*/ 21410 w 236066"/>
                <a:gd name="connsiteY7" fmla="*/ 344071 h 427395"/>
                <a:gd name="connsiteX8" fmla="*/ 396 w 236066"/>
                <a:gd name="connsiteY8" fmla="*/ 218049 h 427395"/>
                <a:gd name="connsiteX0" fmla="*/ 396 w 238319"/>
                <a:gd name="connsiteY0" fmla="*/ 218479 h 427825"/>
                <a:gd name="connsiteX1" fmla="*/ 34111 w 238319"/>
                <a:gd name="connsiteY1" fmla="*/ 74626 h 427825"/>
                <a:gd name="connsiteX2" fmla="*/ 137242 w 238319"/>
                <a:gd name="connsiteY2" fmla="*/ 438 h 427825"/>
                <a:gd name="connsiteX3" fmla="*/ 234929 w 238319"/>
                <a:gd name="connsiteY3" fmla="*/ 64307 h 427825"/>
                <a:gd name="connsiteX4" fmla="*/ 190744 w 238319"/>
                <a:gd name="connsiteY4" fmla="*/ 199429 h 427825"/>
                <a:gd name="connsiteX5" fmla="*/ 211117 w 238319"/>
                <a:gd name="connsiteY5" fmla="*/ 352439 h 427825"/>
                <a:gd name="connsiteX6" fmla="*/ 125336 w 238319"/>
                <a:gd name="connsiteY6" fmla="*/ 427788 h 427825"/>
                <a:gd name="connsiteX7" fmla="*/ 21410 w 238319"/>
                <a:gd name="connsiteY7" fmla="*/ 344501 h 427825"/>
                <a:gd name="connsiteX8" fmla="*/ 396 w 238319"/>
                <a:gd name="connsiteY8" fmla="*/ 218479 h 427825"/>
                <a:gd name="connsiteX0" fmla="*/ 396 w 235818"/>
                <a:gd name="connsiteY0" fmla="*/ 218479 h 427825"/>
                <a:gd name="connsiteX1" fmla="*/ 34111 w 235818"/>
                <a:gd name="connsiteY1" fmla="*/ 74626 h 427825"/>
                <a:gd name="connsiteX2" fmla="*/ 137242 w 235818"/>
                <a:gd name="connsiteY2" fmla="*/ 438 h 427825"/>
                <a:gd name="connsiteX3" fmla="*/ 234929 w 235818"/>
                <a:gd name="connsiteY3" fmla="*/ 64307 h 427825"/>
                <a:gd name="connsiteX4" fmla="*/ 190744 w 235818"/>
                <a:gd name="connsiteY4" fmla="*/ 199429 h 427825"/>
                <a:gd name="connsiteX5" fmla="*/ 211117 w 235818"/>
                <a:gd name="connsiteY5" fmla="*/ 352439 h 427825"/>
                <a:gd name="connsiteX6" fmla="*/ 125336 w 235818"/>
                <a:gd name="connsiteY6" fmla="*/ 427788 h 427825"/>
                <a:gd name="connsiteX7" fmla="*/ 21410 w 235818"/>
                <a:gd name="connsiteY7" fmla="*/ 344501 h 427825"/>
                <a:gd name="connsiteX8" fmla="*/ 396 w 235818"/>
                <a:gd name="connsiteY8" fmla="*/ 218479 h 427825"/>
                <a:gd name="connsiteX0" fmla="*/ 396 w 235818"/>
                <a:gd name="connsiteY0" fmla="*/ 218234 h 427580"/>
                <a:gd name="connsiteX1" fmla="*/ 34111 w 235818"/>
                <a:gd name="connsiteY1" fmla="*/ 74381 h 427580"/>
                <a:gd name="connsiteX2" fmla="*/ 137242 w 235818"/>
                <a:gd name="connsiteY2" fmla="*/ 193 h 427580"/>
                <a:gd name="connsiteX3" fmla="*/ 234929 w 235818"/>
                <a:gd name="connsiteY3" fmla="*/ 64062 h 427580"/>
                <a:gd name="connsiteX4" fmla="*/ 190744 w 235818"/>
                <a:gd name="connsiteY4" fmla="*/ 199184 h 427580"/>
                <a:gd name="connsiteX5" fmla="*/ 211117 w 235818"/>
                <a:gd name="connsiteY5" fmla="*/ 352194 h 427580"/>
                <a:gd name="connsiteX6" fmla="*/ 125336 w 235818"/>
                <a:gd name="connsiteY6" fmla="*/ 427543 h 427580"/>
                <a:gd name="connsiteX7" fmla="*/ 21410 w 235818"/>
                <a:gd name="connsiteY7" fmla="*/ 344256 h 427580"/>
                <a:gd name="connsiteX8" fmla="*/ 396 w 235818"/>
                <a:gd name="connsiteY8" fmla="*/ 218234 h 427580"/>
                <a:gd name="connsiteX0" fmla="*/ 396 w 235818"/>
                <a:gd name="connsiteY0" fmla="*/ 218234 h 427580"/>
                <a:gd name="connsiteX1" fmla="*/ 34111 w 235818"/>
                <a:gd name="connsiteY1" fmla="*/ 74381 h 427580"/>
                <a:gd name="connsiteX2" fmla="*/ 137242 w 235818"/>
                <a:gd name="connsiteY2" fmla="*/ 193 h 427580"/>
                <a:gd name="connsiteX3" fmla="*/ 234929 w 235818"/>
                <a:gd name="connsiteY3" fmla="*/ 64062 h 427580"/>
                <a:gd name="connsiteX4" fmla="*/ 190744 w 235818"/>
                <a:gd name="connsiteY4" fmla="*/ 199184 h 427580"/>
                <a:gd name="connsiteX5" fmla="*/ 211117 w 235818"/>
                <a:gd name="connsiteY5" fmla="*/ 352194 h 427580"/>
                <a:gd name="connsiteX6" fmla="*/ 125336 w 235818"/>
                <a:gd name="connsiteY6" fmla="*/ 427543 h 427580"/>
                <a:gd name="connsiteX7" fmla="*/ 21410 w 235818"/>
                <a:gd name="connsiteY7" fmla="*/ 344256 h 427580"/>
                <a:gd name="connsiteX8" fmla="*/ 396 w 235818"/>
                <a:gd name="connsiteY8" fmla="*/ 218234 h 42758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8" h="427590">
                  <a:moveTo>
                    <a:pt x="396" y="218234"/>
                  </a:moveTo>
                  <a:cubicBezTo>
                    <a:pt x="2513" y="156587"/>
                    <a:pt x="15140" y="107281"/>
                    <a:pt x="34111" y="74381"/>
                  </a:cubicBezTo>
                  <a:cubicBezTo>
                    <a:pt x="53082" y="41481"/>
                    <a:pt x="103772" y="1913"/>
                    <a:pt x="137242" y="193"/>
                  </a:cubicBezTo>
                  <a:cubicBezTo>
                    <a:pt x="170712" y="-1527"/>
                    <a:pt x="227335" y="7350"/>
                    <a:pt x="234929" y="64062"/>
                  </a:cubicBezTo>
                  <a:cubicBezTo>
                    <a:pt x="242523" y="120774"/>
                    <a:pt x="199211" y="164259"/>
                    <a:pt x="190744" y="199184"/>
                  </a:cubicBezTo>
                  <a:cubicBezTo>
                    <a:pt x="182277" y="234109"/>
                    <a:pt x="223209" y="301832"/>
                    <a:pt x="211117" y="352194"/>
                  </a:cubicBezTo>
                  <a:cubicBezTo>
                    <a:pt x="199025" y="402556"/>
                    <a:pt x="156954" y="428866"/>
                    <a:pt x="125336" y="427543"/>
                  </a:cubicBezTo>
                  <a:cubicBezTo>
                    <a:pt x="93718" y="426220"/>
                    <a:pt x="38264" y="380331"/>
                    <a:pt x="21410" y="344256"/>
                  </a:cubicBezTo>
                  <a:cubicBezTo>
                    <a:pt x="4556" y="308181"/>
                    <a:pt x="-1721" y="279881"/>
                    <a:pt x="396" y="218234"/>
                  </a:cubicBezTo>
                  <a:close/>
                </a:path>
              </a:pathLst>
            </a:custGeom>
            <a:solidFill>
              <a:srgbClr val="7030A0">
                <a:alpha val="46000"/>
              </a:srgbClr>
            </a:solid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56D4CE76-85E4-4225-A15B-19470A817D67}"/>
                </a:ext>
              </a:extLst>
            </p:cNvPr>
            <p:cNvSpPr/>
            <p:nvPr/>
          </p:nvSpPr>
          <p:spPr>
            <a:xfrm>
              <a:off x="4302459" y="2970207"/>
              <a:ext cx="201799" cy="388451"/>
            </a:xfrm>
            <a:custGeom>
              <a:avLst/>
              <a:gdLst>
                <a:gd name="connsiteX0" fmla="*/ 0 w 202253"/>
                <a:gd name="connsiteY0" fmla="*/ 216453 h 432905"/>
                <a:gd name="connsiteX1" fmla="*/ 101127 w 202253"/>
                <a:gd name="connsiteY1" fmla="*/ 0 h 432905"/>
                <a:gd name="connsiteX2" fmla="*/ 202254 w 202253"/>
                <a:gd name="connsiteY2" fmla="*/ 216453 h 432905"/>
                <a:gd name="connsiteX3" fmla="*/ 101127 w 202253"/>
                <a:gd name="connsiteY3" fmla="*/ 432906 h 432905"/>
                <a:gd name="connsiteX4" fmla="*/ 0 w 202253"/>
                <a:gd name="connsiteY4" fmla="*/ 216453 h 432905"/>
                <a:gd name="connsiteX0" fmla="*/ 0 w 161773"/>
                <a:gd name="connsiteY0" fmla="*/ 216453 h 432906"/>
                <a:gd name="connsiteX1" fmla="*/ 60646 w 161773"/>
                <a:gd name="connsiteY1" fmla="*/ 0 h 432906"/>
                <a:gd name="connsiteX2" fmla="*/ 161773 w 161773"/>
                <a:gd name="connsiteY2" fmla="*/ 216453 h 432906"/>
                <a:gd name="connsiteX3" fmla="*/ 60646 w 161773"/>
                <a:gd name="connsiteY3" fmla="*/ 432906 h 432906"/>
                <a:gd name="connsiteX4" fmla="*/ 0 w 161773"/>
                <a:gd name="connsiteY4" fmla="*/ 216453 h 432906"/>
                <a:gd name="connsiteX0" fmla="*/ 2602 w 164375"/>
                <a:gd name="connsiteY0" fmla="*/ 216453 h 432906"/>
                <a:gd name="connsiteX1" fmla="*/ 63248 w 164375"/>
                <a:gd name="connsiteY1" fmla="*/ 0 h 432906"/>
                <a:gd name="connsiteX2" fmla="*/ 164375 w 164375"/>
                <a:gd name="connsiteY2" fmla="*/ 216453 h 432906"/>
                <a:gd name="connsiteX3" fmla="*/ 63248 w 164375"/>
                <a:gd name="connsiteY3" fmla="*/ 432906 h 432906"/>
                <a:gd name="connsiteX4" fmla="*/ 2602 w 164375"/>
                <a:gd name="connsiteY4" fmla="*/ 216453 h 432906"/>
                <a:gd name="connsiteX0" fmla="*/ 2602 w 164375"/>
                <a:gd name="connsiteY0" fmla="*/ 216453 h 432906"/>
                <a:gd name="connsiteX1" fmla="*/ 63248 w 164375"/>
                <a:gd name="connsiteY1" fmla="*/ 0 h 432906"/>
                <a:gd name="connsiteX2" fmla="*/ 164375 w 164375"/>
                <a:gd name="connsiteY2" fmla="*/ 216453 h 432906"/>
                <a:gd name="connsiteX3" fmla="*/ 63248 w 164375"/>
                <a:gd name="connsiteY3" fmla="*/ 432906 h 432906"/>
                <a:gd name="connsiteX4" fmla="*/ 2602 w 164375"/>
                <a:gd name="connsiteY4" fmla="*/ 216453 h 432906"/>
                <a:gd name="connsiteX0" fmla="*/ 2602 w 164375"/>
                <a:gd name="connsiteY0" fmla="*/ 216453 h 432906"/>
                <a:gd name="connsiteX1" fmla="*/ 63248 w 164375"/>
                <a:gd name="connsiteY1" fmla="*/ 0 h 432906"/>
                <a:gd name="connsiteX2" fmla="*/ 164375 w 164375"/>
                <a:gd name="connsiteY2" fmla="*/ 216453 h 432906"/>
                <a:gd name="connsiteX3" fmla="*/ 63248 w 164375"/>
                <a:gd name="connsiteY3" fmla="*/ 432906 h 432906"/>
                <a:gd name="connsiteX4" fmla="*/ 2602 w 164375"/>
                <a:gd name="connsiteY4" fmla="*/ 216453 h 432906"/>
                <a:gd name="connsiteX0" fmla="*/ 2518 w 166672"/>
                <a:gd name="connsiteY0" fmla="*/ 204565 h 432953"/>
                <a:gd name="connsiteX1" fmla="*/ 65545 w 166672"/>
                <a:gd name="connsiteY1" fmla="*/ 18 h 432953"/>
                <a:gd name="connsiteX2" fmla="*/ 166672 w 166672"/>
                <a:gd name="connsiteY2" fmla="*/ 216471 h 432953"/>
                <a:gd name="connsiteX3" fmla="*/ 65545 w 166672"/>
                <a:gd name="connsiteY3" fmla="*/ 432924 h 432953"/>
                <a:gd name="connsiteX4" fmla="*/ 2518 w 166672"/>
                <a:gd name="connsiteY4" fmla="*/ 204565 h 432953"/>
                <a:gd name="connsiteX0" fmla="*/ 9937 w 174091"/>
                <a:gd name="connsiteY0" fmla="*/ 204565 h 439495"/>
                <a:gd name="connsiteX1" fmla="*/ 72964 w 174091"/>
                <a:gd name="connsiteY1" fmla="*/ 18 h 439495"/>
                <a:gd name="connsiteX2" fmla="*/ 174091 w 174091"/>
                <a:gd name="connsiteY2" fmla="*/ 216471 h 439495"/>
                <a:gd name="connsiteX3" fmla="*/ 72964 w 174091"/>
                <a:gd name="connsiteY3" fmla="*/ 432924 h 439495"/>
                <a:gd name="connsiteX4" fmla="*/ 5036 w 174091"/>
                <a:gd name="connsiteY4" fmla="*/ 367462 h 439495"/>
                <a:gd name="connsiteX5" fmla="*/ 9937 w 174091"/>
                <a:gd name="connsiteY5" fmla="*/ 204565 h 439495"/>
                <a:gd name="connsiteX0" fmla="*/ 9937 w 174091"/>
                <a:gd name="connsiteY0" fmla="*/ 204565 h 426712"/>
                <a:gd name="connsiteX1" fmla="*/ 72964 w 174091"/>
                <a:gd name="connsiteY1" fmla="*/ 18 h 426712"/>
                <a:gd name="connsiteX2" fmla="*/ 174091 w 174091"/>
                <a:gd name="connsiteY2" fmla="*/ 216471 h 426712"/>
                <a:gd name="connsiteX3" fmla="*/ 127733 w 174091"/>
                <a:gd name="connsiteY3" fmla="*/ 418636 h 426712"/>
                <a:gd name="connsiteX4" fmla="*/ 5036 w 174091"/>
                <a:gd name="connsiteY4" fmla="*/ 367462 h 426712"/>
                <a:gd name="connsiteX5" fmla="*/ 9937 w 174091"/>
                <a:gd name="connsiteY5" fmla="*/ 204565 h 426712"/>
                <a:gd name="connsiteX0" fmla="*/ 9937 w 174091"/>
                <a:gd name="connsiteY0" fmla="*/ 204565 h 423887"/>
                <a:gd name="connsiteX1" fmla="*/ 72964 w 174091"/>
                <a:gd name="connsiteY1" fmla="*/ 18 h 423887"/>
                <a:gd name="connsiteX2" fmla="*/ 174091 w 174091"/>
                <a:gd name="connsiteY2" fmla="*/ 216471 h 423887"/>
                <a:gd name="connsiteX3" fmla="*/ 127733 w 174091"/>
                <a:gd name="connsiteY3" fmla="*/ 418636 h 423887"/>
                <a:gd name="connsiteX4" fmla="*/ 5036 w 174091"/>
                <a:gd name="connsiteY4" fmla="*/ 367462 h 423887"/>
                <a:gd name="connsiteX5" fmla="*/ 9937 w 174091"/>
                <a:gd name="connsiteY5" fmla="*/ 204565 h 423887"/>
                <a:gd name="connsiteX0" fmla="*/ 9937 w 174091"/>
                <a:gd name="connsiteY0" fmla="*/ 204565 h 439369"/>
                <a:gd name="connsiteX1" fmla="*/ 72964 w 174091"/>
                <a:gd name="connsiteY1" fmla="*/ 18 h 439369"/>
                <a:gd name="connsiteX2" fmla="*/ 174091 w 174091"/>
                <a:gd name="connsiteY2" fmla="*/ 216471 h 439369"/>
                <a:gd name="connsiteX3" fmla="*/ 127733 w 174091"/>
                <a:gd name="connsiteY3" fmla="*/ 418636 h 439369"/>
                <a:gd name="connsiteX4" fmla="*/ 43137 w 174091"/>
                <a:gd name="connsiteY4" fmla="*/ 426994 h 439369"/>
                <a:gd name="connsiteX5" fmla="*/ 5036 w 174091"/>
                <a:gd name="connsiteY5" fmla="*/ 367462 h 439369"/>
                <a:gd name="connsiteX6" fmla="*/ 9937 w 174091"/>
                <a:gd name="connsiteY6" fmla="*/ 204565 h 439369"/>
                <a:gd name="connsiteX0" fmla="*/ 11731 w 175885"/>
                <a:gd name="connsiteY0" fmla="*/ 204565 h 439369"/>
                <a:gd name="connsiteX1" fmla="*/ 74758 w 175885"/>
                <a:gd name="connsiteY1" fmla="*/ 18 h 439369"/>
                <a:gd name="connsiteX2" fmla="*/ 175885 w 175885"/>
                <a:gd name="connsiteY2" fmla="*/ 216471 h 439369"/>
                <a:gd name="connsiteX3" fmla="*/ 129527 w 175885"/>
                <a:gd name="connsiteY3" fmla="*/ 418636 h 439369"/>
                <a:gd name="connsiteX4" fmla="*/ 44931 w 175885"/>
                <a:gd name="connsiteY4" fmla="*/ 426994 h 439369"/>
                <a:gd name="connsiteX5" fmla="*/ 4449 w 175885"/>
                <a:gd name="connsiteY5" fmla="*/ 350793 h 439369"/>
                <a:gd name="connsiteX6" fmla="*/ 11731 w 175885"/>
                <a:gd name="connsiteY6" fmla="*/ 204565 h 439369"/>
                <a:gd name="connsiteX0" fmla="*/ 13638 w 175411"/>
                <a:gd name="connsiteY0" fmla="*/ 221221 h 439356"/>
                <a:gd name="connsiteX1" fmla="*/ 74284 w 175411"/>
                <a:gd name="connsiteY1" fmla="*/ 5 h 439356"/>
                <a:gd name="connsiteX2" fmla="*/ 175411 w 175411"/>
                <a:gd name="connsiteY2" fmla="*/ 216458 h 439356"/>
                <a:gd name="connsiteX3" fmla="*/ 129053 w 175411"/>
                <a:gd name="connsiteY3" fmla="*/ 418623 h 439356"/>
                <a:gd name="connsiteX4" fmla="*/ 44457 w 175411"/>
                <a:gd name="connsiteY4" fmla="*/ 426981 h 439356"/>
                <a:gd name="connsiteX5" fmla="*/ 3975 w 175411"/>
                <a:gd name="connsiteY5" fmla="*/ 350780 h 439356"/>
                <a:gd name="connsiteX6" fmla="*/ 13638 w 175411"/>
                <a:gd name="connsiteY6" fmla="*/ 221221 h 439356"/>
                <a:gd name="connsiteX0" fmla="*/ 13638 w 175411"/>
                <a:gd name="connsiteY0" fmla="*/ 226218 h 444353"/>
                <a:gd name="connsiteX1" fmla="*/ 20645 w 175411"/>
                <a:gd name="connsiteY1" fmla="*/ 81933 h 444353"/>
                <a:gd name="connsiteX2" fmla="*/ 74284 w 175411"/>
                <a:gd name="connsiteY2" fmla="*/ 5002 h 444353"/>
                <a:gd name="connsiteX3" fmla="*/ 175411 w 175411"/>
                <a:gd name="connsiteY3" fmla="*/ 221455 h 444353"/>
                <a:gd name="connsiteX4" fmla="*/ 129053 w 175411"/>
                <a:gd name="connsiteY4" fmla="*/ 423620 h 444353"/>
                <a:gd name="connsiteX5" fmla="*/ 44457 w 175411"/>
                <a:gd name="connsiteY5" fmla="*/ 431978 h 444353"/>
                <a:gd name="connsiteX6" fmla="*/ 3975 w 175411"/>
                <a:gd name="connsiteY6" fmla="*/ 355777 h 444353"/>
                <a:gd name="connsiteX7" fmla="*/ 13638 w 175411"/>
                <a:gd name="connsiteY7" fmla="*/ 226218 h 444353"/>
                <a:gd name="connsiteX0" fmla="*/ 13638 w 175411"/>
                <a:gd name="connsiteY0" fmla="*/ 206482 h 424617"/>
                <a:gd name="connsiteX1" fmla="*/ 20645 w 175411"/>
                <a:gd name="connsiteY1" fmla="*/ 62197 h 424617"/>
                <a:gd name="connsiteX2" fmla="*/ 107622 w 175411"/>
                <a:gd name="connsiteY2" fmla="*/ 6698 h 424617"/>
                <a:gd name="connsiteX3" fmla="*/ 175411 w 175411"/>
                <a:gd name="connsiteY3" fmla="*/ 201719 h 424617"/>
                <a:gd name="connsiteX4" fmla="*/ 129053 w 175411"/>
                <a:gd name="connsiteY4" fmla="*/ 403884 h 424617"/>
                <a:gd name="connsiteX5" fmla="*/ 44457 w 175411"/>
                <a:gd name="connsiteY5" fmla="*/ 412242 h 424617"/>
                <a:gd name="connsiteX6" fmla="*/ 3975 w 175411"/>
                <a:gd name="connsiteY6" fmla="*/ 336041 h 424617"/>
                <a:gd name="connsiteX7" fmla="*/ 13638 w 175411"/>
                <a:gd name="connsiteY7" fmla="*/ 206482 h 424617"/>
                <a:gd name="connsiteX0" fmla="*/ 13638 w 175411"/>
                <a:gd name="connsiteY0" fmla="*/ 204692 h 422827"/>
                <a:gd name="connsiteX1" fmla="*/ 20645 w 175411"/>
                <a:gd name="connsiteY1" fmla="*/ 60407 h 422827"/>
                <a:gd name="connsiteX2" fmla="*/ 107622 w 175411"/>
                <a:gd name="connsiteY2" fmla="*/ 4908 h 422827"/>
                <a:gd name="connsiteX3" fmla="*/ 175411 w 175411"/>
                <a:gd name="connsiteY3" fmla="*/ 199929 h 422827"/>
                <a:gd name="connsiteX4" fmla="*/ 129053 w 175411"/>
                <a:gd name="connsiteY4" fmla="*/ 402094 h 422827"/>
                <a:gd name="connsiteX5" fmla="*/ 44457 w 175411"/>
                <a:gd name="connsiteY5" fmla="*/ 410452 h 422827"/>
                <a:gd name="connsiteX6" fmla="*/ 3975 w 175411"/>
                <a:gd name="connsiteY6" fmla="*/ 334251 h 422827"/>
                <a:gd name="connsiteX7" fmla="*/ 13638 w 175411"/>
                <a:gd name="connsiteY7" fmla="*/ 204692 h 422827"/>
                <a:gd name="connsiteX0" fmla="*/ 13638 w 175411"/>
                <a:gd name="connsiteY0" fmla="*/ 211272 h 429407"/>
                <a:gd name="connsiteX1" fmla="*/ 20645 w 175411"/>
                <a:gd name="connsiteY1" fmla="*/ 66987 h 429407"/>
                <a:gd name="connsiteX2" fmla="*/ 110003 w 175411"/>
                <a:gd name="connsiteY2" fmla="*/ 4344 h 429407"/>
                <a:gd name="connsiteX3" fmla="*/ 175411 w 175411"/>
                <a:gd name="connsiteY3" fmla="*/ 206509 h 429407"/>
                <a:gd name="connsiteX4" fmla="*/ 129053 w 175411"/>
                <a:gd name="connsiteY4" fmla="*/ 408674 h 429407"/>
                <a:gd name="connsiteX5" fmla="*/ 44457 w 175411"/>
                <a:gd name="connsiteY5" fmla="*/ 417032 h 429407"/>
                <a:gd name="connsiteX6" fmla="*/ 3975 w 175411"/>
                <a:gd name="connsiteY6" fmla="*/ 340831 h 429407"/>
                <a:gd name="connsiteX7" fmla="*/ 13638 w 175411"/>
                <a:gd name="connsiteY7" fmla="*/ 211272 h 429407"/>
                <a:gd name="connsiteX0" fmla="*/ 13638 w 191046"/>
                <a:gd name="connsiteY0" fmla="*/ 208398 h 426533"/>
                <a:gd name="connsiteX1" fmla="*/ 20645 w 191046"/>
                <a:gd name="connsiteY1" fmla="*/ 64113 h 426533"/>
                <a:gd name="connsiteX2" fmla="*/ 110003 w 191046"/>
                <a:gd name="connsiteY2" fmla="*/ 1470 h 426533"/>
                <a:gd name="connsiteX3" fmla="*/ 187332 w 191046"/>
                <a:gd name="connsiteY3" fmla="*/ 118883 h 426533"/>
                <a:gd name="connsiteX4" fmla="*/ 175411 w 191046"/>
                <a:gd name="connsiteY4" fmla="*/ 203635 h 426533"/>
                <a:gd name="connsiteX5" fmla="*/ 129053 w 191046"/>
                <a:gd name="connsiteY5" fmla="*/ 405800 h 426533"/>
                <a:gd name="connsiteX6" fmla="*/ 44457 w 191046"/>
                <a:gd name="connsiteY6" fmla="*/ 414158 h 426533"/>
                <a:gd name="connsiteX7" fmla="*/ 3975 w 191046"/>
                <a:gd name="connsiteY7" fmla="*/ 337957 h 426533"/>
                <a:gd name="connsiteX8" fmla="*/ 13638 w 191046"/>
                <a:gd name="connsiteY8" fmla="*/ 208398 h 426533"/>
                <a:gd name="connsiteX0" fmla="*/ 13638 w 199907"/>
                <a:gd name="connsiteY0" fmla="*/ 208398 h 426047"/>
                <a:gd name="connsiteX1" fmla="*/ 20645 w 199907"/>
                <a:gd name="connsiteY1" fmla="*/ 64113 h 426047"/>
                <a:gd name="connsiteX2" fmla="*/ 110003 w 199907"/>
                <a:gd name="connsiteY2" fmla="*/ 1470 h 426047"/>
                <a:gd name="connsiteX3" fmla="*/ 187332 w 199907"/>
                <a:gd name="connsiteY3" fmla="*/ 118883 h 426047"/>
                <a:gd name="connsiteX4" fmla="*/ 196842 w 199907"/>
                <a:gd name="connsiteY4" fmla="*/ 210779 h 426047"/>
                <a:gd name="connsiteX5" fmla="*/ 129053 w 199907"/>
                <a:gd name="connsiteY5" fmla="*/ 405800 h 426047"/>
                <a:gd name="connsiteX6" fmla="*/ 44457 w 199907"/>
                <a:gd name="connsiteY6" fmla="*/ 414158 h 426047"/>
                <a:gd name="connsiteX7" fmla="*/ 3975 w 199907"/>
                <a:gd name="connsiteY7" fmla="*/ 337957 h 426047"/>
                <a:gd name="connsiteX8" fmla="*/ 13638 w 199907"/>
                <a:gd name="connsiteY8" fmla="*/ 208398 h 426047"/>
                <a:gd name="connsiteX0" fmla="*/ 13638 w 198078"/>
                <a:gd name="connsiteY0" fmla="*/ 208398 h 419588"/>
                <a:gd name="connsiteX1" fmla="*/ 20645 w 198078"/>
                <a:gd name="connsiteY1" fmla="*/ 64113 h 419588"/>
                <a:gd name="connsiteX2" fmla="*/ 110003 w 198078"/>
                <a:gd name="connsiteY2" fmla="*/ 1470 h 419588"/>
                <a:gd name="connsiteX3" fmla="*/ 187332 w 198078"/>
                <a:gd name="connsiteY3" fmla="*/ 118883 h 419588"/>
                <a:gd name="connsiteX4" fmla="*/ 196842 w 198078"/>
                <a:gd name="connsiteY4" fmla="*/ 210779 h 419588"/>
                <a:gd name="connsiteX5" fmla="*/ 182569 w 198078"/>
                <a:gd name="connsiteY5" fmla="*/ 316527 h 419588"/>
                <a:gd name="connsiteX6" fmla="*/ 129053 w 198078"/>
                <a:gd name="connsiteY6" fmla="*/ 405800 h 419588"/>
                <a:gd name="connsiteX7" fmla="*/ 44457 w 198078"/>
                <a:gd name="connsiteY7" fmla="*/ 414158 h 419588"/>
                <a:gd name="connsiteX8" fmla="*/ 3975 w 198078"/>
                <a:gd name="connsiteY8" fmla="*/ 337957 h 419588"/>
                <a:gd name="connsiteX9" fmla="*/ 13638 w 198078"/>
                <a:gd name="connsiteY9" fmla="*/ 208398 h 419588"/>
                <a:gd name="connsiteX0" fmla="*/ 13638 w 198078"/>
                <a:gd name="connsiteY0" fmla="*/ 207350 h 418540"/>
                <a:gd name="connsiteX1" fmla="*/ 20645 w 198078"/>
                <a:gd name="connsiteY1" fmla="*/ 63065 h 418540"/>
                <a:gd name="connsiteX2" fmla="*/ 110003 w 198078"/>
                <a:gd name="connsiteY2" fmla="*/ 422 h 418540"/>
                <a:gd name="connsiteX3" fmla="*/ 187332 w 198078"/>
                <a:gd name="connsiteY3" fmla="*/ 117835 h 418540"/>
                <a:gd name="connsiteX4" fmla="*/ 196842 w 198078"/>
                <a:gd name="connsiteY4" fmla="*/ 209731 h 418540"/>
                <a:gd name="connsiteX5" fmla="*/ 182569 w 198078"/>
                <a:gd name="connsiteY5" fmla="*/ 315479 h 418540"/>
                <a:gd name="connsiteX6" fmla="*/ 129053 w 198078"/>
                <a:gd name="connsiteY6" fmla="*/ 404752 h 418540"/>
                <a:gd name="connsiteX7" fmla="*/ 44457 w 198078"/>
                <a:gd name="connsiteY7" fmla="*/ 413110 h 418540"/>
                <a:gd name="connsiteX8" fmla="*/ 3975 w 198078"/>
                <a:gd name="connsiteY8" fmla="*/ 336909 h 418540"/>
                <a:gd name="connsiteX9" fmla="*/ 13638 w 198078"/>
                <a:gd name="connsiteY9" fmla="*/ 207350 h 418540"/>
                <a:gd name="connsiteX0" fmla="*/ 13638 w 198078"/>
                <a:gd name="connsiteY0" fmla="*/ 209703 h 420893"/>
                <a:gd name="connsiteX1" fmla="*/ 20645 w 198078"/>
                <a:gd name="connsiteY1" fmla="*/ 65418 h 420893"/>
                <a:gd name="connsiteX2" fmla="*/ 95715 w 198078"/>
                <a:gd name="connsiteY2" fmla="*/ 394 h 420893"/>
                <a:gd name="connsiteX3" fmla="*/ 187332 w 198078"/>
                <a:gd name="connsiteY3" fmla="*/ 120188 h 420893"/>
                <a:gd name="connsiteX4" fmla="*/ 196842 w 198078"/>
                <a:gd name="connsiteY4" fmla="*/ 212084 h 420893"/>
                <a:gd name="connsiteX5" fmla="*/ 182569 w 198078"/>
                <a:gd name="connsiteY5" fmla="*/ 317832 h 420893"/>
                <a:gd name="connsiteX6" fmla="*/ 129053 w 198078"/>
                <a:gd name="connsiteY6" fmla="*/ 407105 h 420893"/>
                <a:gd name="connsiteX7" fmla="*/ 44457 w 198078"/>
                <a:gd name="connsiteY7" fmla="*/ 415463 h 420893"/>
                <a:gd name="connsiteX8" fmla="*/ 3975 w 198078"/>
                <a:gd name="connsiteY8" fmla="*/ 339262 h 420893"/>
                <a:gd name="connsiteX9" fmla="*/ 13638 w 198078"/>
                <a:gd name="connsiteY9" fmla="*/ 209703 h 420893"/>
                <a:gd name="connsiteX0" fmla="*/ 26340 w 196492"/>
                <a:gd name="connsiteY0" fmla="*/ 185890 h 420893"/>
                <a:gd name="connsiteX1" fmla="*/ 19059 w 196492"/>
                <a:gd name="connsiteY1" fmla="*/ 65418 h 420893"/>
                <a:gd name="connsiteX2" fmla="*/ 94129 w 196492"/>
                <a:gd name="connsiteY2" fmla="*/ 394 h 420893"/>
                <a:gd name="connsiteX3" fmla="*/ 185746 w 196492"/>
                <a:gd name="connsiteY3" fmla="*/ 120188 h 420893"/>
                <a:gd name="connsiteX4" fmla="*/ 195256 w 196492"/>
                <a:gd name="connsiteY4" fmla="*/ 212084 h 420893"/>
                <a:gd name="connsiteX5" fmla="*/ 180983 w 196492"/>
                <a:gd name="connsiteY5" fmla="*/ 317832 h 420893"/>
                <a:gd name="connsiteX6" fmla="*/ 127467 w 196492"/>
                <a:gd name="connsiteY6" fmla="*/ 407105 h 420893"/>
                <a:gd name="connsiteX7" fmla="*/ 42871 w 196492"/>
                <a:gd name="connsiteY7" fmla="*/ 415463 h 420893"/>
                <a:gd name="connsiteX8" fmla="*/ 2389 w 196492"/>
                <a:gd name="connsiteY8" fmla="*/ 339262 h 420893"/>
                <a:gd name="connsiteX9" fmla="*/ 26340 w 196492"/>
                <a:gd name="connsiteY9" fmla="*/ 185890 h 420893"/>
                <a:gd name="connsiteX0" fmla="*/ 28027 w 198179"/>
                <a:gd name="connsiteY0" fmla="*/ 185890 h 420893"/>
                <a:gd name="connsiteX1" fmla="*/ 20746 w 198179"/>
                <a:gd name="connsiteY1" fmla="*/ 65418 h 420893"/>
                <a:gd name="connsiteX2" fmla="*/ 95816 w 198179"/>
                <a:gd name="connsiteY2" fmla="*/ 394 h 420893"/>
                <a:gd name="connsiteX3" fmla="*/ 187433 w 198179"/>
                <a:gd name="connsiteY3" fmla="*/ 120188 h 420893"/>
                <a:gd name="connsiteX4" fmla="*/ 196943 w 198179"/>
                <a:gd name="connsiteY4" fmla="*/ 212084 h 420893"/>
                <a:gd name="connsiteX5" fmla="*/ 182670 w 198179"/>
                <a:gd name="connsiteY5" fmla="*/ 317832 h 420893"/>
                <a:gd name="connsiteX6" fmla="*/ 129154 w 198179"/>
                <a:gd name="connsiteY6" fmla="*/ 407105 h 420893"/>
                <a:gd name="connsiteX7" fmla="*/ 44558 w 198179"/>
                <a:gd name="connsiteY7" fmla="*/ 415463 h 420893"/>
                <a:gd name="connsiteX8" fmla="*/ 4076 w 198179"/>
                <a:gd name="connsiteY8" fmla="*/ 339262 h 420893"/>
                <a:gd name="connsiteX9" fmla="*/ 28027 w 198179"/>
                <a:gd name="connsiteY9" fmla="*/ 185890 h 420893"/>
                <a:gd name="connsiteX0" fmla="*/ 28027 w 198179"/>
                <a:gd name="connsiteY0" fmla="*/ 185890 h 420893"/>
                <a:gd name="connsiteX1" fmla="*/ 20746 w 198179"/>
                <a:gd name="connsiteY1" fmla="*/ 65418 h 420893"/>
                <a:gd name="connsiteX2" fmla="*/ 95816 w 198179"/>
                <a:gd name="connsiteY2" fmla="*/ 394 h 420893"/>
                <a:gd name="connsiteX3" fmla="*/ 187433 w 198179"/>
                <a:gd name="connsiteY3" fmla="*/ 120188 h 420893"/>
                <a:gd name="connsiteX4" fmla="*/ 196943 w 198179"/>
                <a:gd name="connsiteY4" fmla="*/ 212084 h 420893"/>
                <a:gd name="connsiteX5" fmla="*/ 182670 w 198179"/>
                <a:gd name="connsiteY5" fmla="*/ 317832 h 420893"/>
                <a:gd name="connsiteX6" fmla="*/ 129154 w 198179"/>
                <a:gd name="connsiteY6" fmla="*/ 407105 h 420893"/>
                <a:gd name="connsiteX7" fmla="*/ 44558 w 198179"/>
                <a:gd name="connsiteY7" fmla="*/ 415463 h 420893"/>
                <a:gd name="connsiteX8" fmla="*/ 4076 w 198179"/>
                <a:gd name="connsiteY8" fmla="*/ 339262 h 420893"/>
                <a:gd name="connsiteX9" fmla="*/ 28027 w 198179"/>
                <a:gd name="connsiteY9" fmla="*/ 185890 h 420893"/>
                <a:gd name="connsiteX0" fmla="*/ 28027 w 198179"/>
                <a:gd name="connsiteY0" fmla="*/ 171845 h 406848"/>
                <a:gd name="connsiteX1" fmla="*/ 20746 w 198179"/>
                <a:gd name="connsiteY1" fmla="*/ 51373 h 406848"/>
                <a:gd name="connsiteX2" fmla="*/ 100578 w 198179"/>
                <a:gd name="connsiteY2" fmla="*/ 637 h 406848"/>
                <a:gd name="connsiteX3" fmla="*/ 187433 w 198179"/>
                <a:gd name="connsiteY3" fmla="*/ 106143 h 406848"/>
                <a:gd name="connsiteX4" fmla="*/ 196943 w 198179"/>
                <a:gd name="connsiteY4" fmla="*/ 198039 h 406848"/>
                <a:gd name="connsiteX5" fmla="*/ 182670 w 198179"/>
                <a:gd name="connsiteY5" fmla="*/ 303787 h 406848"/>
                <a:gd name="connsiteX6" fmla="*/ 129154 w 198179"/>
                <a:gd name="connsiteY6" fmla="*/ 393060 h 406848"/>
                <a:gd name="connsiteX7" fmla="*/ 44558 w 198179"/>
                <a:gd name="connsiteY7" fmla="*/ 401418 h 406848"/>
                <a:gd name="connsiteX8" fmla="*/ 4076 w 198179"/>
                <a:gd name="connsiteY8" fmla="*/ 325217 h 406848"/>
                <a:gd name="connsiteX9" fmla="*/ 28027 w 198179"/>
                <a:gd name="connsiteY9" fmla="*/ 171845 h 406848"/>
                <a:gd name="connsiteX0" fmla="*/ 28027 w 198179"/>
                <a:gd name="connsiteY0" fmla="*/ 171845 h 399593"/>
                <a:gd name="connsiteX1" fmla="*/ 20746 w 198179"/>
                <a:gd name="connsiteY1" fmla="*/ 51373 h 399593"/>
                <a:gd name="connsiteX2" fmla="*/ 100578 w 198179"/>
                <a:gd name="connsiteY2" fmla="*/ 637 h 399593"/>
                <a:gd name="connsiteX3" fmla="*/ 187433 w 198179"/>
                <a:gd name="connsiteY3" fmla="*/ 106143 h 399593"/>
                <a:gd name="connsiteX4" fmla="*/ 196943 w 198179"/>
                <a:gd name="connsiteY4" fmla="*/ 198039 h 399593"/>
                <a:gd name="connsiteX5" fmla="*/ 182670 w 198179"/>
                <a:gd name="connsiteY5" fmla="*/ 303787 h 399593"/>
                <a:gd name="connsiteX6" fmla="*/ 129154 w 198179"/>
                <a:gd name="connsiteY6" fmla="*/ 393060 h 399593"/>
                <a:gd name="connsiteX7" fmla="*/ 46939 w 198179"/>
                <a:gd name="connsiteY7" fmla="*/ 387130 h 399593"/>
                <a:gd name="connsiteX8" fmla="*/ 4076 w 198179"/>
                <a:gd name="connsiteY8" fmla="*/ 325217 h 399593"/>
                <a:gd name="connsiteX9" fmla="*/ 28027 w 198179"/>
                <a:gd name="connsiteY9" fmla="*/ 171845 h 39959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207255"/>
                <a:gd name="connsiteY0" fmla="*/ 171845 h 393753"/>
                <a:gd name="connsiteX1" fmla="*/ 20746 w 207255"/>
                <a:gd name="connsiteY1" fmla="*/ 51373 h 393753"/>
                <a:gd name="connsiteX2" fmla="*/ 100578 w 207255"/>
                <a:gd name="connsiteY2" fmla="*/ 637 h 393753"/>
                <a:gd name="connsiteX3" fmla="*/ 187433 w 207255"/>
                <a:gd name="connsiteY3" fmla="*/ 106143 h 393753"/>
                <a:gd name="connsiteX4" fmla="*/ 206468 w 207255"/>
                <a:gd name="connsiteY4" fmla="*/ 200420 h 393753"/>
                <a:gd name="connsiteX5" fmla="*/ 182670 w 207255"/>
                <a:gd name="connsiteY5" fmla="*/ 303787 h 393753"/>
                <a:gd name="connsiteX6" fmla="*/ 133916 w 207255"/>
                <a:gd name="connsiteY6" fmla="*/ 383535 h 393753"/>
                <a:gd name="connsiteX7" fmla="*/ 46939 w 207255"/>
                <a:gd name="connsiteY7" fmla="*/ 387130 h 393753"/>
                <a:gd name="connsiteX8" fmla="*/ 4076 w 207255"/>
                <a:gd name="connsiteY8" fmla="*/ 325217 h 393753"/>
                <a:gd name="connsiteX9" fmla="*/ 28027 w 207255"/>
                <a:gd name="connsiteY9" fmla="*/ 171845 h 393753"/>
                <a:gd name="connsiteX0" fmla="*/ 28027 w 206514"/>
                <a:gd name="connsiteY0" fmla="*/ 171845 h 393753"/>
                <a:gd name="connsiteX1" fmla="*/ 20746 w 206514"/>
                <a:gd name="connsiteY1" fmla="*/ 51373 h 393753"/>
                <a:gd name="connsiteX2" fmla="*/ 100578 w 206514"/>
                <a:gd name="connsiteY2" fmla="*/ 637 h 393753"/>
                <a:gd name="connsiteX3" fmla="*/ 187433 w 206514"/>
                <a:gd name="connsiteY3" fmla="*/ 106143 h 393753"/>
                <a:gd name="connsiteX4" fmla="*/ 206468 w 206514"/>
                <a:gd name="connsiteY4" fmla="*/ 200420 h 393753"/>
                <a:gd name="connsiteX5" fmla="*/ 182670 w 206514"/>
                <a:gd name="connsiteY5" fmla="*/ 303787 h 393753"/>
                <a:gd name="connsiteX6" fmla="*/ 133916 w 206514"/>
                <a:gd name="connsiteY6" fmla="*/ 383535 h 393753"/>
                <a:gd name="connsiteX7" fmla="*/ 46939 w 206514"/>
                <a:gd name="connsiteY7" fmla="*/ 387130 h 393753"/>
                <a:gd name="connsiteX8" fmla="*/ 4076 w 206514"/>
                <a:gd name="connsiteY8" fmla="*/ 325217 h 393753"/>
                <a:gd name="connsiteX9" fmla="*/ 28027 w 206514"/>
                <a:gd name="connsiteY9" fmla="*/ 171845 h 393753"/>
                <a:gd name="connsiteX0" fmla="*/ 28027 w 206514"/>
                <a:gd name="connsiteY0" fmla="*/ 171845 h 393753"/>
                <a:gd name="connsiteX1" fmla="*/ 20746 w 206514"/>
                <a:gd name="connsiteY1" fmla="*/ 51373 h 393753"/>
                <a:gd name="connsiteX2" fmla="*/ 100578 w 206514"/>
                <a:gd name="connsiteY2" fmla="*/ 637 h 393753"/>
                <a:gd name="connsiteX3" fmla="*/ 187433 w 206514"/>
                <a:gd name="connsiteY3" fmla="*/ 106143 h 393753"/>
                <a:gd name="connsiteX4" fmla="*/ 206468 w 206514"/>
                <a:gd name="connsiteY4" fmla="*/ 200420 h 393753"/>
                <a:gd name="connsiteX5" fmla="*/ 182670 w 206514"/>
                <a:gd name="connsiteY5" fmla="*/ 303787 h 393753"/>
                <a:gd name="connsiteX6" fmla="*/ 133916 w 206514"/>
                <a:gd name="connsiteY6" fmla="*/ 383535 h 393753"/>
                <a:gd name="connsiteX7" fmla="*/ 46939 w 206514"/>
                <a:gd name="connsiteY7" fmla="*/ 387130 h 393753"/>
                <a:gd name="connsiteX8" fmla="*/ 4076 w 206514"/>
                <a:gd name="connsiteY8" fmla="*/ 325217 h 393753"/>
                <a:gd name="connsiteX9" fmla="*/ 28027 w 206514"/>
                <a:gd name="connsiteY9" fmla="*/ 171845 h 393753"/>
                <a:gd name="connsiteX0" fmla="*/ 28027 w 202012"/>
                <a:gd name="connsiteY0" fmla="*/ 171845 h 393753"/>
                <a:gd name="connsiteX1" fmla="*/ 20746 w 202012"/>
                <a:gd name="connsiteY1" fmla="*/ 51373 h 393753"/>
                <a:gd name="connsiteX2" fmla="*/ 100578 w 202012"/>
                <a:gd name="connsiteY2" fmla="*/ 637 h 393753"/>
                <a:gd name="connsiteX3" fmla="*/ 187433 w 202012"/>
                <a:gd name="connsiteY3" fmla="*/ 106143 h 393753"/>
                <a:gd name="connsiteX4" fmla="*/ 201705 w 202012"/>
                <a:gd name="connsiteY4" fmla="*/ 200420 h 393753"/>
                <a:gd name="connsiteX5" fmla="*/ 182670 w 202012"/>
                <a:gd name="connsiteY5" fmla="*/ 303787 h 393753"/>
                <a:gd name="connsiteX6" fmla="*/ 133916 w 202012"/>
                <a:gd name="connsiteY6" fmla="*/ 383535 h 393753"/>
                <a:gd name="connsiteX7" fmla="*/ 46939 w 202012"/>
                <a:gd name="connsiteY7" fmla="*/ 387130 h 393753"/>
                <a:gd name="connsiteX8" fmla="*/ 4076 w 202012"/>
                <a:gd name="connsiteY8" fmla="*/ 325217 h 393753"/>
                <a:gd name="connsiteX9" fmla="*/ 28027 w 202012"/>
                <a:gd name="connsiteY9" fmla="*/ 171845 h 393753"/>
                <a:gd name="connsiteX0" fmla="*/ 28027 w 208253"/>
                <a:gd name="connsiteY0" fmla="*/ 171845 h 393753"/>
                <a:gd name="connsiteX1" fmla="*/ 20746 w 208253"/>
                <a:gd name="connsiteY1" fmla="*/ 51373 h 393753"/>
                <a:gd name="connsiteX2" fmla="*/ 100578 w 208253"/>
                <a:gd name="connsiteY2" fmla="*/ 637 h 393753"/>
                <a:gd name="connsiteX3" fmla="*/ 199340 w 208253"/>
                <a:gd name="connsiteY3" fmla="*/ 77568 h 393753"/>
                <a:gd name="connsiteX4" fmla="*/ 201705 w 208253"/>
                <a:gd name="connsiteY4" fmla="*/ 200420 h 393753"/>
                <a:gd name="connsiteX5" fmla="*/ 182670 w 208253"/>
                <a:gd name="connsiteY5" fmla="*/ 303787 h 393753"/>
                <a:gd name="connsiteX6" fmla="*/ 133916 w 208253"/>
                <a:gd name="connsiteY6" fmla="*/ 383535 h 393753"/>
                <a:gd name="connsiteX7" fmla="*/ 46939 w 208253"/>
                <a:gd name="connsiteY7" fmla="*/ 387130 h 393753"/>
                <a:gd name="connsiteX8" fmla="*/ 4076 w 208253"/>
                <a:gd name="connsiteY8" fmla="*/ 325217 h 393753"/>
                <a:gd name="connsiteX9" fmla="*/ 28027 w 208253"/>
                <a:gd name="connsiteY9" fmla="*/ 171845 h 393753"/>
                <a:gd name="connsiteX0" fmla="*/ 28027 w 208253"/>
                <a:gd name="connsiteY0" fmla="*/ 171845 h 393753"/>
                <a:gd name="connsiteX1" fmla="*/ 20746 w 208253"/>
                <a:gd name="connsiteY1" fmla="*/ 51373 h 393753"/>
                <a:gd name="connsiteX2" fmla="*/ 100578 w 208253"/>
                <a:gd name="connsiteY2" fmla="*/ 637 h 393753"/>
                <a:gd name="connsiteX3" fmla="*/ 199340 w 208253"/>
                <a:gd name="connsiteY3" fmla="*/ 77568 h 393753"/>
                <a:gd name="connsiteX4" fmla="*/ 201705 w 208253"/>
                <a:gd name="connsiteY4" fmla="*/ 200420 h 393753"/>
                <a:gd name="connsiteX5" fmla="*/ 182670 w 208253"/>
                <a:gd name="connsiteY5" fmla="*/ 303787 h 393753"/>
                <a:gd name="connsiteX6" fmla="*/ 133916 w 208253"/>
                <a:gd name="connsiteY6" fmla="*/ 383535 h 393753"/>
                <a:gd name="connsiteX7" fmla="*/ 46939 w 208253"/>
                <a:gd name="connsiteY7" fmla="*/ 387130 h 393753"/>
                <a:gd name="connsiteX8" fmla="*/ 4076 w 208253"/>
                <a:gd name="connsiteY8" fmla="*/ 325217 h 393753"/>
                <a:gd name="connsiteX9" fmla="*/ 28027 w 208253"/>
                <a:gd name="connsiteY9" fmla="*/ 171845 h 393753"/>
                <a:gd name="connsiteX0" fmla="*/ 28027 w 205208"/>
                <a:gd name="connsiteY0" fmla="*/ 171845 h 393753"/>
                <a:gd name="connsiteX1" fmla="*/ 20746 w 205208"/>
                <a:gd name="connsiteY1" fmla="*/ 51373 h 393753"/>
                <a:gd name="connsiteX2" fmla="*/ 100578 w 205208"/>
                <a:gd name="connsiteY2" fmla="*/ 637 h 393753"/>
                <a:gd name="connsiteX3" fmla="*/ 194578 w 205208"/>
                <a:gd name="connsiteY3" fmla="*/ 77568 h 393753"/>
                <a:gd name="connsiteX4" fmla="*/ 201705 w 205208"/>
                <a:gd name="connsiteY4" fmla="*/ 200420 h 393753"/>
                <a:gd name="connsiteX5" fmla="*/ 182670 w 205208"/>
                <a:gd name="connsiteY5" fmla="*/ 303787 h 393753"/>
                <a:gd name="connsiteX6" fmla="*/ 133916 w 205208"/>
                <a:gd name="connsiteY6" fmla="*/ 383535 h 393753"/>
                <a:gd name="connsiteX7" fmla="*/ 46939 w 205208"/>
                <a:gd name="connsiteY7" fmla="*/ 387130 h 393753"/>
                <a:gd name="connsiteX8" fmla="*/ 4076 w 205208"/>
                <a:gd name="connsiteY8" fmla="*/ 325217 h 393753"/>
                <a:gd name="connsiteX9" fmla="*/ 28027 w 205208"/>
                <a:gd name="connsiteY9" fmla="*/ 171845 h 393753"/>
                <a:gd name="connsiteX0" fmla="*/ 28027 w 202181"/>
                <a:gd name="connsiteY0" fmla="*/ 171845 h 393753"/>
                <a:gd name="connsiteX1" fmla="*/ 20746 w 202181"/>
                <a:gd name="connsiteY1" fmla="*/ 51373 h 393753"/>
                <a:gd name="connsiteX2" fmla="*/ 100578 w 202181"/>
                <a:gd name="connsiteY2" fmla="*/ 637 h 393753"/>
                <a:gd name="connsiteX3" fmla="*/ 187435 w 202181"/>
                <a:gd name="connsiteY3" fmla="*/ 77568 h 393753"/>
                <a:gd name="connsiteX4" fmla="*/ 201705 w 202181"/>
                <a:gd name="connsiteY4" fmla="*/ 200420 h 393753"/>
                <a:gd name="connsiteX5" fmla="*/ 182670 w 202181"/>
                <a:gd name="connsiteY5" fmla="*/ 303787 h 393753"/>
                <a:gd name="connsiteX6" fmla="*/ 133916 w 202181"/>
                <a:gd name="connsiteY6" fmla="*/ 383535 h 393753"/>
                <a:gd name="connsiteX7" fmla="*/ 46939 w 202181"/>
                <a:gd name="connsiteY7" fmla="*/ 387130 h 393753"/>
                <a:gd name="connsiteX8" fmla="*/ 4076 w 202181"/>
                <a:gd name="connsiteY8" fmla="*/ 325217 h 393753"/>
                <a:gd name="connsiteX9" fmla="*/ 28027 w 202181"/>
                <a:gd name="connsiteY9" fmla="*/ 171845 h 393753"/>
                <a:gd name="connsiteX0" fmla="*/ 28027 w 201928"/>
                <a:gd name="connsiteY0" fmla="*/ 171845 h 393753"/>
                <a:gd name="connsiteX1" fmla="*/ 20746 w 201928"/>
                <a:gd name="connsiteY1" fmla="*/ 51373 h 393753"/>
                <a:gd name="connsiteX2" fmla="*/ 100578 w 201928"/>
                <a:gd name="connsiteY2" fmla="*/ 637 h 393753"/>
                <a:gd name="connsiteX3" fmla="*/ 187435 w 201928"/>
                <a:gd name="connsiteY3" fmla="*/ 77568 h 393753"/>
                <a:gd name="connsiteX4" fmla="*/ 201705 w 201928"/>
                <a:gd name="connsiteY4" fmla="*/ 200420 h 393753"/>
                <a:gd name="connsiteX5" fmla="*/ 182670 w 201928"/>
                <a:gd name="connsiteY5" fmla="*/ 303787 h 393753"/>
                <a:gd name="connsiteX6" fmla="*/ 133916 w 201928"/>
                <a:gd name="connsiteY6" fmla="*/ 383535 h 393753"/>
                <a:gd name="connsiteX7" fmla="*/ 46939 w 201928"/>
                <a:gd name="connsiteY7" fmla="*/ 387130 h 393753"/>
                <a:gd name="connsiteX8" fmla="*/ 4076 w 201928"/>
                <a:gd name="connsiteY8" fmla="*/ 325217 h 393753"/>
                <a:gd name="connsiteX9" fmla="*/ 28027 w 201928"/>
                <a:gd name="connsiteY9" fmla="*/ 171845 h 393753"/>
                <a:gd name="connsiteX0" fmla="*/ 28027 w 201799"/>
                <a:gd name="connsiteY0" fmla="*/ 171845 h 394187"/>
                <a:gd name="connsiteX1" fmla="*/ 20746 w 201799"/>
                <a:gd name="connsiteY1" fmla="*/ 51373 h 394187"/>
                <a:gd name="connsiteX2" fmla="*/ 100578 w 201799"/>
                <a:gd name="connsiteY2" fmla="*/ 637 h 394187"/>
                <a:gd name="connsiteX3" fmla="*/ 187435 w 201799"/>
                <a:gd name="connsiteY3" fmla="*/ 77568 h 394187"/>
                <a:gd name="connsiteX4" fmla="*/ 201705 w 201799"/>
                <a:gd name="connsiteY4" fmla="*/ 200420 h 394187"/>
                <a:gd name="connsiteX5" fmla="*/ 185051 w 201799"/>
                <a:gd name="connsiteY5" fmla="*/ 296643 h 394187"/>
                <a:gd name="connsiteX6" fmla="*/ 133916 w 201799"/>
                <a:gd name="connsiteY6" fmla="*/ 383535 h 394187"/>
                <a:gd name="connsiteX7" fmla="*/ 46939 w 201799"/>
                <a:gd name="connsiteY7" fmla="*/ 387130 h 394187"/>
                <a:gd name="connsiteX8" fmla="*/ 4076 w 201799"/>
                <a:gd name="connsiteY8" fmla="*/ 325217 h 394187"/>
                <a:gd name="connsiteX9" fmla="*/ 28027 w 201799"/>
                <a:gd name="connsiteY9" fmla="*/ 171845 h 394187"/>
                <a:gd name="connsiteX0" fmla="*/ 28027 w 201799"/>
                <a:gd name="connsiteY0" fmla="*/ 171845 h 390439"/>
                <a:gd name="connsiteX1" fmla="*/ 20746 w 201799"/>
                <a:gd name="connsiteY1" fmla="*/ 51373 h 390439"/>
                <a:gd name="connsiteX2" fmla="*/ 100578 w 201799"/>
                <a:gd name="connsiteY2" fmla="*/ 637 h 390439"/>
                <a:gd name="connsiteX3" fmla="*/ 187435 w 201799"/>
                <a:gd name="connsiteY3" fmla="*/ 77568 h 390439"/>
                <a:gd name="connsiteX4" fmla="*/ 201705 w 201799"/>
                <a:gd name="connsiteY4" fmla="*/ 200420 h 390439"/>
                <a:gd name="connsiteX5" fmla="*/ 185051 w 201799"/>
                <a:gd name="connsiteY5" fmla="*/ 296643 h 390439"/>
                <a:gd name="connsiteX6" fmla="*/ 133916 w 201799"/>
                <a:gd name="connsiteY6" fmla="*/ 371628 h 390439"/>
                <a:gd name="connsiteX7" fmla="*/ 46939 w 201799"/>
                <a:gd name="connsiteY7" fmla="*/ 387130 h 390439"/>
                <a:gd name="connsiteX8" fmla="*/ 4076 w 201799"/>
                <a:gd name="connsiteY8" fmla="*/ 325217 h 390439"/>
                <a:gd name="connsiteX9" fmla="*/ 28027 w 201799"/>
                <a:gd name="connsiteY9" fmla="*/ 171845 h 390439"/>
                <a:gd name="connsiteX0" fmla="*/ 28027 w 201799"/>
                <a:gd name="connsiteY0" fmla="*/ 171845 h 388451"/>
                <a:gd name="connsiteX1" fmla="*/ 20746 w 201799"/>
                <a:gd name="connsiteY1" fmla="*/ 51373 h 388451"/>
                <a:gd name="connsiteX2" fmla="*/ 100578 w 201799"/>
                <a:gd name="connsiteY2" fmla="*/ 637 h 388451"/>
                <a:gd name="connsiteX3" fmla="*/ 187435 w 201799"/>
                <a:gd name="connsiteY3" fmla="*/ 77568 h 388451"/>
                <a:gd name="connsiteX4" fmla="*/ 201705 w 201799"/>
                <a:gd name="connsiteY4" fmla="*/ 200420 h 388451"/>
                <a:gd name="connsiteX5" fmla="*/ 185051 w 201799"/>
                <a:gd name="connsiteY5" fmla="*/ 296643 h 388451"/>
                <a:gd name="connsiteX6" fmla="*/ 133916 w 201799"/>
                <a:gd name="connsiteY6" fmla="*/ 371628 h 388451"/>
                <a:gd name="connsiteX7" fmla="*/ 56464 w 201799"/>
                <a:gd name="connsiteY7" fmla="*/ 384749 h 388451"/>
                <a:gd name="connsiteX8" fmla="*/ 4076 w 201799"/>
                <a:gd name="connsiteY8" fmla="*/ 325217 h 388451"/>
                <a:gd name="connsiteX9" fmla="*/ 28027 w 201799"/>
                <a:gd name="connsiteY9" fmla="*/ 171845 h 388451"/>
                <a:gd name="connsiteX0" fmla="*/ 28027 w 201799"/>
                <a:gd name="connsiteY0" fmla="*/ 171845 h 388451"/>
                <a:gd name="connsiteX1" fmla="*/ 20746 w 201799"/>
                <a:gd name="connsiteY1" fmla="*/ 51373 h 388451"/>
                <a:gd name="connsiteX2" fmla="*/ 100578 w 201799"/>
                <a:gd name="connsiteY2" fmla="*/ 637 h 388451"/>
                <a:gd name="connsiteX3" fmla="*/ 187435 w 201799"/>
                <a:gd name="connsiteY3" fmla="*/ 77568 h 388451"/>
                <a:gd name="connsiteX4" fmla="*/ 201705 w 201799"/>
                <a:gd name="connsiteY4" fmla="*/ 200420 h 388451"/>
                <a:gd name="connsiteX5" fmla="*/ 185051 w 201799"/>
                <a:gd name="connsiteY5" fmla="*/ 296643 h 388451"/>
                <a:gd name="connsiteX6" fmla="*/ 133916 w 201799"/>
                <a:gd name="connsiteY6" fmla="*/ 371628 h 388451"/>
                <a:gd name="connsiteX7" fmla="*/ 56464 w 201799"/>
                <a:gd name="connsiteY7" fmla="*/ 384749 h 388451"/>
                <a:gd name="connsiteX8" fmla="*/ 4076 w 201799"/>
                <a:gd name="connsiteY8" fmla="*/ 325217 h 388451"/>
                <a:gd name="connsiteX9" fmla="*/ 28027 w 201799"/>
                <a:gd name="connsiteY9" fmla="*/ 171845 h 388451"/>
                <a:gd name="connsiteX0" fmla="*/ 28027 w 201799"/>
                <a:gd name="connsiteY0" fmla="*/ 171845 h 388451"/>
                <a:gd name="connsiteX1" fmla="*/ 20746 w 201799"/>
                <a:gd name="connsiteY1" fmla="*/ 51373 h 388451"/>
                <a:gd name="connsiteX2" fmla="*/ 100578 w 201799"/>
                <a:gd name="connsiteY2" fmla="*/ 637 h 388451"/>
                <a:gd name="connsiteX3" fmla="*/ 187435 w 201799"/>
                <a:gd name="connsiteY3" fmla="*/ 77568 h 388451"/>
                <a:gd name="connsiteX4" fmla="*/ 201705 w 201799"/>
                <a:gd name="connsiteY4" fmla="*/ 200420 h 388451"/>
                <a:gd name="connsiteX5" fmla="*/ 185051 w 201799"/>
                <a:gd name="connsiteY5" fmla="*/ 296643 h 388451"/>
                <a:gd name="connsiteX6" fmla="*/ 133916 w 201799"/>
                <a:gd name="connsiteY6" fmla="*/ 371628 h 388451"/>
                <a:gd name="connsiteX7" fmla="*/ 56464 w 201799"/>
                <a:gd name="connsiteY7" fmla="*/ 384749 h 388451"/>
                <a:gd name="connsiteX8" fmla="*/ 4076 w 201799"/>
                <a:gd name="connsiteY8" fmla="*/ 325217 h 388451"/>
                <a:gd name="connsiteX9" fmla="*/ 28027 w 201799"/>
                <a:gd name="connsiteY9" fmla="*/ 171845 h 388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799" h="388451">
                  <a:moveTo>
                    <a:pt x="28027" y="171845"/>
                  </a:moveTo>
                  <a:cubicBezTo>
                    <a:pt x="11754" y="123028"/>
                    <a:pt x="10638" y="88242"/>
                    <a:pt x="20746" y="51373"/>
                  </a:cubicBezTo>
                  <a:cubicBezTo>
                    <a:pt x="30854" y="14504"/>
                    <a:pt x="72797" y="-3729"/>
                    <a:pt x="100578" y="637"/>
                  </a:cubicBezTo>
                  <a:cubicBezTo>
                    <a:pt x="128359" y="5003"/>
                    <a:pt x="172961" y="37127"/>
                    <a:pt x="187435" y="77568"/>
                  </a:cubicBezTo>
                  <a:cubicBezTo>
                    <a:pt x="201909" y="118009"/>
                    <a:pt x="202102" y="163908"/>
                    <a:pt x="201705" y="200420"/>
                  </a:cubicBezTo>
                  <a:cubicBezTo>
                    <a:pt x="201308" y="236932"/>
                    <a:pt x="196349" y="264140"/>
                    <a:pt x="185051" y="296643"/>
                  </a:cubicBezTo>
                  <a:cubicBezTo>
                    <a:pt x="173753" y="329146"/>
                    <a:pt x="155347" y="356944"/>
                    <a:pt x="133916" y="371628"/>
                  </a:cubicBezTo>
                  <a:cubicBezTo>
                    <a:pt x="112485" y="386312"/>
                    <a:pt x="76914" y="393278"/>
                    <a:pt x="56464" y="384749"/>
                  </a:cubicBezTo>
                  <a:cubicBezTo>
                    <a:pt x="26490" y="366695"/>
                    <a:pt x="9609" y="359510"/>
                    <a:pt x="4076" y="325217"/>
                  </a:cubicBezTo>
                  <a:cubicBezTo>
                    <a:pt x="-6428" y="287157"/>
                    <a:pt x="4006" y="226339"/>
                    <a:pt x="28027" y="171845"/>
                  </a:cubicBezTo>
                  <a:close/>
                </a:path>
              </a:pathLst>
            </a:custGeom>
            <a:solidFill>
              <a:srgbClr val="7030A0">
                <a:alpha val="46000"/>
              </a:srgbClr>
            </a:solid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Heart 23">
              <a:extLst>
                <a:ext uri="{FF2B5EF4-FFF2-40B4-BE49-F238E27FC236}">
                  <a16:creationId xmlns:a16="http://schemas.microsoft.com/office/drawing/2014/main" id="{AA86946E-8F8F-47D0-82CB-E9B4D7C6F90D}"/>
                </a:ext>
              </a:extLst>
            </p:cNvPr>
            <p:cNvSpPr/>
            <p:nvPr/>
          </p:nvSpPr>
          <p:spPr>
            <a:xfrm>
              <a:off x="3886918" y="2408902"/>
              <a:ext cx="352950" cy="260664"/>
            </a:xfrm>
            <a:prstGeom prst="heart">
              <a:avLst/>
            </a:prstGeom>
            <a:solidFill>
              <a:srgbClr val="FF9999"/>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a:extLst>
              <a:ext uri="{FF2B5EF4-FFF2-40B4-BE49-F238E27FC236}">
                <a16:creationId xmlns:a16="http://schemas.microsoft.com/office/drawing/2014/main" id="{96B8BAD2-20AA-4522-BDB0-6F63E3C3AA24}"/>
              </a:ext>
            </a:extLst>
          </p:cNvPr>
          <p:cNvSpPr/>
          <p:nvPr/>
        </p:nvSpPr>
        <p:spPr>
          <a:xfrm>
            <a:off x="8118879" y="124482"/>
            <a:ext cx="3577701" cy="408623"/>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dirty="0"/>
              <a:t>Severe hypertension (BP &gt; 180/120) </a:t>
            </a:r>
          </a:p>
        </p:txBody>
      </p:sp>
      <p:cxnSp>
        <p:nvCxnSpPr>
          <p:cNvPr id="67" name="Connector: Elbow 66">
            <a:extLst>
              <a:ext uri="{FF2B5EF4-FFF2-40B4-BE49-F238E27FC236}">
                <a16:creationId xmlns:a16="http://schemas.microsoft.com/office/drawing/2014/main" id="{00C64C96-F0B0-4CCF-ADE1-736AF2E1DC85}"/>
              </a:ext>
            </a:extLst>
          </p:cNvPr>
          <p:cNvCxnSpPr>
            <a:cxnSpLocks/>
            <a:endCxn id="68" idx="0"/>
          </p:cNvCxnSpPr>
          <p:nvPr/>
        </p:nvCxnSpPr>
        <p:spPr>
          <a:xfrm rot="5400000">
            <a:off x="9076505" y="799728"/>
            <a:ext cx="533190" cy="1129260"/>
          </a:xfrm>
          <a:prstGeom prst="bentConnector3">
            <a:avLst>
              <a:gd name="adj1" fmla="val 50000"/>
            </a:avLst>
          </a:prstGeom>
          <a:ln w="19050">
            <a:tailEnd type="triangle"/>
          </a:ln>
        </p:spPr>
        <p:style>
          <a:lnRef idx="2">
            <a:schemeClr val="dk1"/>
          </a:lnRef>
          <a:fillRef idx="1">
            <a:schemeClr val="lt1"/>
          </a:fillRef>
          <a:effectRef idx="0">
            <a:schemeClr val="dk1"/>
          </a:effectRef>
          <a:fontRef idx="minor">
            <a:schemeClr val="dk1"/>
          </a:fontRef>
        </p:style>
      </p:cxnSp>
      <p:sp>
        <p:nvSpPr>
          <p:cNvPr id="68" name="Rectangle 67">
            <a:extLst>
              <a:ext uri="{FF2B5EF4-FFF2-40B4-BE49-F238E27FC236}">
                <a16:creationId xmlns:a16="http://schemas.microsoft.com/office/drawing/2014/main" id="{D4611488-30F9-4D13-9A67-F46E8CD3AD9E}"/>
              </a:ext>
            </a:extLst>
          </p:cNvPr>
          <p:cNvSpPr/>
          <p:nvPr/>
        </p:nvSpPr>
        <p:spPr>
          <a:xfrm>
            <a:off x="7861069" y="1630953"/>
            <a:ext cx="1834802" cy="40718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HTN emergency</a:t>
            </a:r>
          </a:p>
        </p:txBody>
      </p:sp>
      <p:cxnSp>
        <p:nvCxnSpPr>
          <p:cNvPr id="69" name="Connector: Elbow 68">
            <a:extLst>
              <a:ext uri="{FF2B5EF4-FFF2-40B4-BE49-F238E27FC236}">
                <a16:creationId xmlns:a16="http://schemas.microsoft.com/office/drawing/2014/main" id="{F2EBCF07-9051-498B-A0AE-DCD5B439C25D}"/>
              </a:ext>
            </a:extLst>
          </p:cNvPr>
          <p:cNvCxnSpPr>
            <a:cxnSpLocks/>
            <a:endCxn id="70" idx="0"/>
          </p:cNvCxnSpPr>
          <p:nvPr/>
        </p:nvCxnSpPr>
        <p:spPr>
          <a:xfrm rot="16200000" flipH="1">
            <a:off x="10266498" y="738994"/>
            <a:ext cx="527785" cy="1245321"/>
          </a:xfrm>
          <a:prstGeom prst="bentConnector3">
            <a:avLst>
              <a:gd name="adj1" fmla="val 50000"/>
            </a:avLst>
          </a:prstGeom>
          <a:ln w="19050">
            <a:tailEnd type="triangle"/>
          </a:ln>
        </p:spPr>
        <p:style>
          <a:lnRef idx="2">
            <a:schemeClr val="dk1"/>
          </a:lnRef>
          <a:fillRef idx="1">
            <a:schemeClr val="lt1"/>
          </a:fillRef>
          <a:effectRef idx="0">
            <a:schemeClr val="dk1"/>
          </a:effectRef>
          <a:fontRef idx="minor">
            <a:schemeClr val="dk1"/>
          </a:fontRef>
        </p:style>
      </p:cxnSp>
      <p:sp>
        <p:nvSpPr>
          <p:cNvPr id="70" name="Rectangle 69">
            <a:extLst>
              <a:ext uri="{FF2B5EF4-FFF2-40B4-BE49-F238E27FC236}">
                <a16:creationId xmlns:a16="http://schemas.microsoft.com/office/drawing/2014/main" id="{B09B69CF-9E8B-4A1F-8E90-4049E4B06223}"/>
              </a:ext>
            </a:extLst>
          </p:cNvPr>
          <p:cNvSpPr/>
          <p:nvPr/>
        </p:nvSpPr>
        <p:spPr>
          <a:xfrm>
            <a:off x="10398254" y="1625548"/>
            <a:ext cx="1509593" cy="395274"/>
          </a:xfrm>
          <a:prstGeom prst="rect">
            <a:avLst/>
          </a:prstGeom>
          <a:ln>
            <a:solidFill>
              <a:schemeClr val="accent3"/>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HTN urgency</a:t>
            </a:r>
          </a:p>
        </p:txBody>
      </p:sp>
      <p:cxnSp>
        <p:nvCxnSpPr>
          <p:cNvPr id="71" name="Straight Arrow Connector 70">
            <a:extLst>
              <a:ext uri="{FF2B5EF4-FFF2-40B4-BE49-F238E27FC236}">
                <a16:creationId xmlns:a16="http://schemas.microsoft.com/office/drawing/2014/main" id="{50743500-1D6D-480D-8258-D697ED75C0FC}"/>
              </a:ext>
            </a:extLst>
          </p:cNvPr>
          <p:cNvCxnSpPr>
            <a:cxnSpLocks/>
            <a:stCxn id="66" idx="2"/>
          </p:cNvCxnSpPr>
          <p:nvPr/>
        </p:nvCxnSpPr>
        <p:spPr>
          <a:xfrm>
            <a:off x="9907730" y="533105"/>
            <a:ext cx="0" cy="195326"/>
          </a:xfrm>
          <a:prstGeom prst="straightConnector1">
            <a:avLst/>
          </a:prstGeom>
          <a:ln w="19050">
            <a:tailEnd type="triangle"/>
          </a:ln>
        </p:spPr>
        <p:style>
          <a:lnRef idx="2">
            <a:schemeClr val="dk1"/>
          </a:lnRef>
          <a:fillRef idx="1">
            <a:schemeClr val="lt1"/>
          </a:fillRef>
          <a:effectRef idx="0">
            <a:schemeClr val="dk1"/>
          </a:effectRef>
          <a:fontRef idx="minor">
            <a:schemeClr val="dk1"/>
          </a:fontRef>
        </p:style>
      </p:cxnSp>
      <p:sp>
        <p:nvSpPr>
          <p:cNvPr id="72" name="End organ damage">
            <a:extLst>
              <a:ext uri="{FF2B5EF4-FFF2-40B4-BE49-F238E27FC236}">
                <a16:creationId xmlns:a16="http://schemas.microsoft.com/office/drawing/2014/main" id="{C79FB1AD-4A64-44F7-A104-A5C892664616}"/>
              </a:ext>
            </a:extLst>
          </p:cNvPr>
          <p:cNvSpPr txBox="1"/>
          <p:nvPr/>
        </p:nvSpPr>
        <p:spPr>
          <a:xfrm>
            <a:off x="8778470" y="728431"/>
            <a:ext cx="2258519" cy="369332"/>
          </a:xfrm>
          <a:prstGeom prst="rect">
            <a:avLst/>
          </a:prstGeom>
          <a:ln w="19050"/>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End organ damage?</a:t>
            </a:r>
          </a:p>
        </p:txBody>
      </p:sp>
      <p:sp>
        <p:nvSpPr>
          <p:cNvPr id="74" name="Rectangle 73">
            <a:extLst>
              <a:ext uri="{FF2B5EF4-FFF2-40B4-BE49-F238E27FC236}">
                <a16:creationId xmlns:a16="http://schemas.microsoft.com/office/drawing/2014/main" id="{1A088A19-3050-4879-8B19-5F62B991D6F9}"/>
              </a:ext>
            </a:extLst>
          </p:cNvPr>
          <p:cNvSpPr/>
          <p:nvPr/>
        </p:nvSpPr>
        <p:spPr>
          <a:xfrm>
            <a:off x="9177454" y="1211412"/>
            <a:ext cx="400638" cy="279937"/>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dirty="0"/>
              <a:t>+</a:t>
            </a:r>
          </a:p>
        </p:txBody>
      </p:sp>
      <p:sp>
        <p:nvSpPr>
          <p:cNvPr id="75" name="Rectangle 74">
            <a:extLst>
              <a:ext uri="{FF2B5EF4-FFF2-40B4-BE49-F238E27FC236}">
                <a16:creationId xmlns:a16="http://schemas.microsoft.com/office/drawing/2014/main" id="{9183B6A1-D26E-4E54-B84F-7FD8FC523F13}"/>
              </a:ext>
            </a:extLst>
          </p:cNvPr>
          <p:cNvSpPr/>
          <p:nvPr/>
        </p:nvSpPr>
        <p:spPr>
          <a:xfrm>
            <a:off x="10289673" y="1235100"/>
            <a:ext cx="400638" cy="279937"/>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dirty="0"/>
              <a:t>-</a:t>
            </a:r>
          </a:p>
        </p:txBody>
      </p:sp>
      <p:cxnSp>
        <p:nvCxnSpPr>
          <p:cNvPr id="34" name="Straight Arrow Connector 33">
            <a:extLst>
              <a:ext uri="{FF2B5EF4-FFF2-40B4-BE49-F238E27FC236}">
                <a16:creationId xmlns:a16="http://schemas.microsoft.com/office/drawing/2014/main" id="{56DA6503-232D-4792-9EBF-A4228C48287E}"/>
              </a:ext>
            </a:extLst>
          </p:cNvPr>
          <p:cNvCxnSpPr>
            <a:cxnSpLocks/>
            <a:stCxn id="68" idx="2"/>
            <a:endCxn id="37" idx="0"/>
          </p:cNvCxnSpPr>
          <p:nvPr/>
        </p:nvCxnSpPr>
        <p:spPr>
          <a:xfrm>
            <a:off x="8778470" y="2038140"/>
            <a:ext cx="0" cy="239811"/>
          </a:xfrm>
          <a:prstGeom prst="straightConnector1">
            <a:avLst/>
          </a:prstGeom>
          <a:ln w="19050">
            <a:tailEnd type="triangle"/>
          </a:ln>
        </p:spPr>
        <p:style>
          <a:lnRef idx="2">
            <a:schemeClr val="dk1"/>
          </a:lnRef>
          <a:fillRef idx="1">
            <a:schemeClr val="lt1"/>
          </a:fillRef>
          <a:effectRef idx="0">
            <a:schemeClr val="dk1"/>
          </a:effectRef>
          <a:fontRef idx="minor">
            <a:schemeClr val="dk1"/>
          </a:fontRef>
        </p:style>
      </p:cxnSp>
      <p:sp>
        <p:nvSpPr>
          <p:cNvPr id="37" name="Rectangle 36">
            <a:extLst>
              <a:ext uri="{FF2B5EF4-FFF2-40B4-BE49-F238E27FC236}">
                <a16:creationId xmlns:a16="http://schemas.microsoft.com/office/drawing/2014/main" id="{4D53CD44-7C23-4238-A536-C46A3F3A0F45}"/>
              </a:ext>
            </a:extLst>
          </p:cNvPr>
          <p:cNvSpPr/>
          <p:nvPr/>
        </p:nvSpPr>
        <p:spPr>
          <a:xfrm>
            <a:off x="7861069" y="2277951"/>
            <a:ext cx="1834802" cy="405567"/>
          </a:xfrm>
          <a:prstGeom prst="rect">
            <a:avLst/>
          </a:prstGeom>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ICU, IV BP meds</a:t>
            </a:r>
          </a:p>
        </p:txBody>
      </p:sp>
      <p:sp>
        <p:nvSpPr>
          <p:cNvPr id="98" name="Rectangle 97">
            <a:extLst>
              <a:ext uri="{FF2B5EF4-FFF2-40B4-BE49-F238E27FC236}">
                <a16:creationId xmlns:a16="http://schemas.microsoft.com/office/drawing/2014/main" id="{5C88181B-3E28-4BD2-9AD4-2B8D93D83DFD}"/>
              </a:ext>
            </a:extLst>
          </p:cNvPr>
          <p:cNvSpPr/>
          <p:nvPr/>
        </p:nvSpPr>
        <p:spPr>
          <a:xfrm>
            <a:off x="10235649" y="2277950"/>
            <a:ext cx="1834802" cy="405567"/>
          </a:xfrm>
          <a:prstGeom prst="rect">
            <a:avLst/>
          </a:prstGeom>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 PO BP meds</a:t>
            </a:r>
          </a:p>
        </p:txBody>
      </p:sp>
      <p:cxnSp>
        <p:nvCxnSpPr>
          <p:cNvPr id="99" name="Straight Arrow Connector 98">
            <a:extLst>
              <a:ext uri="{FF2B5EF4-FFF2-40B4-BE49-F238E27FC236}">
                <a16:creationId xmlns:a16="http://schemas.microsoft.com/office/drawing/2014/main" id="{942F463A-4A7B-4355-B078-23DA8D20347B}"/>
              </a:ext>
            </a:extLst>
          </p:cNvPr>
          <p:cNvCxnSpPr>
            <a:cxnSpLocks/>
            <a:stCxn id="70" idx="2"/>
            <a:endCxn id="98" idx="0"/>
          </p:cNvCxnSpPr>
          <p:nvPr/>
        </p:nvCxnSpPr>
        <p:spPr>
          <a:xfrm flipH="1">
            <a:off x="11153050" y="2020822"/>
            <a:ext cx="1" cy="257128"/>
          </a:xfrm>
          <a:prstGeom prst="straightConnector1">
            <a:avLst/>
          </a:prstGeom>
          <a:ln w="19050">
            <a:tailEnd type="triangle"/>
          </a:ln>
        </p:spPr>
        <p:style>
          <a:lnRef idx="2">
            <a:schemeClr val="dk1"/>
          </a:lnRef>
          <a:fillRef idx="1">
            <a:schemeClr val="lt1"/>
          </a:fillRef>
          <a:effectRef idx="0">
            <a:schemeClr val="dk1"/>
          </a:effectRef>
          <a:fontRef idx="minor">
            <a:schemeClr val="dk1"/>
          </a:fontRef>
        </p:style>
      </p:cxnSp>
      <p:cxnSp>
        <p:nvCxnSpPr>
          <p:cNvPr id="76" name="Connector: Elbow 75">
            <a:extLst>
              <a:ext uri="{FF2B5EF4-FFF2-40B4-BE49-F238E27FC236}">
                <a16:creationId xmlns:a16="http://schemas.microsoft.com/office/drawing/2014/main" id="{E85C4F12-9829-4479-BCE4-020199DFE753}"/>
              </a:ext>
            </a:extLst>
          </p:cNvPr>
          <p:cNvCxnSpPr>
            <a:cxnSpLocks/>
            <a:stCxn id="37" idx="2"/>
            <a:endCxn id="127" idx="0"/>
          </p:cNvCxnSpPr>
          <p:nvPr/>
        </p:nvCxnSpPr>
        <p:spPr>
          <a:xfrm rot="16200000" flipH="1">
            <a:off x="9280671" y="2181317"/>
            <a:ext cx="436072" cy="144047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84" name="Connector: Elbow 83">
            <a:extLst>
              <a:ext uri="{FF2B5EF4-FFF2-40B4-BE49-F238E27FC236}">
                <a16:creationId xmlns:a16="http://schemas.microsoft.com/office/drawing/2014/main" id="{62D1DCDE-8C52-4A76-A890-66BA6A4A72CD}"/>
              </a:ext>
            </a:extLst>
          </p:cNvPr>
          <p:cNvCxnSpPr>
            <a:cxnSpLocks/>
            <a:stCxn id="37" idx="2"/>
            <a:endCxn id="107" idx="0"/>
          </p:cNvCxnSpPr>
          <p:nvPr/>
        </p:nvCxnSpPr>
        <p:spPr>
          <a:xfrm rot="5400000">
            <a:off x="7866209" y="2207329"/>
            <a:ext cx="436072" cy="138845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07" name="Special consideration">
            <a:extLst>
              <a:ext uri="{FF2B5EF4-FFF2-40B4-BE49-F238E27FC236}">
                <a16:creationId xmlns:a16="http://schemas.microsoft.com/office/drawing/2014/main" id="{1C60CFF4-5C06-47C1-AC80-4A64780EF577}"/>
              </a:ext>
            </a:extLst>
          </p:cNvPr>
          <p:cNvSpPr txBox="1"/>
          <p:nvPr/>
        </p:nvSpPr>
        <p:spPr>
          <a:xfrm>
            <a:off x="6172091" y="3119590"/>
            <a:ext cx="2435855" cy="408623"/>
          </a:xfrm>
          <a:prstGeom prst="roundRect">
            <a:avLst/>
          </a:prstGeom>
          <a:solidFill>
            <a:schemeClr val="bg1"/>
          </a:solidFill>
          <a:ln w="38100">
            <a:solidFill>
              <a:schemeClr val="accent1"/>
            </a:solidFill>
          </a:ln>
          <a:effectLst>
            <a:outerShdw blurRad="50800" dist="38100" dir="2700000" algn="tl" rotWithShape="0">
              <a:prstClr val="black">
                <a:alpha val="40000"/>
              </a:prstClr>
            </a:outerShdw>
          </a:effectLst>
        </p:spPr>
        <p:txBody>
          <a:bodyPr wrap="square" rtlCol="0">
            <a:spAutoFit/>
          </a:bodyPr>
          <a:lstStyle/>
          <a:p>
            <a:pPr algn="ctr"/>
            <a:r>
              <a:rPr lang="en-US" dirty="0">
                <a:cs typeface="Calibri"/>
              </a:rPr>
              <a:t>Special considerations</a:t>
            </a:r>
            <a:endParaRPr lang="en-US" dirty="0"/>
          </a:p>
        </p:txBody>
      </p:sp>
      <p:sp>
        <p:nvSpPr>
          <p:cNvPr id="123" name="TextBox 122">
            <a:extLst>
              <a:ext uri="{FF2B5EF4-FFF2-40B4-BE49-F238E27FC236}">
                <a16:creationId xmlns:a16="http://schemas.microsoft.com/office/drawing/2014/main" id="{D6BB4840-D0E3-47AE-A96E-FCC1AB85DE14}"/>
              </a:ext>
            </a:extLst>
          </p:cNvPr>
          <p:cNvSpPr txBox="1"/>
          <p:nvPr/>
        </p:nvSpPr>
        <p:spPr>
          <a:xfrm>
            <a:off x="9093545" y="3731194"/>
            <a:ext cx="2583527" cy="923330"/>
          </a:xfrm>
          <a:prstGeom prst="rect">
            <a:avLst/>
          </a:prstGeom>
          <a:ln w="19050"/>
        </p:spPr>
        <p:style>
          <a:lnRef idx="2">
            <a:schemeClr val="dk1"/>
          </a:lnRef>
          <a:fillRef idx="1">
            <a:schemeClr val="lt1"/>
          </a:fillRef>
          <a:effectRef idx="0">
            <a:schemeClr val="dk1"/>
          </a:effectRef>
          <a:fontRef idx="minor">
            <a:schemeClr val="dk1"/>
          </a:fontRef>
        </p:style>
        <p:txBody>
          <a:bodyPr wrap="square" rtlCol="0">
            <a:spAutoFit/>
          </a:bodyPr>
          <a:lstStyle/>
          <a:p>
            <a:pPr marL="119063" indent="-119063">
              <a:buFont typeface="Arial" panose="020B0604020202020204" pitchFamily="34" charset="0"/>
              <a:buChar char="•"/>
            </a:pPr>
            <a:r>
              <a:rPr lang="en-US" dirty="0">
                <a:cs typeface="Calibri"/>
              </a:rPr>
              <a:t>1</a:t>
            </a:r>
            <a:r>
              <a:rPr lang="en-US" baseline="30000" dirty="0">
                <a:cs typeface="Calibri"/>
              </a:rPr>
              <a:t>st</a:t>
            </a:r>
            <a:r>
              <a:rPr lang="en-US" dirty="0">
                <a:cs typeface="Calibri"/>
              </a:rPr>
              <a:t> h –  ↓ BP by &lt;25%</a:t>
            </a:r>
          </a:p>
          <a:p>
            <a:pPr marL="119063" indent="-119063">
              <a:buFont typeface="Arial" panose="020B0604020202020204" pitchFamily="34" charset="0"/>
              <a:buChar char="•"/>
            </a:pPr>
            <a:r>
              <a:rPr lang="en-US" dirty="0">
                <a:cs typeface="Calibri"/>
              </a:rPr>
              <a:t>4-6 h – BP &lt;160/100</a:t>
            </a:r>
          </a:p>
          <a:p>
            <a:pPr marL="119063" indent="-119063">
              <a:buFont typeface="Arial" panose="020B0604020202020204" pitchFamily="34" charset="0"/>
              <a:buChar char="•"/>
            </a:pPr>
            <a:r>
              <a:rPr lang="en-US" dirty="0">
                <a:cs typeface="Calibri"/>
              </a:rPr>
              <a:t>&gt;24-48 h – BP &lt;140/90</a:t>
            </a:r>
            <a:endParaRPr lang="en-US" dirty="0"/>
          </a:p>
        </p:txBody>
      </p:sp>
      <p:pic>
        <p:nvPicPr>
          <p:cNvPr id="125" name="Graphic 124" descr="Cursor with solid fill">
            <a:extLst>
              <a:ext uri="{FF2B5EF4-FFF2-40B4-BE49-F238E27FC236}">
                <a16:creationId xmlns:a16="http://schemas.microsoft.com/office/drawing/2014/main" id="{7BEB673F-2E38-43FE-BD59-F849050DAE0A}"/>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42793" y="3368194"/>
            <a:ext cx="301752" cy="301752"/>
          </a:xfrm>
          <a:prstGeom prst="rect">
            <a:avLst/>
          </a:prstGeom>
        </p:spPr>
      </p:pic>
      <p:sp>
        <p:nvSpPr>
          <p:cNvPr id="127" name="General principles">
            <a:extLst>
              <a:ext uri="{FF2B5EF4-FFF2-40B4-BE49-F238E27FC236}">
                <a16:creationId xmlns:a16="http://schemas.microsoft.com/office/drawing/2014/main" id="{EB3F00E4-6075-4228-AEE6-339ECBA0A9A0}"/>
              </a:ext>
            </a:extLst>
          </p:cNvPr>
          <p:cNvSpPr txBox="1"/>
          <p:nvPr/>
        </p:nvSpPr>
        <p:spPr>
          <a:xfrm>
            <a:off x="9223560" y="3119590"/>
            <a:ext cx="1990767" cy="408623"/>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lang="en-US" dirty="0">
                <a:cs typeface="Calibri"/>
              </a:rPr>
              <a:t>General principles</a:t>
            </a:r>
            <a:endParaRPr lang="en-US" dirty="0"/>
          </a:p>
        </p:txBody>
      </p:sp>
      <p:pic>
        <p:nvPicPr>
          <p:cNvPr id="128" name="Graphic 127" descr="Cursor with solid fill">
            <a:extLst>
              <a:ext uri="{FF2B5EF4-FFF2-40B4-BE49-F238E27FC236}">
                <a16:creationId xmlns:a16="http://schemas.microsoft.com/office/drawing/2014/main" id="{24BE54F5-EEC8-4D95-A0E6-C9BA9EEF7339}"/>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058505" y="3368194"/>
            <a:ext cx="301752" cy="301752"/>
          </a:xfrm>
          <a:prstGeom prst="rect">
            <a:avLst/>
          </a:prstGeom>
        </p:spPr>
      </p:pic>
      <p:sp>
        <p:nvSpPr>
          <p:cNvPr id="130" name="TextBox 129">
            <a:extLst>
              <a:ext uri="{FF2B5EF4-FFF2-40B4-BE49-F238E27FC236}">
                <a16:creationId xmlns:a16="http://schemas.microsoft.com/office/drawing/2014/main" id="{D44DCBEE-C4D6-443B-A75F-7BC728C891FA}"/>
              </a:ext>
            </a:extLst>
          </p:cNvPr>
          <p:cNvSpPr txBox="1"/>
          <p:nvPr/>
        </p:nvSpPr>
        <p:spPr>
          <a:xfrm>
            <a:off x="1885433" y="960360"/>
            <a:ext cx="201520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66688" indent="-166688">
              <a:buFont typeface="+mj-lt"/>
              <a:buAutoNum type="arabicPeriod"/>
            </a:pPr>
            <a:r>
              <a:rPr lang="en-US" sz="1600" dirty="0">
                <a:cs typeface="Calibri"/>
              </a:rPr>
              <a:t>Hypertensive  encephalopathy</a:t>
            </a:r>
          </a:p>
          <a:p>
            <a:pPr marL="166688" indent="-166688">
              <a:buFont typeface="+mj-lt"/>
              <a:buAutoNum type="arabicPeriod"/>
            </a:pPr>
            <a:r>
              <a:rPr lang="en-US" sz="1600" dirty="0">
                <a:solidFill>
                  <a:schemeClr val="accent1"/>
                </a:solidFill>
                <a:cs typeface="Calibri"/>
              </a:rPr>
              <a:t>IPH or SAH</a:t>
            </a:r>
          </a:p>
          <a:p>
            <a:pPr marL="166688" indent="-166688">
              <a:buFont typeface="+mj-lt"/>
              <a:buAutoNum type="arabicPeriod"/>
            </a:pPr>
            <a:r>
              <a:rPr lang="en-US" sz="1600" dirty="0">
                <a:solidFill>
                  <a:schemeClr val="accent1"/>
                </a:solidFill>
                <a:cs typeface="Calibri"/>
              </a:rPr>
              <a:t>Ischemic CVA</a:t>
            </a:r>
          </a:p>
        </p:txBody>
      </p:sp>
      <p:sp>
        <p:nvSpPr>
          <p:cNvPr id="131" name="TextBox 130">
            <a:extLst>
              <a:ext uri="{FF2B5EF4-FFF2-40B4-BE49-F238E27FC236}">
                <a16:creationId xmlns:a16="http://schemas.microsoft.com/office/drawing/2014/main" id="{6985717D-C135-40BA-B1FC-87D7D15C9FA9}"/>
              </a:ext>
            </a:extLst>
          </p:cNvPr>
          <p:cNvSpPr txBox="1"/>
          <p:nvPr/>
        </p:nvSpPr>
        <p:spPr>
          <a:xfrm>
            <a:off x="1349040" y="2713797"/>
            <a:ext cx="174730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66688" indent="-166688">
              <a:buFont typeface="+mj-lt"/>
              <a:buAutoNum type="arabicPeriod"/>
            </a:pPr>
            <a:r>
              <a:rPr lang="en-US" sz="1600" dirty="0">
                <a:cs typeface="Arial"/>
              </a:rPr>
              <a:t>Acute LV failure</a:t>
            </a:r>
          </a:p>
          <a:p>
            <a:pPr marL="166688" indent="-166688">
              <a:buFont typeface="+mj-lt"/>
              <a:buAutoNum type="arabicPeriod"/>
            </a:pPr>
            <a:r>
              <a:rPr lang="en-US" sz="1600" dirty="0">
                <a:cs typeface="Arial"/>
              </a:rPr>
              <a:t>ACS</a:t>
            </a:r>
          </a:p>
          <a:p>
            <a:pPr marL="166688" indent="-166688">
              <a:buFont typeface="+mj-lt"/>
              <a:buAutoNum type="arabicPeriod"/>
            </a:pPr>
            <a:r>
              <a:rPr lang="en-US" sz="1600" dirty="0">
                <a:solidFill>
                  <a:schemeClr val="accent1"/>
                </a:solidFill>
                <a:cs typeface="Arial"/>
              </a:rPr>
              <a:t>Aortic dissection</a:t>
            </a:r>
          </a:p>
        </p:txBody>
      </p:sp>
      <p:sp>
        <p:nvSpPr>
          <p:cNvPr id="57" name="TextBox 56">
            <a:extLst>
              <a:ext uri="{FF2B5EF4-FFF2-40B4-BE49-F238E27FC236}">
                <a16:creationId xmlns:a16="http://schemas.microsoft.com/office/drawing/2014/main" id="{79025947-AB6A-4EF9-B128-3B7F049E2504}"/>
              </a:ext>
            </a:extLst>
          </p:cNvPr>
          <p:cNvSpPr txBox="1"/>
          <p:nvPr/>
        </p:nvSpPr>
        <p:spPr>
          <a:xfrm>
            <a:off x="6098254" y="3731194"/>
            <a:ext cx="2583528" cy="1200329"/>
          </a:xfrm>
          <a:prstGeom prst="rect">
            <a:avLst/>
          </a:prstGeom>
          <a:ln w="19050"/>
        </p:spPr>
        <p:style>
          <a:lnRef idx="2">
            <a:schemeClr val="dk1"/>
          </a:lnRef>
          <a:fillRef idx="1">
            <a:schemeClr val="lt1"/>
          </a:fillRef>
          <a:effectRef idx="0">
            <a:schemeClr val="dk1"/>
          </a:effectRef>
          <a:fontRef idx="minor">
            <a:schemeClr val="dk1"/>
          </a:fontRef>
        </p:style>
        <p:txBody>
          <a:bodyPr wrap="square" rtlCol="0">
            <a:spAutoFit/>
          </a:bodyPr>
          <a:lstStyle/>
          <a:p>
            <a:pPr marL="119063" indent="-119063">
              <a:buFont typeface="Arial" panose="020B0604020202020204" pitchFamily="34" charset="0"/>
              <a:buChar char="•"/>
            </a:pPr>
            <a:r>
              <a:rPr lang="en-US" dirty="0">
                <a:cs typeface="Calibri"/>
              </a:rPr>
              <a:t>IPH/SAH – SBP &lt;140 ASAP</a:t>
            </a:r>
          </a:p>
          <a:p>
            <a:pPr marL="119063" indent="-119063">
              <a:buFont typeface="Arial" panose="020B0604020202020204" pitchFamily="34" charset="0"/>
              <a:buChar char="•"/>
            </a:pPr>
            <a:r>
              <a:rPr lang="en-US" dirty="0">
                <a:cs typeface="Calibri"/>
              </a:rPr>
              <a:t>Aortic dissection – SBP &lt;120 ASAP</a:t>
            </a:r>
          </a:p>
        </p:txBody>
      </p:sp>
      <p:sp>
        <p:nvSpPr>
          <p:cNvPr id="58" name="Question 2">
            <a:hlinkClick r:id="rId7" action="ppaction://hlinksldjump"/>
            <a:extLst>
              <a:ext uri="{FF2B5EF4-FFF2-40B4-BE49-F238E27FC236}">
                <a16:creationId xmlns:a16="http://schemas.microsoft.com/office/drawing/2014/main" id="{80E62A57-395C-41E1-97AE-82EE3AE40CFB}"/>
              </a:ext>
            </a:extLst>
          </p:cNvPr>
          <p:cNvSpPr txBox="1"/>
          <p:nvPr/>
        </p:nvSpPr>
        <p:spPr>
          <a:xfrm>
            <a:off x="169021" y="743081"/>
            <a:ext cx="1371600"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solidFill>
                  <a:schemeClr val="bg1"/>
                </a:solidFill>
              </a:rPr>
              <a:t>Tx Goals</a:t>
            </a:r>
          </a:p>
        </p:txBody>
      </p:sp>
      <p:sp>
        <p:nvSpPr>
          <p:cNvPr id="62" name="question 3">
            <a:hlinkClick r:id="rId8" action="ppaction://hlinksldjump"/>
            <a:extLst>
              <a:ext uri="{FF2B5EF4-FFF2-40B4-BE49-F238E27FC236}">
                <a16:creationId xmlns:a16="http://schemas.microsoft.com/office/drawing/2014/main" id="{B9F7F6E0-1AAF-4502-8289-B03102A3A5B3}"/>
              </a:ext>
            </a:extLst>
          </p:cNvPr>
          <p:cNvSpPr txBox="1"/>
          <p:nvPr/>
        </p:nvSpPr>
        <p:spPr>
          <a:xfrm>
            <a:off x="169021" y="1354579"/>
            <a:ext cx="137160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solidFill>
                  <a:sysClr val="windowText" lastClr="000000"/>
                </a:solidFill>
              </a:rPr>
              <a:t>Medications</a:t>
            </a:r>
          </a:p>
        </p:txBody>
      </p:sp>
      <p:pic>
        <p:nvPicPr>
          <p:cNvPr id="63" name="Graphic 62" descr="Cursor with solid fill">
            <a:extLst>
              <a:ext uri="{FF2B5EF4-FFF2-40B4-BE49-F238E27FC236}">
                <a16:creationId xmlns:a16="http://schemas.microsoft.com/office/drawing/2014/main" id="{7FC6022F-2BA4-41EE-97E9-4E1F92CDCDA9}"/>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97693" y="1603571"/>
            <a:ext cx="301752" cy="301752"/>
          </a:xfrm>
          <a:prstGeom prst="rect">
            <a:avLst/>
          </a:prstGeom>
        </p:spPr>
      </p:pic>
      <p:sp>
        <p:nvSpPr>
          <p:cNvPr id="64" name="Cases">
            <a:hlinkClick r:id="rId9" action="ppaction://hlinksldjump"/>
            <a:extLst>
              <a:ext uri="{FF2B5EF4-FFF2-40B4-BE49-F238E27FC236}">
                <a16:creationId xmlns:a16="http://schemas.microsoft.com/office/drawing/2014/main" id="{0A258C67-5CA9-434D-88D6-8CCF1741E1A2}"/>
              </a:ext>
            </a:extLst>
          </p:cNvPr>
          <p:cNvSpPr txBox="1"/>
          <p:nvPr/>
        </p:nvSpPr>
        <p:spPr>
          <a:xfrm>
            <a:off x="169021" y="1959284"/>
            <a:ext cx="137160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solidFill>
                  <a:sysClr val="windowText" lastClr="000000"/>
                </a:solidFill>
              </a:rPr>
              <a:t>Cases</a:t>
            </a:r>
          </a:p>
        </p:txBody>
      </p:sp>
      <p:pic>
        <p:nvPicPr>
          <p:cNvPr id="65" name="Graphic 64" descr="Cursor with solid fill">
            <a:extLst>
              <a:ext uri="{FF2B5EF4-FFF2-40B4-BE49-F238E27FC236}">
                <a16:creationId xmlns:a16="http://schemas.microsoft.com/office/drawing/2014/main" id="{D46129F1-69BC-4AD6-A0A6-0FA737B0DA24}"/>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97693" y="2227704"/>
            <a:ext cx="301752" cy="301752"/>
          </a:xfrm>
          <a:prstGeom prst="rect">
            <a:avLst/>
          </a:prstGeom>
        </p:spPr>
      </p:pic>
      <p:sp>
        <p:nvSpPr>
          <p:cNvPr id="73" name="question 1">
            <a:hlinkClick r:id="rId10" action="ppaction://hlinksldjump"/>
            <a:extLst>
              <a:ext uri="{FF2B5EF4-FFF2-40B4-BE49-F238E27FC236}">
                <a16:creationId xmlns:a16="http://schemas.microsoft.com/office/drawing/2014/main" id="{FB4202B0-AD07-4255-A018-F1E314B62AA2}"/>
              </a:ext>
            </a:extLst>
          </p:cNvPr>
          <p:cNvSpPr txBox="1"/>
          <p:nvPr/>
        </p:nvSpPr>
        <p:spPr>
          <a:xfrm>
            <a:off x="169021" y="151133"/>
            <a:ext cx="137160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solidFill>
                  <a:sysClr val="windowText" lastClr="000000"/>
                </a:solidFill>
              </a:rPr>
              <a:t>Definition</a:t>
            </a:r>
          </a:p>
        </p:txBody>
      </p:sp>
      <p:pic>
        <p:nvPicPr>
          <p:cNvPr id="77" name="Graphic 76" descr="Cursor with solid fill">
            <a:extLst>
              <a:ext uri="{FF2B5EF4-FFF2-40B4-BE49-F238E27FC236}">
                <a16:creationId xmlns:a16="http://schemas.microsoft.com/office/drawing/2014/main" id="{4499322D-A877-4041-AC2D-33785763C3E9}"/>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97693" y="420394"/>
            <a:ext cx="301752" cy="301752"/>
          </a:xfrm>
          <a:prstGeom prst="rect">
            <a:avLst/>
          </a:prstGeom>
        </p:spPr>
      </p:pic>
      <p:sp>
        <p:nvSpPr>
          <p:cNvPr id="78" name="CNS">
            <a:extLst>
              <a:ext uri="{FF2B5EF4-FFF2-40B4-BE49-F238E27FC236}">
                <a16:creationId xmlns:a16="http://schemas.microsoft.com/office/drawing/2014/main" id="{54E48364-6805-4CBC-9054-BE60CC17A4B9}"/>
              </a:ext>
            </a:extLst>
          </p:cNvPr>
          <p:cNvSpPr txBox="1"/>
          <p:nvPr/>
        </p:nvSpPr>
        <p:spPr>
          <a:xfrm>
            <a:off x="2131177" y="474495"/>
            <a:ext cx="965462" cy="408623"/>
          </a:xfrm>
          <a:prstGeom prst="roundRect">
            <a:avLst/>
          </a:prstGeom>
          <a:solidFill>
            <a:srgbClr val="F8CBAD"/>
          </a:solidFill>
          <a:ln w="38100">
            <a:solidFill>
              <a:srgbClr val="F8CBAD"/>
            </a:solidFill>
          </a:ln>
          <a:effectLst/>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US" dirty="0">
                <a:solidFill>
                  <a:schemeClr val="bg1"/>
                </a:solidFill>
              </a:rPr>
              <a:t>CNS</a:t>
            </a:r>
          </a:p>
        </p:txBody>
      </p:sp>
      <p:sp>
        <p:nvSpPr>
          <p:cNvPr id="79" name="Cardiac">
            <a:extLst>
              <a:ext uri="{FF2B5EF4-FFF2-40B4-BE49-F238E27FC236}">
                <a16:creationId xmlns:a16="http://schemas.microsoft.com/office/drawing/2014/main" id="{1F285767-3A1C-460F-A8E2-FC11318580FB}"/>
              </a:ext>
            </a:extLst>
          </p:cNvPr>
          <p:cNvSpPr txBox="1"/>
          <p:nvPr/>
        </p:nvSpPr>
        <p:spPr>
          <a:xfrm>
            <a:off x="2131177" y="2215947"/>
            <a:ext cx="965462" cy="408623"/>
          </a:xfrm>
          <a:prstGeom prst="roundRect">
            <a:avLst/>
          </a:prstGeom>
          <a:solidFill>
            <a:srgbClr val="FF0000"/>
          </a:solidFill>
          <a:ln w="38100">
            <a:solidFill>
              <a:srgbClr val="FF0000"/>
            </a:solid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Cardiac</a:t>
            </a:r>
          </a:p>
        </p:txBody>
      </p:sp>
      <p:sp>
        <p:nvSpPr>
          <p:cNvPr id="80" name="Renal">
            <a:extLst>
              <a:ext uri="{FF2B5EF4-FFF2-40B4-BE49-F238E27FC236}">
                <a16:creationId xmlns:a16="http://schemas.microsoft.com/office/drawing/2014/main" id="{9973361B-F90A-456D-97C0-30BB88D3E77A}"/>
              </a:ext>
            </a:extLst>
          </p:cNvPr>
          <p:cNvSpPr txBox="1"/>
          <p:nvPr/>
        </p:nvSpPr>
        <p:spPr>
          <a:xfrm>
            <a:off x="2131177" y="3812605"/>
            <a:ext cx="965462" cy="408623"/>
          </a:xfrm>
          <a:prstGeom prst="roundRect">
            <a:avLst/>
          </a:prstGeom>
          <a:solidFill>
            <a:srgbClr val="BDA0D3"/>
          </a:solidFill>
          <a:ln w="38100">
            <a:solidFill>
              <a:srgbClr val="BDA0D3"/>
            </a:solid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Renal</a:t>
            </a:r>
          </a:p>
        </p:txBody>
      </p:sp>
      <p:sp>
        <p:nvSpPr>
          <p:cNvPr id="81" name="Other comorbidities">
            <a:extLst>
              <a:ext uri="{FF2B5EF4-FFF2-40B4-BE49-F238E27FC236}">
                <a16:creationId xmlns:a16="http://schemas.microsoft.com/office/drawing/2014/main" id="{50C8F2B2-392D-449B-8659-8CC5E79A6D87}"/>
              </a:ext>
            </a:extLst>
          </p:cNvPr>
          <p:cNvSpPr txBox="1"/>
          <p:nvPr/>
        </p:nvSpPr>
        <p:spPr>
          <a:xfrm>
            <a:off x="426146" y="4954289"/>
            <a:ext cx="2317685"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Other Comorbidities</a:t>
            </a:r>
          </a:p>
        </p:txBody>
      </p:sp>
    </p:spTree>
    <p:extLst>
      <p:ext uri="{BB962C8B-B14F-4D97-AF65-F5344CB8AC3E}">
        <p14:creationId xmlns:p14="http://schemas.microsoft.com/office/powerpoint/2010/main" val="213087137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2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28"/>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27"/>
                                        </p:tgtEl>
                                        <p:attrNameLst>
                                          <p:attrName>style.visibility</p:attrName>
                                        </p:attrNameLst>
                                      </p:cBhvr>
                                      <p:to>
                                        <p:strVal val="hidden"/>
                                      </p:to>
                                    </p:set>
                                  </p:childTnLst>
                                </p:cTn>
                              </p:par>
                            </p:childTnLst>
                          </p:cTn>
                        </p:par>
                      </p:childTnLst>
                    </p:cTn>
                  </p:par>
                </p:childTnLst>
              </p:cTn>
              <p:nextCondLst>
                <p:cond evt="onClick" delay="0">
                  <p:tgtEl>
                    <p:spTgt spid="127"/>
                  </p:tgtEl>
                </p:cond>
              </p:nextCondLst>
            </p:seq>
            <p:seq concurrent="1" nextAc="seek">
              <p:cTn id="11" restart="whenNotActive" fill="hold" evtFilter="cancelBubble" nodeType="interactiveSeq">
                <p:stCondLst>
                  <p:cond evt="onClick" delay="0">
                    <p:tgtEl>
                      <p:spTgt spid="107"/>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grpId="0" nodeType="withEffect">
                                  <p:stCondLst>
                                    <p:cond delay="0"/>
                                  </p:stCondLst>
                                  <p:childTnLst>
                                    <p:set>
                                      <p:cBhvr>
                                        <p:cTn id="15" dur="1" fill="hold">
                                          <p:stCondLst>
                                            <p:cond delay="0"/>
                                          </p:stCondLst>
                                        </p:cTn>
                                        <p:tgtEl>
                                          <p:spTgt spid="130"/>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31"/>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7"/>
                                        </p:tgtEl>
                                        <p:attrNameLst>
                                          <p:attrName>style.visibility</p:attrName>
                                        </p:attrNameLst>
                                      </p:cBhvr>
                                      <p:to>
                                        <p:strVal val="visible"/>
                                      </p:to>
                                    </p:set>
                                  </p:childTnLst>
                                </p:cTn>
                              </p:par>
                              <p:par>
                                <p:cTn id="20" presetID="1" presetClass="exit" presetSubtype="0" fill="hold" nodeType="withEffect">
                                  <p:stCondLst>
                                    <p:cond delay="0"/>
                                  </p:stCondLst>
                                  <p:childTnLst>
                                    <p:set>
                                      <p:cBhvr>
                                        <p:cTn id="21" dur="1" fill="hold">
                                          <p:stCondLst>
                                            <p:cond delay="0"/>
                                          </p:stCondLst>
                                        </p:cTn>
                                        <p:tgtEl>
                                          <p:spTgt spid="125"/>
                                        </p:tgtEl>
                                        <p:attrNameLst>
                                          <p:attrName>style.visibility</p:attrName>
                                        </p:attrNameLst>
                                      </p:cBhvr>
                                      <p:to>
                                        <p:strVal val="hidden"/>
                                      </p:to>
                                    </p:set>
                                  </p:childTnLst>
                                </p:cTn>
                              </p:par>
                              <p:par>
                                <p:cTn id="22" presetID="1" presetClass="exit" presetSubtype="0" fill="hold" grpId="0" nodeType="withEffect">
                                  <p:stCondLst>
                                    <p:cond delay="0"/>
                                  </p:stCondLst>
                                  <p:childTnLst>
                                    <p:set>
                                      <p:cBhvr>
                                        <p:cTn id="23" dur="1" fill="hold">
                                          <p:stCondLst>
                                            <p:cond delay="0"/>
                                          </p:stCondLst>
                                        </p:cTn>
                                        <p:tgtEl>
                                          <p:spTgt spid="107"/>
                                        </p:tgtEl>
                                        <p:attrNameLst>
                                          <p:attrName>style.visibility</p:attrName>
                                        </p:attrNameLst>
                                      </p:cBhvr>
                                      <p:to>
                                        <p:strVal val="hidden"/>
                                      </p:to>
                                    </p:set>
                                  </p:childTnLst>
                                </p:cTn>
                              </p:par>
                            </p:childTnLst>
                          </p:cTn>
                        </p:par>
                      </p:childTnLst>
                    </p:cTn>
                  </p:par>
                </p:childTnLst>
              </p:cTn>
              <p:nextCondLst>
                <p:cond evt="onClick" delay="0">
                  <p:tgtEl>
                    <p:spTgt spid="107"/>
                  </p:tgtEl>
                </p:cond>
              </p:nextCondLst>
            </p:seq>
          </p:childTnLst>
        </p:cTn>
      </p:par>
    </p:tnLst>
    <p:bldLst>
      <p:bldP spid="107" grpId="0" animBg="1"/>
      <p:bldP spid="123" grpId="0" animBg="1"/>
      <p:bldP spid="127" grpId="0" animBg="1"/>
      <p:bldP spid="130" grpId="0"/>
      <p:bldP spid="131" grpId="0"/>
      <p:bldP spid="5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Adrenergic inhibitors button">
            <a:extLst>
              <a:ext uri="{FF2B5EF4-FFF2-40B4-BE49-F238E27FC236}">
                <a16:creationId xmlns:a16="http://schemas.microsoft.com/office/drawing/2014/main" id="{A3DCE64F-C9C3-4BCC-9AC5-757E2935CE1B}"/>
              </a:ext>
            </a:extLst>
          </p:cNvPr>
          <p:cNvSpPr txBox="1"/>
          <p:nvPr/>
        </p:nvSpPr>
        <p:spPr>
          <a:xfrm>
            <a:off x="2097970" y="2923015"/>
            <a:ext cx="2399249" cy="408623"/>
          </a:xfrm>
          <a:prstGeom prst="roundRect">
            <a:avLst/>
          </a:prstGeom>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Adrenergic Antagonists</a:t>
            </a:r>
          </a:p>
        </p:txBody>
      </p:sp>
      <p:sp>
        <p:nvSpPr>
          <p:cNvPr id="108" name="Vasodilators buttn">
            <a:extLst>
              <a:ext uri="{FF2B5EF4-FFF2-40B4-BE49-F238E27FC236}">
                <a16:creationId xmlns:a16="http://schemas.microsoft.com/office/drawing/2014/main" id="{2545A989-43BE-4437-BCFC-AF26F7B64B8C}"/>
              </a:ext>
            </a:extLst>
          </p:cNvPr>
          <p:cNvSpPr txBox="1"/>
          <p:nvPr/>
        </p:nvSpPr>
        <p:spPr>
          <a:xfrm>
            <a:off x="3366152" y="634420"/>
            <a:ext cx="1589218" cy="408623"/>
          </a:xfrm>
          <a:prstGeom prst="roundRect">
            <a:avLst/>
          </a:prstGeom>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Vasodilators</a:t>
            </a:r>
          </a:p>
        </p:txBody>
      </p:sp>
      <p:sp>
        <p:nvSpPr>
          <p:cNvPr id="3" name="TextBox 2">
            <a:extLst>
              <a:ext uri="{FF2B5EF4-FFF2-40B4-BE49-F238E27FC236}">
                <a16:creationId xmlns:a16="http://schemas.microsoft.com/office/drawing/2014/main" id="{3F7F531E-8922-4667-8E8A-C5A6AC1B0F92}"/>
              </a:ext>
            </a:extLst>
          </p:cNvPr>
          <p:cNvSpPr txBox="1"/>
          <p:nvPr/>
        </p:nvSpPr>
        <p:spPr>
          <a:xfrm>
            <a:off x="4501443" y="27514"/>
            <a:ext cx="3577701" cy="461665"/>
          </a:xfrm>
          <a:prstGeom prst="rect">
            <a:avLst/>
          </a:prstGeom>
          <a:noFill/>
        </p:spPr>
        <p:txBody>
          <a:bodyPr wrap="square" rtlCol="0">
            <a:spAutoFit/>
          </a:bodyPr>
          <a:lstStyle/>
          <a:p>
            <a:pPr algn="ctr"/>
            <a:r>
              <a:rPr lang="en-US" sz="2400" b="1" dirty="0"/>
              <a:t>Hypertensive Emergency</a:t>
            </a:r>
          </a:p>
        </p:txBody>
      </p:sp>
      <p:pic>
        <p:nvPicPr>
          <p:cNvPr id="22" name="teachIM logo" descr="Icon&#10;&#10;Description automatically generated">
            <a:extLst>
              <a:ext uri="{FF2B5EF4-FFF2-40B4-BE49-F238E27FC236}">
                <a16:creationId xmlns:a16="http://schemas.microsoft.com/office/drawing/2014/main" id="{9941794D-0E4C-4929-897A-E61CE338C30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31041" y="6350056"/>
            <a:ext cx="1387970" cy="507944"/>
          </a:xfrm>
          <a:prstGeom prst="rect">
            <a:avLst/>
          </a:prstGeom>
        </p:spPr>
      </p:pic>
      <p:sp>
        <p:nvSpPr>
          <p:cNvPr id="66" name="Rectangle 65">
            <a:extLst>
              <a:ext uri="{FF2B5EF4-FFF2-40B4-BE49-F238E27FC236}">
                <a16:creationId xmlns:a16="http://schemas.microsoft.com/office/drawing/2014/main" id="{96B8BAD2-20AA-4522-BDB0-6F63E3C3AA24}"/>
              </a:ext>
            </a:extLst>
          </p:cNvPr>
          <p:cNvSpPr/>
          <p:nvPr/>
        </p:nvSpPr>
        <p:spPr>
          <a:xfrm>
            <a:off x="8118879" y="124482"/>
            <a:ext cx="3577701" cy="408623"/>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dirty="0"/>
              <a:t>Severe hypertension (BP &gt; 180/120) </a:t>
            </a:r>
          </a:p>
        </p:txBody>
      </p:sp>
      <p:cxnSp>
        <p:nvCxnSpPr>
          <p:cNvPr id="67" name="Connector: Elbow 66">
            <a:extLst>
              <a:ext uri="{FF2B5EF4-FFF2-40B4-BE49-F238E27FC236}">
                <a16:creationId xmlns:a16="http://schemas.microsoft.com/office/drawing/2014/main" id="{00C64C96-F0B0-4CCF-ADE1-736AF2E1DC85}"/>
              </a:ext>
            </a:extLst>
          </p:cNvPr>
          <p:cNvCxnSpPr>
            <a:cxnSpLocks/>
            <a:endCxn id="68" idx="0"/>
          </p:cNvCxnSpPr>
          <p:nvPr/>
        </p:nvCxnSpPr>
        <p:spPr>
          <a:xfrm rot="5400000">
            <a:off x="9076505" y="799728"/>
            <a:ext cx="533190" cy="1129260"/>
          </a:xfrm>
          <a:prstGeom prst="bentConnector3">
            <a:avLst>
              <a:gd name="adj1" fmla="val 50000"/>
            </a:avLst>
          </a:prstGeom>
          <a:ln w="19050">
            <a:tailEnd type="triangle"/>
          </a:ln>
        </p:spPr>
        <p:style>
          <a:lnRef idx="2">
            <a:schemeClr val="dk1"/>
          </a:lnRef>
          <a:fillRef idx="1">
            <a:schemeClr val="lt1"/>
          </a:fillRef>
          <a:effectRef idx="0">
            <a:schemeClr val="dk1"/>
          </a:effectRef>
          <a:fontRef idx="minor">
            <a:schemeClr val="dk1"/>
          </a:fontRef>
        </p:style>
      </p:cxnSp>
      <p:sp>
        <p:nvSpPr>
          <p:cNvPr id="68" name="Rectangle 67">
            <a:extLst>
              <a:ext uri="{FF2B5EF4-FFF2-40B4-BE49-F238E27FC236}">
                <a16:creationId xmlns:a16="http://schemas.microsoft.com/office/drawing/2014/main" id="{D4611488-30F9-4D13-9A67-F46E8CD3AD9E}"/>
              </a:ext>
            </a:extLst>
          </p:cNvPr>
          <p:cNvSpPr/>
          <p:nvPr/>
        </p:nvSpPr>
        <p:spPr>
          <a:xfrm>
            <a:off x="7861069" y="1630953"/>
            <a:ext cx="1834802" cy="40718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HTN emergency</a:t>
            </a:r>
          </a:p>
        </p:txBody>
      </p:sp>
      <p:cxnSp>
        <p:nvCxnSpPr>
          <p:cNvPr id="69" name="Connector: Elbow 68">
            <a:extLst>
              <a:ext uri="{FF2B5EF4-FFF2-40B4-BE49-F238E27FC236}">
                <a16:creationId xmlns:a16="http://schemas.microsoft.com/office/drawing/2014/main" id="{F2EBCF07-9051-498B-A0AE-DCD5B439C25D}"/>
              </a:ext>
            </a:extLst>
          </p:cNvPr>
          <p:cNvCxnSpPr>
            <a:cxnSpLocks/>
            <a:endCxn id="70" idx="0"/>
          </p:cNvCxnSpPr>
          <p:nvPr/>
        </p:nvCxnSpPr>
        <p:spPr>
          <a:xfrm rot="16200000" flipH="1">
            <a:off x="10266498" y="738994"/>
            <a:ext cx="527785" cy="1245321"/>
          </a:xfrm>
          <a:prstGeom prst="bentConnector3">
            <a:avLst>
              <a:gd name="adj1" fmla="val 50000"/>
            </a:avLst>
          </a:prstGeom>
          <a:ln w="19050">
            <a:tailEnd type="triangle"/>
          </a:ln>
        </p:spPr>
        <p:style>
          <a:lnRef idx="2">
            <a:schemeClr val="dk1"/>
          </a:lnRef>
          <a:fillRef idx="1">
            <a:schemeClr val="lt1"/>
          </a:fillRef>
          <a:effectRef idx="0">
            <a:schemeClr val="dk1"/>
          </a:effectRef>
          <a:fontRef idx="minor">
            <a:schemeClr val="dk1"/>
          </a:fontRef>
        </p:style>
      </p:cxnSp>
      <p:sp>
        <p:nvSpPr>
          <p:cNvPr id="70" name="Rectangle 69">
            <a:extLst>
              <a:ext uri="{FF2B5EF4-FFF2-40B4-BE49-F238E27FC236}">
                <a16:creationId xmlns:a16="http://schemas.microsoft.com/office/drawing/2014/main" id="{B09B69CF-9E8B-4A1F-8E90-4049E4B06223}"/>
              </a:ext>
            </a:extLst>
          </p:cNvPr>
          <p:cNvSpPr/>
          <p:nvPr/>
        </p:nvSpPr>
        <p:spPr>
          <a:xfrm>
            <a:off x="10398254" y="1625548"/>
            <a:ext cx="1509593" cy="395274"/>
          </a:xfrm>
          <a:prstGeom prst="rect">
            <a:avLst/>
          </a:prstGeom>
          <a:ln>
            <a:solidFill>
              <a:schemeClr val="bg2">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HTN urgency</a:t>
            </a:r>
          </a:p>
        </p:txBody>
      </p:sp>
      <p:cxnSp>
        <p:nvCxnSpPr>
          <p:cNvPr id="71" name="Straight Arrow Connector 70">
            <a:extLst>
              <a:ext uri="{FF2B5EF4-FFF2-40B4-BE49-F238E27FC236}">
                <a16:creationId xmlns:a16="http://schemas.microsoft.com/office/drawing/2014/main" id="{50743500-1D6D-480D-8258-D697ED75C0FC}"/>
              </a:ext>
            </a:extLst>
          </p:cNvPr>
          <p:cNvCxnSpPr>
            <a:cxnSpLocks/>
            <a:stCxn id="66" idx="2"/>
          </p:cNvCxnSpPr>
          <p:nvPr/>
        </p:nvCxnSpPr>
        <p:spPr>
          <a:xfrm>
            <a:off x="9907730" y="533105"/>
            <a:ext cx="0" cy="195326"/>
          </a:xfrm>
          <a:prstGeom prst="straightConnector1">
            <a:avLst/>
          </a:prstGeom>
          <a:ln w="19050">
            <a:tailEnd type="triangle"/>
          </a:ln>
        </p:spPr>
        <p:style>
          <a:lnRef idx="2">
            <a:schemeClr val="dk1"/>
          </a:lnRef>
          <a:fillRef idx="1">
            <a:schemeClr val="lt1"/>
          </a:fillRef>
          <a:effectRef idx="0">
            <a:schemeClr val="dk1"/>
          </a:effectRef>
          <a:fontRef idx="minor">
            <a:schemeClr val="dk1"/>
          </a:fontRef>
        </p:style>
      </p:cxnSp>
      <p:sp>
        <p:nvSpPr>
          <p:cNvPr id="72" name="End organ damage">
            <a:extLst>
              <a:ext uri="{FF2B5EF4-FFF2-40B4-BE49-F238E27FC236}">
                <a16:creationId xmlns:a16="http://schemas.microsoft.com/office/drawing/2014/main" id="{C79FB1AD-4A64-44F7-A104-A5C892664616}"/>
              </a:ext>
            </a:extLst>
          </p:cNvPr>
          <p:cNvSpPr txBox="1"/>
          <p:nvPr/>
        </p:nvSpPr>
        <p:spPr>
          <a:xfrm>
            <a:off x="8778470" y="728431"/>
            <a:ext cx="2258519" cy="369332"/>
          </a:xfrm>
          <a:prstGeom prst="rect">
            <a:avLst/>
          </a:prstGeom>
          <a:ln w="19050"/>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End organ damage?</a:t>
            </a:r>
          </a:p>
        </p:txBody>
      </p:sp>
      <p:sp>
        <p:nvSpPr>
          <p:cNvPr id="74" name="Rectangle 73">
            <a:extLst>
              <a:ext uri="{FF2B5EF4-FFF2-40B4-BE49-F238E27FC236}">
                <a16:creationId xmlns:a16="http://schemas.microsoft.com/office/drawing/2014/main" id="{1A088A19-3050-4879-8B19-5F62B991D6F9}"/>
              </a:ext>
            </a:extLst>
          </p:cNvPr>
          <p:cNvSpPr/>
          <p:nvPr/>
        </p:nvSpPr>
        <p:spPr>
          <a:xfrm>
            <a:off x="9177454" y="1211412"/>
            <a:ext cx="400638" cy="279937"/>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dirty="0"/>
              <a:t>+</a:t>
            </a:r>
          </a:p>
        </p:txBody>
      </p:sp>
      <p:sp>
        <p:nvSpPr>
          <p:cNvPr id="75" name="Rectangle 74">
            <a:extLst>
              <a:ext uri="{FF2B5EF4-FFF2-40B4-BE49-F238E27FC236}">
                <a16:creationId xmlns:a16="http://schemas.microsoft.com/office/drawing/2014/main" id="{9183B6A1-D26E-4E54-B84F-7FD8FC523F13}"/>
              </a:ext>
            </a:extLst>
          </p:cNvPr>
          <p:cNvSpPr/>
          <p:nvPr/>
        </p:nvSpPr>
        <p:spPr>
          <a:xfrm>
            <a:off x="10289673" y="1235100"/>
            <a:ext cx="400638" cy="279937"/>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dirty="0"/>
              <a:t>-</a:t>
            </a:r>
          </a:p>
        </p:txBody>
      </p:sp>
      <p:cxnSp>
        <p:nvCxnSpPr>
          <p:cNvPr id="34" name="Straight Arrow Connector 33">
            <a:extLst>
              <a:ext uri="{FF2B5EF4-FFF2-40B4-BE49-F238E27FC236}">
                <a16:creationId xmlns:a16="http://schemas.microsoft.com/office/drawing/2014/main" id="{56DA6503-232D-4792-9EBF-A4228C48287E}"/>
              </a:ext>
            </a:extLst>
          </p:cNvPr>
          <p:cNvCxnSpPr>
            <a:cxnSpLocks/>
            <a:stCxn id="68" idx="2"/>
            <a:endCxn id="37" idx="0"/>
          </p:cNvCxnSpPr>
          <p:nvPr/>
        </p:nvCxnSpPr>
        <p:spPr>
          <a:xfrm>
            <a:off x="8778470" y="2038140"/>
            <a:ext cx="0" cy="239811"/>
          </a:xfrm>
          <a:prstGeom prst="straightConnector1">
            <a:avLst/>
          </a:prstGeom>
          <a:ln w="19050">
            <a:tailEnd type="triangle"/>
          </a:ln>
        </p:spPr>
        <p:style>
          <a:lnRef idx="2">
            <a:schemeClr val="dk1"/>
          </a:lnRef>
          <a:fillRef idx="1">
            <a:schemeClr val="lt1"/>
          </a:fillRef>
          <a:effectRef idx="0">
            <a:schemeClr val="dk1"/>
          </a:effectRef>
          <a:fontRef idx="minor">
            <a:schemeClr val="dk1"/>
          </a:fontRef>
        </p:style>
      </p:cxnSp>
      <p:sp>
        <p:nvSpPr>
          <p:cNvPr id="37" name="Rectangle 36">
            <a:extLst>
              <a:ext uri="{FF2B5EF4-FFF2-40B4-BE49-F238E27FC236}">
                <a16:creationId xmlns:a16="http://schemas.microsoft.com/office/drawing/2014/main" id="{4D53CD44-7C23-4238-A536-C46A3F3A0F45}"/>
              </a:ext>
            </a:extLst>
          </p:cNvPr>
          <p:cNvSpPr/>
          <p:nvPr/>
        </p:nvSpPr>
        <p:spPr>
          <a:xfrm>
            <a:off x="7861069" y="2277951"/>
            <a:ext cx="1834802" cy="405567"/>
          </a:xfrm>
          <a:prstGeom prst="rect">
            <a:avLst/>
          </a:prstGeom>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ICU, IV BP meds</a:t>
            </a:r>
          </a:p>
        </p:txBody>
      </p:sp>
      <p:sp>
        <p:nvSpPr>
          <p:cNvPr id="98" name="Rectangle 97">
            <a:extLst>
              <a:ext uri="{FF2B5EF4-FFF2-40B4-BE49-F238E27FC236}">
                <a16:creationId xmlns:a16="http://schemas.microsoft.com/office/drawing/2014/main" id="{5C88181B-3E28-4BD2-9AD4-2B8D93D83DFD}"/>
              </a:ext>
            </a:extLst>
          </p:cNvPr>
          <p:cNvSpPr/>
          <p:nvPr/>
        </p:nvSpPr>
        <p:spPr>
          <a:xfrm>
            <a:off x="10235649" y="2277950"/>
            <a:ext cx="1834802" cy="405567"/>
          </a:xfrm>
          <a:prstGeom prst="rect">
            <a:avLst/>
          </a:prstGeom>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 PO BP meds</a:t>
            </a:r>
          </a:p>
        </p:txBody>
      </p:sp>
      <p:cxnSp>
        <p:nvCxnSpPr>
          <p:cNvPr id="99" name="Straight Arrow Connector 98">
            <a:extLst>
              <a:ext uri="{FF2B5EF4-FFF2-40B4-BE49-F238E27FC236}">
                <a16:creationId xmlns:a16="http://schemas.microsoft.com/office/drawing/2014/main" id="{942F463A-4A7B-4355-B078-23DA8D20347B}"/>
              </a:ext>
            </a:extLst>
          </p:cNvPr>
          <p:cNvCxnSpPr>
            <a:cxnSpLocks/>
            <a:stCxn id="70" idx="2"/>
            <a:endCxn id="98" idx="0"/>
          </p:cNvCxnSpPr>
          <p:nvPr/>
        </p:nvCxnSpPr>
        <p:spPr>
          <a:xfrm flipH="1">
            <a:off x="11153050" y="2020822"/>
            <a:ext cx="1" cy="257128"/>
          </a:xfrm>
          <a:prstGeom prst="straightConnector1">
            <a:avLst/>
          </a:prstGeom>
          <a:ln w="19050">
            <a:tailEnd type="triangle"/>
          </a:ln>
        </p:spPr>
        <p:style>
          <a:lnRef idx="2">
            <a:schemeClr val="dk1"/>
          </a:lnRef>
          <a:fillRef idx="1">
            <a:schemeClr val="lt1"/>
          </a:fillRef>
          <a:effectRef idx="0">
            <a:schemeClr val="dk1"/>
          </a:effectRef>
          <a:fontRef idx="minor">
            <a:schemeClr val="dk1"/>
          </a:fontRef>
        </p:style>
      </p:cxnSp>
      <p:grpSp>
        <p:nvGrpSpPr>
          <p:cNvPr id="111" name="vasodilators">
            <a:extLst>
              <a:ext uri="{FF2B5EF4-FFF2-40B4-BE49-F238E27FC236}">
                <a16:creationId xmlns:a16="http://schemas.microsoft.com/office/drawing/2014/main" id="{E0ECE1E9-C0FA-48BD-B507-BD5F050AA726}"/>
              </a:ext>
            </a:extLst>
          </p:cNvPr>
          <p:cNvGrpSpPr/>
          <p:nvPr/>
        </p:nvGrpSpPr>
        <p:grpSpPr>
          <a:xfrm>
            <a:off x="2149494" y="1265699"/>
            <a:ext cx="4452481" cy="1213507"/>
            <a:chOff x="7974551" y="2143033"/>
            <a:chExt cx="4452481" cy="1213507"/>
          </a:xfrm>
        </p:grpSpPr>
        <p:sp>
          <p:nvSpPr>
            <p:cNvPr id="113" name="arterial">
              <a:extLst>
                <a:ext uri="{FF2B5EF4-FFF2-40B4-BE49-F238E27FC236}">
                  <a16:creationId xmlns:a16="http://schemas.microsoft.com/office/drawing/2014/main" id="{AEFAE179-CD4C-4739-9899-4BB50A743FE0}"/>
                </a:ext>
              </a:extLst>
            </p:cNvPr>
            <p:cNvSpPr txBox="1"/>
            <p:nvPr/>
          </p:nvSpPr>
          <p:spPr>
            <a:xfrm>
              <a:off x="10783785" y="2404681"/>
              <a:ext cx="1643247" cy="369332"/>
            </a:xfrm>
            <a:prstGeom prst="rect">
              <a:avLst/>
            </a:prstGeom>
            <a:noFill/>
          </p:spPr>
          <p:txBody>
            <a:bodyPr wrap="square" rtlCol="0">
              <a:spAutoFit/>
            </a:bodyPr>
            <a:lstStyle/>
            <a:p>
              <a:pPr algn="ctr"/>
              <a:r>
                <a:rPr lang="en-US" u="sng" dirty="0"/>
                <a:t>Arterial</a:t>
              </a:r>
            </a:p>
          </p:txBody>
        </p:sp>
        <p:sp>
          <p:nvSpPr>
            <p:cNvPr id="114" name="venous">
              <a:extLst>
                <a:ext uri="{FF2B5EF4-FFF2-40B4-BE49-F238E27FC236}">
                  <a16:creationId xmlns:a16="http://schemas.microsoft.com/office/drawing/2014/main" id="{96AF16FB-FB1C-4A89-9666-0BE7B598141F}"/>
                </a:ext>
              </a:extLst>
            </p:cNvPr>
            <p:cNvSpPr txBox="1"/>
            <p:nvPr/>
          </p:nvSpPr>
          <p:spPr>
            <a:xfrm>
              <a:off x="8178741" y="2409532"/>
              <a:ext cx="1030374"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u="sng" dirty="0">
                  <a:cs typeface="Calibri"/>
                </a:rPr>
                <a:t>Venous</a:t>
              </a:r>
            </a:p>
          </p:txBody>
        </p:sp>
        <p:grpSp>
          <p:nvGrpSpPr>
            <p:cNvPr id="115" name="Group 114">
              <a:extLst>
                <a:ext uri="{FF2B5EF4-FFF2-40B4-BE49-F238E27FC236}">
                  <a16:creationId xmlns:a16="http://schemas.microsoft.com/office/drawing/2014/main" id="{0A470498-1BAC-4814-BE98-2F41D116DFE7}"/>
                </a:ext>
              </a:extLst>
            </p:cNvPr>
            <p:cNvGrpSpPr/>
            <p:nvPr/>
          </p:nvGrpSpPr>
          <p:grpSpPr>
            <a:xfrm>
              <a:off x="9693054" y="2143033"/>
              <a:ext cx="2219201" cy="278976"/>
              <a:chOff x="6434272" y="2071305"/>
              <a:chExt cx="2014121" cy="448963"/>
            </a:xfrm>
          </p:grpSpPr>
          <p:sp>
            <p:nvSpPr>
              <p:cNvPr id="129" name="Cylinder 128">
                <a:extLst>
                  <a:ext uri="{FF2B5EF4-FFF2-40B4-BE49-F238E27FC236}">
                    <a16:creationId xmlns:a16="http://schemas.microsoft.com/office/drawing/2014/main" id="{04F4B8B3-94F2-4B21-BD3A-C6529D7A3ECA}"/>
                  </a:ext>
                </a:extLst>
              </p:cNvPr>
              <p:cNvSpPr/>
              <p:nvPr/>
            </p:nvSpPr>
            <p:spPr>
              <a:xfrm rot="5400000">
                <a:off x="7224456" y="1296331"/>
                <a:ext cx="433753" cy="2014121"/>
              </a:xfrm>
              <a:prstGeom prst="can">
                <a:avLst/>
              </a:prstGeom>
              <a:solidFill>
                <a:srgbClr val="FF0000">
                  <a:alpha val="5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rgbClr val="FF0000"/>
                  </a:solidFill>
                </a:endParaRPr>
              </a:p>
            </p:txBody>
          </p:sp>
          <p:cxnSp>
            <p:nvCxnSpPr>
              <p:cNvPr id="132" name="Straight Arrow Connector 131">
                <a:extLst>
                  <a:ext uri="{FF2B5EF4-FFF2-40B4-BE49-F238E27FC236}">
                    <a16:creationId xmlns:a16="http://schemas.microsoft.com/office/drawing/2014/main" id="{6CF3B37F-5B32-4AF1-ABFD-8718449C2071}"/>
                  </a:ext>
                </a:extLst>
              </p:cNvPr>
              <p:cNvCxnSpPr>
                <a:cxnSpLocks/>
              </p:cNvCxnSpPr>
              <p:nvPr/>
            </p:nvCxnSpPr>
            <p:spPr>
              <a:xfrm>
                <a:off x="7639882" y="2071305"/>
                <a:ext cx="0" cy="438932"/>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116" name="Group 115">
              <a:extLst>
                <a:ext uri="{FF2B5EF4-FFF2-40B4-BE49-F238E27FC236}">
                  <a16:creationId xmlns:a16="http://schemas.microsoft.com/office/drawing/2014/main" id="{60EA59EC-4E84-4BD6-A240-CA9290A1C03B}"/>
                </a:ext>
              </a:extLst>
            </p:cNvPr>
            <p:cNvGrpSpPr/>
            <p:nvPr/>
          </p:nvGrpSpPr>
          <p:grpSpPr>
            <a:xfrm>
              <a:off x="8236045" y="2147334"/>
              <a:ext cx="2339361" cy="279506"/>
              <a:chOff x="6741548" y="2071305"/>
              <a:chExt cx="2220367" cy="455458"/>
            </a:xfrm>
          </p:grpSpPr>
          <p:sp>
            <p:nvSpPr>
              <p:cNvPr id="122" name="Cylinder 57">
                <a:extLst>
                  <a:ext uri="{FF2B5EF4-FFF2-40B4-BE49-F238E27FC236}">
                    <a16:creationId xmlns:a16="http://schemas.microsoft.com/office/drawing/2014/main" id="{1E4FF046-14F7-4F40-B034-B0246DAFAD7D}"/>
                  </a:ext>
                </a:extLst>
              </p:cNvPr>
              <p:cNvSpPr/>
              <p:nvPr/>
            </p:nvSpPr>
            <p:spPr>
              <a:xfrm rot="5400000">
                <a:off x="7634855" y="1193045"/>
                <a:ext cx="433754" cy="2220367"/>
              </a:xfrm>
              <a:prstGeom prst="can">
                <a:avLst/>
              </a:prstGeom>
              <a:solidFill>
                <a:schemeClr val="accent1">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24" name="Straight Arrow Connector 123">
                <a:extLst>
                  <a:ext uri="{FF2B5EF4-FFF2-40B4-BE49-F238E27FC236}">
                    <a16:creationId xmlns:a16="http://schemas.microsoft.com/office/drawing/2014/main" id="{E7BCA10B-5279-4AA2-AD04-F3A00EA06320}"/>
                  </a:ext>
                </a:extLst>
              </p:cNvPr>
              <p:cNvCxnSpPr>
                <a:cxnSpLocks/>
              </p:cNvCxnSpPr>
              <p:nvPr/>
            </p:nvCxnSpPr>
            <p:spPr>
              <a:xfrm>
                <a:off x="7639881" y="2071305"/>
                <a:ext cx="0" cy="45545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117" name="mixed">
              <a:extLst>
                <a:ext uri="{FF2B5EF4-FFF2-40B4-BE49-F238E27FC236}">
                  <a16:creationId xmlns:a16="http://schemas.microsoft.com/office/drawing/2014/main" id="{58B66734-6C6C-4A3E-B903-E4C3B3161545}"/>
                </a:ext>
              </a:extLst>
            </p:cNvPr>
            <p:cNvSpPr txBox="1"/>
            <p:nvPr/>
          </p:nvSpPr>
          <p:spPr>
            <a:xfrm>
              <a:off x="9236884" y="2401245"/>
              <a:ext cx="1827672" cy="369332"/>
            </a:xfrm>
            <a:prstGeom prst="rect">
              <a:avLst/>
            </a:prstGeom>
            <a:noFill/>
          </p:spPr>
          <p:txBody>
            <a:bodyPr wrap="square" rtlCol="0">
              <a:spAutoFit/>
            </a:bodyPr>
            <a:lstStyle/>
            <a:p>
              <a:pPr algn="ctr"/>
              <a:r>
                <a:rPr lang="en-US" u="sng" dirty="0">
                  <a:cs typeface="Calibri"/>
                </a:rPr>
                <a:t>Arterial + venous</a:t>
              </a:r>
              <a:endParaRPr lang="en-US" sz="2800" dirty="0"/>
            </a:p>
          </p:txBody>
        </p:sp>
        <p:sp>
          <p:nvSpPr>
            <p:cNvPr id="118" name="nitroglycerin">
              <a:extLst>
                <a:ext uri="{FF2B5EF4-FFF2-40B4-BE49-F238E27FC236}">
                  <a16:creationId xmlns:a16="http://schemas.microsoft.com/office/drawing/2014/main" id="{59A04BC2-B0F7-4736-ABA4-ED42CD50ABF8}"/>
                </a:ext>
              </a:extLst>
            </p:cNvPr>
            <p:cNvSpPr txBox="1"/>
            <p:nvPr/>
          </p:nvSpPr>
          <p:spPr>
            <a:xfrm>
              <a:off x="7974551" y="2720816"/>
              <a:ext cx="1430796" cy="369332"/>
            </a:xfrm>
            <a:prstGeom prst="rect">
              <a:avLst/>
            </a:prstGeom>
            <a:noFill/>
          </p:spPr>
          <p:txBody>
            <a:bodyPr wrap="square" rtlCol="0">
              <a:spAutoFit/>
            </a:bodyPr>
            <a:lstStyle/>
            <a:p>
              <a:r>
                <a:rPr lang="en-US" dirty="0"/>
                <a:t>Nitroglycerin</a:t>
              </a:r>
            </a:p>
          </p:txBody>
        </p:sp>
        <p:sp>
          <p:nvSpPr>
            <p:cNvPr id="120" name="nitoprus, fend">
              <a:extLst>
                <a:ext uri="{FF2B5EF4-FFF2-40B4-BE49-F238E27FC236}">
                  <a16:creationId xmlns:a16="http://schemas.microsoft.com/office/drawing/2014/main" id="{99BACADA-C158-455C-AE69-2E08E3FDBA8C}"/>
                </a:ext>
              </a:extLst>
            </p:cNvPr>
            <p:cNvSpPr txBox="1"/>
            <p:nvPr/>
          </p:nvSpPr>
          <p:spPr>
            <a:xfrm>
              <a:off x="9293949" y="2710209"/>
              <a:ext cx="1700440" cy="646331"/>
            </a:xfrm>
            <a:prstGeom prst="rect">
              <a:avLst/>
            </a:prstGeom>
            <a:noFill/>
          </p:spPr>
          <p:txBody>
            <a:bodyPr wrap="square" rtlCol="0">
              <a:spAutoFit/>
            </a:bodyPr>
            <a:lstStyle/>
            <a:p>
              <a:pPr algn="ctr"/>
              <a:r>
                <a:rPr lang="en-US" dirty="0">
                  <a:cs typeface="Calibri"/>
                </a:rPr>
                <a:t>Nitroprusside</a:t>
              </a:r>
            </a:p>
            <a:p>
              <a:pPr algn="ctr"/>
              <a:r>
                <a:rPr lang="en-US" dirty="0" err="1">
                  <a:cs typeface="Calibri"/>
                </a:rPr>
                <a:t>Fenoldopam</a:t>
              </a:r>
              <a:endParaRPr lang="en-US" dirty="0">
                <a:cs typeface="Calibri"/>
              </a:endParaRPr>
            </a:p>
          </p:txBody>
        </p:sp>
        <p:sp>
          <p:nvSpPr>
            <p:cNvPr id="121" name="nicard, hydral">
              <a:extLst>
                <a:ext uri="{FF2B5EF4-FFF2-40B4-BE49-F238E27FC236}">
                  <a16:creationId xmlns:a16="http://schemas.microsoft.com/office/drawing/2014/main" id="{D9BE1AE5-3D56-4DEB-BC8C-9D7055A3D6F9}"/>
                </a:ext>
              </a:extLst>
            </p:cNvPr>
            <p:cNvSpPr txBox="1"/>
            <p:nvPr/>
          </p:nvSpPr>
          <p:spPr>
            <a:xfrm>
              <a:off x="10942977" y="2710209"/>
              <a:ext cx="1309719" cy="646331"/>
            </a:xfrm>
            <a:prstGeom prst="rect">
              <a:avLst/>
            </a:prstGeom>
            <a:noFill/>
          </p:spPr>
          <p:txBody>
            <a:bodyPr wrap="none" rtlCol="0">
              <a:spAutoFit/>
            </a:bodyPr>
            <a:lstStyle/>
            <a:p>
              <a:pPr algn="ctr"/>
              <a:r>
                <a:rPr lang="en-US" dirty="0"/>
                <a:t>Nicardipine </a:t>
              </a:r>
            </a:p>
            <a:p>
              <a:pPr algn="ctr"/>
              <a:r>
                <a:rPr lang="en-US" dirty="0"/>
                <a:t>Hydralazine</a:t>
              </a:r>
            </a:p>
          </p:txBody>
        </p:sp>
      </p:grpSp>
      <p:sp>
        <p:nvSpPr>
          <p:cNvPr id="133" name="Adrenergic inhibitors button">
            <a:extLst>
              <a:ext uri="{FF2B5EF4-FFF2-40B4-BE49-F238E27FC236}">
                <a16:creationId xmlns:a16="http://schemas.microsoft.com/office/drawing/2014/main" id="{1D5A6E0B-B687-4502-9961-078CBDF274B1}"/>
              </a:ext>
            </a:extLst>
          </p:cNvPr>
          <p:cNvSpPr txBox="1"/>
          <p:nvPr/>
        </p:nvSpPr>
        <p:spPr>
          <a:xfrm>
            <a:off x="2102194" y="2923015"/>
            <a:ext cx="2399249"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Adrenergic Antagonists</a:t>
            </a:r>
          </a:p>
        </p:txBody>
      </p:sp>
      <p:sp>
        <p:nvSpPr>
          <p:cNvPr id="135" name="Vasodilators buttn">
            <a:extLst>
              <a:ext uri="{FF2B5EF4-FFF2-40B4-BE49-F238E27FC236}">
                <a16:creationId xmlns:a16="http://schemas.microsoft.com/office/drawing/2014/main" id="{A5DCAF9D-CAAC-4695-9F6C-DCABE8638EB6}"/>
              </a:ext>
            </a:extLst>
          </p:cNvPr>
          <p:cNvSpPr txBox="1"/>
          <p:nvPr/>
        </p:nvSpPr>
        <p:spPr>
          <a:xfrm>
            <a:off x="3370376" y="634420"/>
            <a:ext cx="158921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Vasodilators</a:t>
            </a:r>
          </a:p>
        </p:txBody>
      </p:sp>
      <p:pic>
        <p:nvPicPr>
          <p:cNvPr id="136" name="Graphic 135" descr="Cursor with solid fill">
            <a:extLst>
              <a:ext uri="{FF2B5EF4-FFF2-40B4-BE49-F238E27FC236}">
                <a16:creationId xmlns:a16="http://schemas.microsoft.com/office/drawing/2014/main" id="{50444F68-C5F1-4441-9DC1-9EEEE572B1BD}"/>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89242" y="900173"/>
            <a:ext cx="301752" cy="301752"/>
          </a:xfrm>
          <a:prstGeom prst="rect">
            <a:avLst/>
          </a:prstGeom>
        </p:spPr>
      </p:pic>
      <p:pic>
        <p:nvPicPr>
          <p:cNvPr id="137" name="Graphic 136" descr="Cursor with solid fill">
            <a:extLst>
              <a:ext uri="{FF2B5EF4-FFF2-40B4-BE49-F238E27FC236}">
                <a16:creationId xmlns:a16="http://schemas.microsoft.com/office/drawing/2014/main" id="{36625568-AF0D-40B2-ACCF-C7EFD769DAE8}"/>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42188" y="3204642"/>
            <a:ext cx="301752" cy="301752"/>
          </a:xfrm>
          <a:prstGeom prst="rect">
            <a:avLst/>
          </a:prstGeom>
        </p:spPr>
      </p:pic>
      <p:grpSp>
        <p:nvGrpSpPr>
          <p:cNvPr id="2" name="Group 1">
            <a:extLst>
              <a:ext uri="{FF2B5EF4-FFF2-40B4-BE49-F238E27FC236}">
                <a16:creationId xmlns:a16="http://schemas.microsoft.com/office/drawing/2014/main" id="{7915F261-6F83-4666-9444-45786F1BDF6E}"/>
              </a:ext>
            </a:extLst>
          </p:cNvPr>
          <p:cNvGrpSpPr/>
          <p:nvPr/>
        </p:nvGrpSpPr>
        <p:grpSpPr>
          <a:xfrm>
            <a:off x="384681" y="3590313"/>
            <a:ext cx="5384653" cy="2922183"/>
            <a:chOff x="294237" y="3517270"/>
            <a:chExt cx="5384653" cy="2922183"/>
          </a:xfrm>
        </p:grpSpPr>
        <p:sp>
          <p:nvSpPr>
            <p:cNvPr id="83" name="TextBox 82">
              <a:extLst>
                <a:ext uri="{FF2B5EF4-FFF2-40B4-BE49-F238E27FC236}">
                  <a16:creationId xmlns:a16="http://schemas.microsoft.com/office/drawing/2014/main" id="{43EED8A7-1454-498E-861D-E1C38BFDC64B}"/>
                </a:ext>
              </a:extLst>
            </p:cNvPr>
            <p:cNvSpPr txBox="1"/>
            <p:nvPr/>
          </p:nvSpPr>
          <p:spPr>
            <a:xfrm>
              <a:off x="4184122" y="3517270"/>
              <a:ext cx="1494768" cy="369332"/>
            </a:xfrm>
            <a:prstGeom prst="rect">
              <a:avLst/>
            </a:prstGeom>
            <a:noFill/>
          </p:spPr>
          <p:txBody>
            <a:bodyPr wrap="none" rtlCol="0">
              <a:spAutoFit/>
            </a:bodyPr>
            <a:lstStyle/>
            <a:p>
              <a:r>
                <a:rPr lang="en-US" dirty="0"/>
                <a:t>Phentolamine</a:t>
              </a:r>
            </a:p>
          </p:txBody>
        </p:sp>
        <p:sp>
          <p:nvSpPr>
            <p:cNvPr id="138" name="Beta1 button">
              <a:extLst>
                <a:ext uri="{FF2B5EF4-FFF2-40B4-BE49-F238E27FC236}">
                  <a16:creationId xmlns:a16="http://schemas.microsoft.com/office/drawing/2014/main" id="{871C441F-796A-4D2A-A815-290C8445E0CA}"/>
                </a:ext>
              </a:extLst>
            </p:cNvPr>
            <p:cNvSpPr/>
            <p:nvPr/>
          </p:nvSpPr>
          <p:spPr>
            <a:xfrm>
              <a:off x="3311850" y="5026572"/>
              <a:ext cx="516708" cy="36933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l-GR" b="1" dirty="0">
                  <a:solidFill>
                    <a:schemeClr val="accent6"/>
                  </a:solidFill>
                </a:rPr>
                <a:t>β</a:t>
              </a:r>
              <a:r>
                <a:rPr lang="en-US" b="1" baseline="-25000" dirty="0">
                  <a:solidFill>
                    <a:schemeClr val="accent6"/>
                  </a:solidFill>
                </a:rPr>
                <a:t>1</a:t>
              </a:r>
              <a:endParaRPr lang="en-US" dirty="0">
                <a:solidFill>
                  <a:schemeClr val="accent6"/>
                </a:solidFill>
              </a:endParaRPr>
            </a:p>
          </p:txBody>
        </p:sp>
        <p:sp>
          <p:nvSpPr>
            <p:cNvPr id="139" name="Alpha1 button">
              <a:extLst>
                <a:ext uri="{FF2B5EF4-FFF2-40B4-BE49-F238E27FC236}">
                  <a16:creationId xmlns:a16="http://schemas.microsoft.com/office/drawing/2014/main" id="{ECEA5019-A46E-4A13-906C-9BB3798D707C}"/>
                </a:ext>
              </a:extLst>
            </p:cNvPr>
            <p:cNvSpPr txBox="1"/>
            <p:nvPr/>
          </p:nvSpPr>
          <p:spPr>
            <a:xfrm>
              <a:off x="3405822" y="3737969"/>
              <a:ext cx="61158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b="1" dirty="0">
                  <a:solidFill>
                    <a:srgbClr val="7030A0"/>
                  </a:solidFill>
                </a:rPr>
                <a:t>α</a:t>
              </a:r>
              <a:r>
                <a:rPr lang="en-US" b="1" baseline="-25000" dirty="0">
                  <a:solidFill>
                    <a:srgbClr val="7030A0"/>
                  </a:solidFill>
                </a:rPr>
                <a:t>1</a:t>
              </a:r>
              <a:endParaRPr lang="en-US" b="1" dirty="0">
                <a:solidFill>
                  <a:srgbClr val="7030A0"/>
                </a:solidFill>
              </a:endParaRPr>
            </a:p>
          </p:txBody>
        </p:sp>
        <p:sp>
          <p:nvSpPr>
            <p:cNvPr id="143" name="Beta2 button">
              <a:extLst>
                <a:ext uri="{FF2B5EF4-FFF2-40B4-BE49-F238E27FC236}">
                  <a16:creationId xmlns:a16="http://schemas.microsoft.com/office/drawing/2014/main" id="{64548A99-F5CE-4C41-8154-827A73A00D96}"/>
                </a:ext>
              </a:extLst>
            </p:cNvPr>
            <p:cNvSpPr/>
            <p:nvPr/>
          </p:nvSpPr>
          <p:spPr>
            <a:xfrm>
              <a:off x="3386294" y="4370339"/>
              <a:ext cx="389850" cy="369332"/>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b="1" dirty="0">
                  <a:solidFill>
                    <a:schemeClr val="accent1"/>
                  </a:solidFill>
                </a:rPr>
                <a:t>β</a:t>
              </a:r>
              <a:r>
                <a:rPr lang="en-US" b="1" baseline="-25000" dirty="0">
                  <a:solidFill>
                    <a:schemeClr val="accent1"/>
                  </a:solidFill>
                </a:rPr>
                <a:t>2</a:t>
              </a:r>
              <a:endParaRPr lang="en-US" dirty="0">
                <a:solidFill>
                  <a:schemeClr val="accent1"/>
                </a:solidFill>
              </a:endParaRPr>
            </a:p>
          </p:txBody>
        </p:sp>
        <p:grpSp>
          <p:nvGrpSpPr>
            <p:cNvPr id="144" name="Alpha1 affects">
              <a:extLst>
                <a:ext uri="{FF2B5EF4-FFF2-40B4-BE49-F238E27FC236}">
                  <a16:creationId xmlns:a16="http://schemas.microsoft.com/office/drawing/2014/main" id="{7951630D-B891-46E8-97E4-7EDAAF339274}"/>
                </a:ext>
              </a:extLst>
            </p:cNvPr>
            <p:cNvGrpSpPr/>
            <p:nvPr/>
          </p:nvGrpSpPr>
          <p:grpSpPr>
            <a:xfrm>
              <a:off x="2555780" y="4091890"/>
              <a:ext cx="610086" cy="430983"/>
              <a:chOff x="3207038" y="2028854"/>
              <a:chExt cx="885470" cy="677270"/>
            </a:xfrm>
          </p:grpSpPr>
          <p:cxnSp>
            <p:nvCxnSpPr>
              <p:cNvPr id="181" name="Straight Arrow Connector 180">
                <a:extLst>
                  <a:ext uri="{FF2B5EF4-FFF2-40B4-BE49-F238E27FC236}">
                    <a16:creationId xmlns:a16="http://schemas.microsoft.com/office/drawing/2014/main" id="{F3CF15F3-CBF9-4E8C-8141-826164C394AE}"/>
                  </a:ext>
                </a:extLst>
              </p:cNvPr>
              <p:cNvCxnSpPr>
                <a:cxnSpLocks/>
              </p:cNvCxnSpPr>
              <p:nvPr/>
            </p:nvCxnSpPr>
            <p:spPr>
              <a:xfrm flipV="1">
                <a:off x="3207038" y="2504656"/>
                <a:ext cx="274432" cy="201468"/>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Straight Arrow Connector 181">
                <a:extLst>
                  <a:ext uri="{FF2B5EF4-FFF2-40B4-BE49-F238E27FC236}">
                    <a16:creationId xmlns:a16="http://schemas.microsoft.com/office/drawing/2014/main" id="{C4A7F5E0-8D76-4A26-9977-4E21A1D60B45}"/>
                  </a:ext>
                </a:extLst>
              </p:cNvPr>
              <p:cNvCxnSpPr>
                <a:cxnSpLocks/>
              </p:cNvCxnSpPr>
              <p:nvPr/>
            </p:nvCxnSpPr>
            <p:spPr>
              <a:xfrm flipH="1">
                <a:off x="3840600" y="2028854"/>
                <a:ext cx="251908" cy="162687"/>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5" name="Beta2 affects">
              <a:extLst>
                <a:ext uri="{FF2B5EF4-FFF2-40B4-BE49-F238E27FC236}">
                  <a16:creationId xmlns:a16="http://schemas.microsoft.com/office/drawing/2014/main" id="{D908CEDA-69CA-48E4-843B-CBA8A63557B4}"/>
                </a:ext>
              </a:extLst>
            </p:cNvPr>
            <p:cNvGrpSpPr/>
            <p:nvPr/>
          </p:nvGrpSpPr>
          <p:grpSpPr>
            <a:xfrm rot="1323498">
              <a:off x="2835754" y="4459808"/>
              <a:ext cx="486658" cy="545456"/>
              <a:chOff x="3049507" y="1702919"/>
              <a:chExt cx="706328" cy="857160"/>
            </a:xfrm>
          </p:grpSpPr>
          <p:cxnSp>
            <p:nvCxnSpPr>
              <p:cNvPr id="178" name="Straight Arrow Connector 177">
                <a:extLst>
                  <a:ext uri="{FF2B5EF4-FFF2-40B4-BE49-F238E27FC236}">
                    <a16:creationId xmlns:a16="http://schemas.microsoft.com/office/drawing/2014/main" id="{7DA1519A-7EF9-4D62-BCBC-3B313D8DF1F7}"/>
                  </a:ext>
                </a:extLst>
              </p:cNvPr>
              <p:cNvCxnSpPr/>
              <p:nvPr/>
            </p:nvCxnSpPr>
            <p:spPr>
              <a:xfrm flipV="1">
                <a:off x="3567215" y="1702919"/>
                <a:ext cx="188620" cy="20705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Straight Arrow Connector 178">
                <a:extLst>
                  <a:ext uri="{FF2B5EF4-FFF2-40B4-BE49-F238E27FC236}">
                    <a16:creationId xmlns:a16="http://schemas.microsoft.com/office/drawing/2014/main" id="{372F052E-5A34-4C7F-9DE2-09A09826018F}"/>
                  </a:ext>
                </a:extLst>
              </p:cNvPr>
              <p:cNvCxnSpPr>
                <a:cxnSpLocks/>
              </p:cNvCxnSpPr>
              <p:nvPr/>
            </p:nvCxnSpPr>
            <p:spPr>
              <a:xfrm flipH="1">
                <a:off x="3049507" y="2342961"/>
                <a:ext cx="161835" cy="21711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6" name="Beta1 affects">
              <a:extLst>
                <a:ext uri="{FF2B5EF4-FFF2-40B4-BE49-F238E27FC236}">
                  <a16:creationId xmlns:a16="http://schemas.microsoft.com/office/drawing/2014/main" id="{CE8A7C14-A39E-4FAD-99CA-15E2515298F3}"/>
                </a:ext>
              </a:extLst>
            </p:cNvPr>
            <p:cNvGrpSpPr/>
            <p:nvPr/>
          </p:nvGrpSpPr>
          <p:grpSpPr>
            <a:xfrm>
              <a:off x="294237" y="4539291"/>
              <a:ext cx="2727232" cy="1868446"/>
              <a:chOff x="-75333" y="2731925"/>
              <a:chExt cx="3958262" cy="2936179"/>
            </a:xfrm>
          </p:grpSpPr>
          <p:sp>
            <p:nvSpPr>
              <p:cNvPr id="172" name="Freeform: Shape 171">
                <a:extLst>
                  <a:ext uri="{FF2B5EF4-FFF2-40B4-BE49-F238E27FC236}">
                    <a16:creationId xmlns:a16="http://schemas.microsoft.com/office/drawing/2014/main" id="{ECB9B46C-CBD6-4ED1-AAA3-D995DFB36ABD}"/>
                  </a:ext>
                </a:extLst>
              </p:cNvPr>
              <p:cNvSpPr/>
              <p:nvPr/>
            </p:nvSpPr>
            <p:spPr>
              <a:xfrm rot="2508813" flipV="1">
                <a:off x="925077" y="3287210"/>
                <a:ext cx="133899" cy="247594"/>
              </a:xfrm>
              <a:custGeom>
                <a:avLst/>
                <a:gdLst>
                  <a:gd name="connsiteX0" fmla="*/ 192991 w 192991"/>
                  <a:gd name="connsiteY0" fmla="*/ 304800 h 321908"/>
                  <a:gd name="connsiteX1" fmla="*/ 142191 w 192991"/>
                  <a:gd name="connsiteY1" fmla="*/ 304800 h 321908"/>
                  <a:gd name="connsiteX2" fmla="*/ 2491 w 192991"/>
                  <a:gd name="connsiteY2" fmla="*/ 127000 h 321908"/>
                  <a:gd name="connsiteX3" fmla="*/ 65991 w 192991"/>
                  <a:gd name="connsiteY3" fmla="*/ 0 h 321908"/>
                  <a:gd name="connsiteX0" fmla="*/ 192991 w 192991"/>
                  <a:gd name="connsiteY0" fmla="*/ 304800 h 304800"/>
                  <a:gd name="connsiteX1" fmla="*/ 2491 w 192991"/>
                  <a:gd name="connsiteY1" fmla="*/ 127000 h 304800"/>
                  <a:gd name="connsiteX2" fmla="*/ 65991 w 192991"/>
                  <a:gd name="connsiteY2" fmla="*/ 0 h 304800"/>
                  <a:gd name="connsiteX0" fmla="*/ 151532 w 151532"/>
                  <a:gd name="connsiteY0" fmla="*/ 304800 h 304800"/>
                  <a:gd name="connsiteX1" fmla="*/ 13615 w 151532"/>
                  <a:gd name="connsiteY1" fmla="*/ 206567 h 304800"/>
                  <a:gd name="connsiteX2" fmla="*/ 24532 w 151532"/>
                  <a:gd name="connsiteY2" fmla="*/ 0 h 304800"/>
                  <a:gd name="connsiteX0" fmla="*/ 147119 w 147119"/>
                  <a:gd name="connsiteY0" fmla="*/ 340967 h 340967"/>
                  <a:gd name="connsiteX1" fmla="*/ 9202 w 147119"/>
                  <a:gd name="connsiteY1" fmla="*/ 242734 h 340967"/>
                  <a:gd name="connsiteX2" fmla="*/ 37647 w 147119"/>
                  <a:gd name="connsiteY2" fmla="*/ 0 h 340967"/>
                  <a:gd name="connsiteX0" fmla="*/ 147119 w 147119"/>
                  <a:gd name="connsiteY0" fmla="*/ 340967 h 340967"/>
                  <a:gd name="connsiteX1" fmla="*/ 9202 w 147119"/>
                  <a:gd name="connsiteY1" fmla="*/ 206568 h 340967"/>
                  <a:gd name="connsiteX2" fmla="*/ 37647 w 147119"/>
                  <a:gd name="connsiteY2" fmla="*/ 0 h 340967"/>
                </a:gdLst>
                <a:ahLst/>
                <a:cxnLst>
                  <a:cxn ang="0">
                    <a:pos x="connsiteX0" y="connsiteY0"/>
                  </a:cxn>
                  <a:cxn ang="0">
                    <a:pos x="connsiteX1" y="connsiteY1"/>
                  </a:cxn>
                  <a:cxn ang="0">
                    <a:pos x="connsiteX2" y="connsiteY2"/>
                  </a:cxn>
                </a:cxnLst>
                <a:rect l="l" t="t" r="r" b="b"/>
                <a:pathLst>
                  <a:path w="147119" h="340967">
                    <a:moveTo>
                      <a:pt x="147119" y="340967"/>
                    </a:moveTo>
                    <a:cubicBezTo>
                      <a:pt x="107432" y="303925"/>
                      <a:pt x="27447" y="263396"/>
                      <a:pt x="9202" y="206568"/>
                    </a:cubicBezTo>
                    <a:cubicBezTo>
                      <a:pt x="-9043" y="149740"/>
                      <a:pt x="-453" y="38100"/>
                      <a:pt x="37647" y="0"/>
                    </a:cubicBezTo>
                  </a:path>
                </a:pathLst>
              </a:custGeom>
              <a:noFill/>
              <a:ln w="19050">
                <a:solidFill>
                  <a:schemeClr val="accent6"/>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73" name="Freeform: Shape 172">
                <a:extLst>
                  <a:ext uri="{FF2B5EF4-FFF2-40B4-BE49-F238E27FC236}">
                    <a16:creationId xmlns:a16="http://schemas.microsoft.com/office/drawing/2014/main" id="{AF37646B-8DE4-4D2F-9360-879EADC9B5D9}"/>
                  </a:ext>
                </a:extLst>
              </p:cNvPr>
              <p:cNvSpPr/>
              <p:nvPr/>
            </p:nvSpPr>
            <p:spPr>
              <a:xfrm rot="20449296" flipV="1">
                <a:off x="1273296" y="3562235"/>
                <a:ext cx="533573" cy="178635"/>
              </a:xfrm>
              <a:custGeom>
                <a:avLst/>
                <a:gdLst>
                  <a:gd name="connsiteX0" fmla="*/ 0 w 848360"/>
                  <a:gd name="connsiteY0" fmla="*/ 492760 h 492760"/>
                  <a:gd name="connsiteX1" fmla="*/ 91440 w 848360"/>
                  <a:gd name="connsiteY1" fmla="*/ 320040 h 492760"/>
                  <a:gd name="connsiteX2" fmla="*/ 269240 w 848360"/>
                  <a:gd name="connsiteY2" fmla="*/ 121920 h 492760"/>
                  <a:gd name="connsiteX3" fmla="*/ 523240 w 848360"/>
                  <a:gd name="connsiteY3" fmla="*/ 35560 h 492760"/>
                  <a:gd name="connsiteX4" fmla="*/ 848360 w 848360"/>
                  <a:gd name="connsiteY4" fmla="*/ 0 h 492760"/>
                  <a:gd name="connsiteX0" fmla="*/ 0 w 797740"/>
                  <a:gd name="connsiteY0" fmla="*/ 1000730 h 1000730"/>
                  <a:gd name="connsiteX1" fmla="*/ 40820 w 797740"/>
                  <a:gd name="connsiteY1" fmla="*/ 320040 h 1000730"/>
                  <a:gd name="connsiteX2" fmla="*/ 218620 w 797740"/>
                  <a:gd name="connsiteY2" fmla="*/ 121920 h 1000730"/>
                  <a:gd name="connsiteX3" fmla="*/ 472620 w 797740"/>
                  <a:gd name="connsiteY3" fmla="*/ 35560 h 1000730"/>
                  <a:gd name="connsiteX4" fmla="*/ 797740 w 797740"/>
                  <a:gd name="connsiteY4" fmla="*/ 0 h 1000730"/>
                  <a:gd name="connsiteX0" fmla="*/ 984 w 798724"/>
                  <a:gd name="connsiteY0" fmla="*/ 1000730 h 1000730"/>
                  <a:gd name="connsiteX1" fmla="*/ 41804 w 798724"/>
                  <a:gd name="connsiteY1" fmla="*/ 320040 h 1000730"/>
                  <a:gd name="connsiteX2" fmla="*/ 473604 w 798724"/>
                  <a:gd name="connsiteY2" fmla="*/ 35560 h 1000730"/>
                  <a:gd name="connsiteX3" fmla="*/ 798724 w 798724"/>
                  <a:gd name="connsiteY3" fmla="*/ 0 h 1000730"/>
                  <a:gd name="connsiteX0" fmla="*/ 0 w 797740"/>
                  <a:gd name="connsiteY0" fmla="*/ 1000730 h 1000730"/>
                  <a:gd name="connsiteX1" fmla="*/ 141371 w 797740"/>
                  <a:gd name="connsiteY1" fmla="*/ 137603 h 1000730"/>
                  <a:gd name="connsiteX2" fmla="*/ 472620 w 797740"/>
                  <a:gd name="connsiteY2" fmla="*/ 35560 h 1000730"/>
                  <a:gd name="connsiteX3" fmla="*/ 797740 w 797740"/>
                  <a:gd name="connsiteY3" fmla="*/ 0 h 1000730"/>
                  <a:gd name="connsiteX0" fmla="*/ 0 w 814383"/>
                  <a:gd name="connsiteY0" fmla="*/ 974669 h 974669"/>
                  <a:gd name="connsiteX1" fmla="*/ 141371 w 814383"/>
                  <a:gd name="connsiteY1" fmla="*/ 111542 h 974669"/>
                  <a:gd name="connsiteX2" fmla="*/ 472620 w 814383"/>
                  <a:gd name="connsiteY2" fmla="*/ 9499 h 974669"/>
                  <a:gd name="connsiteX3" fmla="*/ 814384 w 814383"/>
                  <a:gd name="connsiteY3" fmla="*/ 97361 h 974669"/>
                  <a:gd name="connsiteX0" fmla="*/ 0 w 814384"/>
                  <a:gd name="connsiteY0" fmla="*/ 1144043 h 1144043"/>
                  <a:gd name="connsiteX1" fmla="*/ 141371 w 814384"/>
                  <a:gd name="connsiteY1" fmla="*/ 280916 h 1144043"/>
                  <a:gd name="connsiteX2" fmla="*/ 466379 w 814384"/>
                  <a:gd name="connsiteY2" fmla="*/ 14 h 1144043"/>
                  <a:gd name="connsiteX3" fmla="*/ 814384 w 814384"/>
                  <a:gd name="connsiteY3" fmla="*/ 266735 h 1144043"/>
                  <a:gd name="connsiteX0" fmla="*/ 0 w 814384"/>
                  <a:gd name="connsiteY0" fmla="*/ 1144043 h 1144043"/>
                  <a:gd name="connsiteX1" fmla="*/ 141372 w 814384"/>
                  <a:gd name="connsiteY1" fmla="*/ 280915 h 1144043"/>
                  <a:gd name="connsiteX2" fmla="*/ 466379 w 814384"/>
                  <a:gd name="connsiteY2" fmla="*/ 14 h 1144043"/>
                  <a:gd name="connsiteX3" fmla="*/ 814384 w 814384"/>
                  <a:gd name="connsiteY3" fmla="*/ 266735 h 1144043"/>
                </a:gdLst>
                <a:ahLst/>
                <a:cxnLst>
                  <a:cxn ang="0">
                    <a:pos x="connsiteX0" y="connsiteY0"/>
                  </a:cxn>
                  <a:cxn ang="0">
                    <a:pos x="connsiteX1" y="connsiteY1"/>
                  </a:cxn>
                  <a:cxn ang="0">
                    <a:pos x="connsiteX2" y="connsiteY2"/>
                  </a:cxn>
                  <a:cxn ang="0">
                    <a:pos x="connsiteX3" y="connsiteY3"/>
                  </a:cxn>
                </a:cxnLst>
                <a:rect l="l" t="t" r="r" b="b"/>
                <a:pathLst>
                  <a:path w="814384" h="1144043">
                    <a:moveTo>
                      <a:pt x="0" y="1144043"/>
                    </a:moveTo>
                    <a:cubicBezTo>
                      <a:pt x="23283" y="1088586"/>
                      <a:pt x="63642" y="471586"/>
                      <a:pt x="141372" y="280915"/>
                    </a:cubicBezTo>
                    <a:cubicBezTo>
                      <a:pt x="219102" y="90244"/>
                      <a:pt x="354210" y="2377"/>
                      <a:pt x="466379" y="14"/>
                    </a:cubicBezTo>
                    <a:cubicBezTo>
                      <a:pt x="578548" y="-2349"/>
                      <a:pt x="700084" y="274355"/>
                      <a:pt x="814384" y="266735"/>
                    </a:cubicBezTo>
                  </a:path>
                </a:pathLst>
              </a:custGeom>
              <a:noFill/>
              <a:ln w="19050">
                <a:solidFill>
                  <a:schemeClr val="accent6"/>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cxnSp>
            <p:nvCxnSpPr>
              <p:cNvPr id="174" name="Straight Arrow Connector 173">
                <a:extLst>
                  <a:ext uri="{FF2B5EF4-FFF2-40B4-BE49-F238E27FC236}">
                    <a16:creationId xmlns:a16="http://schemas.microsoft.com/office/drawing/2014/main" id="{9509EE10-5C14-41C4-A569-D67CB96A63AE}"/>
                  </a:ext>
                </a:extLst>
              </p:cNvPr>
              <p:cNvCxnSpPr>
                <a:cxnSpLocks/>
              </p:cNvCxnSpPr>
              <p:nvPr/>
            </p:nvCxnSpPr>
            <p:spPr>
              <a:xfrm flipV="1">
                <a:off x="2224463" y="5188807"/>
                <a:ext cx="83118" cy="211368"/>
              </a:xfrm>
              <a:prstGeom prst="straightConnector1">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75" name="TextBox 22">
                <a:extLst>
                  <a:ext uri="{FF2B5EF4-FFF2-40B4-BE49-F238E27FC236}">
                    <a16:creationId xmlns:a16="http://schemas.microsoft.com/office/drawing/2014/main" id="{9B4173EC-DFBE-4594-9990-19F174E10359}"/>
                  </a:ext>
                </a:extLst>
              </p:cNvPr>
              <p:cNvSpPr txBox="1"/>
              <p:nvPr/>
            </p:nvSpPr>
            <p:spPr>
              <a:xfrm>
                <a:off x="1770620" y="5336820"/>
                <a:ext cx="1359804" cy="33128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accent6"/>
                    </a:solidFill>
                  </a:rPr>
                  <a:t>↑ contractility</a:t>
                </a:r>
              </a:p>
            </p:txBody>
          </p:sp>
          <p:sp>
            <p:nvSpPr>
              <p:cNvPr id="176" name="TextBox 23">
                <a:extLst>
                  <a:ext uri="{FF2B5EF4-FFF2-40B4-BE49-F238E27FC236}">
                    <a16:creationId xmlns:a16="http://schemas.microsoft.com/office/drawing/2014/main" id="{706825B7-3BC0-44E3-9C45-F01F2B9C7ECE}"/>
                  </a:ext>
                </a:extLst>
              </p:cNvPr>
              <p:cNvSpPr txBox="1"/>
              <p:nvPr/>
            </p:nvSpPr>
            <p:spPr>
              <a:xfrm>
                <a:off x="-75333" y="2731925"/>
                <a:ext cx="1180050" cy="53202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solidFill>
                      <a:schemeClr val="accent6"/>
                    </a:solidFill>
                  </a:rPr>
                  <a:t>↑ HR</a:t>
                </a:r>
              </a:p>
            </p:txBody>
          </p:sp>
          <p:cxnSp>
            <p:nvCxnSpPr>
              <p:cNvPr id="177" name="Straight Arrow Connector 176">
                <a:extLst>
                  <a:ext uri="{FF2B5EF4-FFF2-40B4-BE49-F238E27FC236}">
                    <a16:creationId xmlns:a16="http://schemas.microsoft.com/office/drawing/2014/main" id="{698E2EC2-FF03-4355-90FD-60F987BDB25E}"/>
                  </a:ext>
                </a:extLst>
              </p:cNvPr>
              <p:cNvCxnSpPr>
                <a:cxnSpLocks/>
              </p:cNvCxnSpPr>
              <p:nvPr/>
            </p:nvCxnSpPr>
            <p:spPr>
              <a:xfrm flipH="1">
                <a:off x="3577280" y="3842818"/>
                <a:ext cx="305649" cy="0"/>
              </a:xfrm>
              <a:prstGeom prst="straightConnector1">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7" name="Heart">
              <a:extLst>
                <a:ext uri="{FF2B5EF4-FFF2-40B4-BE49-F238E27FC236}">
                  <a16:creationId xmlns:a16="http://schemas.microsoft.com/office/drawing/2014/main" id="{B3906316-1FDC-4477-9B11-734193EA9017}"/>
                </a:ext>
              </a:extLst>
            </p:cNvPr>
            <p:cNvGrpSpPr/>
            <p:nvPr/>
          </p:nvGrpSpPr>
          <p:grpSpPr>
            <a:xfrm>
              <a:off x="820900" y="3882143"/>
              <a:ext cx="2427560" cy="2557310"/>
              <a:chOff x="689057" y="1699246"/>
              <a:chExt cx="3523324" cy="4018698"/>
            </a:xfrm>
          </p:grpSpPr>
          <p:grpSp>
            <p:nvGrpSpPr>
              <p:cNvPr id="154" name="Group 153">
                <a:extLst>
                  <a:ext uri="{FF2B5EF4-FFF2-40B4-BE49-F238E27FC236}">
                    <a16:creationId xmlns:a16="http://schemas.microsoft.com/office/drawing/2014/main" id="{B7793C9F-CED5-496C-827C-84E38F49E220}"/>
                  </a:ext>
                </a:extLst>
              </p:cNvPr>
              <p:cNvGrpSpPr/>
              <p:nvPr/>
            </p:nvGrpSpPr>
            <p:grpSpPr>
              <a:xfrm>
                <a:off x="689057" y="1699246"/>
                <a:ext cx="3523324" cy="3522689"/>
                <a:chOff x="1358280" y="98521"/>
                <a:chExt cx="4894645" cy="4656742"/>
              </a:xfrm>
            </p:grpSpPr>
            <p:sp>
              <p:nvSpPr>
                <p:cNvPr id="159" name="Freeform: Shape 158">
                  <a:extLst>
                    <a:ext uri="{FF2B5EF4-FFF2-40B4-BE49-F238E27FC236}">
                      <a16:creationId xmlns:a16="http://schemas.microsoft.com/office/drawing/2014/main" id="{14C063CF-CC62-49F4-B578-D4CA8027CFBB}"/>
                    </a:ext>
                  </a:extLst>
                </p:cNvPr>
                <p:cNvSpPr/>
                <p:nvPr/>
              </p:nvSpPr>
              <p:spPr>
                <a:xfrm>
                  <a:off x="1358280" y="1000343"/>
                  <a:ext cx="4103203" cy="3754920"/>
                </a:xfrm>
                <a:custGeom>
                  <a:avLst/>
                  <a:gdLst>
                    <a:gd name="connsiteX0" fmla="*/ 1449324 w 4085925"/>
                    <a:gd name="connsiteY0" fmla="*/ 1524140 h 4188696"/>
                    <a:gd name="connsiteX1" fmla="*/ 1246124 w 4085925"/>
                    <a:gd name="connsiteY1" fmla="*/ 1308240 h 4188696"/>
                    <a:gd name="connsiteX2" fmla="*/ 496824 w 4085925"/>
                    <a:gd name="connsiteY2" fmla="*/ 1079640 h 4188696"/>
                    <a:gd name="connsiteX3" fmla="*/ 1524 w 4085925"/>
                    <a:gd name="connsiteY3" fmla="*/ 1752740 h 4188696"/>
                    <a:gd name="connsiteX4" fmla="*/ 369824 w 4085925"/>
                    <a:gd name="connsiteY4" fmla="*/ 2463940 h 4188696"/>
                    <a:gd name="connsiteX5" fmla="*/ 1119124 w 4085925"/>
                    <a:gd name="connsiteY5" fmla="*/ 2502040 h 4188696"/>
                    <a:gd name="connsiteX6" fmla="*/ 1144524 w 4085925"/>
                    <a:gd name="connsiteY6" fmla="*/ 2463940 h 4188696"/>
                    <a:gd name="connsiteX7" fmla="*/ 1017524 w 4085925"/>
                    <a:gd name="connsiteY7" fmla="*/ 2908440 h 4188696"/>
                    <a:gd name="connsiteX8" fmla="*/ 1169924 w 4085925"/>
                    <a:gd name="connsiteY8" fmla="*/ 3860940 h 4188696"/>
                    <a:gd name="connsiteX9" fmla="*/ 3214624 w 4085925"/>
                    <a:gd name="connsiteY9" fmla="*/ 4178440 h 4188696"/>
                    <a:gd name="connsiteX10" fmla="*/ 4002024 w 4085925"/>
                    <a:gd name="connsiteY10" fmla="*/ 3543440 h 4188696"/>
                    <a:gd name="connsiteX11" fmla="*/ 3925824 w 4085925"/>
                    <a:gd name="connsiteY11" fmla="*/ 1778140 h 4188696"/>
                    <a:gd name="connsiteX12" fmla="*/ 2782824 w 4085925"/>
                    <a:gd name="connsiteY12" fmla="*/ 901840 h 4188696"/>
                    <a:gd name="connsiteX13" fmla="*/ 2097024 w 4085925"/>
                    <a:gd name="connsiteY13" fmla="*/ 1155840 h 4188696"/>
                    <a:gd name="connsiteX14" fmla="*/ 2122424 w 4085925"/>
                    <a:gd name="connsiteY14" fmla="*/ 1066940 h 4188696"/>
                    <a:gd name="connsiteX15" fmla="*/ 1995424 w 4085925"/>
                    <a:gd name="connsiteY15" fmla="*/ 381140 h 4188696"/>
                    <a:gd name="connsiteX16" fmla="*/ 1258824 w 4085925"/>
                    <a:gd name="connsiteY16" fmla="*/ 140 h 4188696"/>
                    <a:gd name="connsiteX17" fmla="*/ 700024 w 4085925"/>
                    <a:gd name="connsiteY17" fmla="*/ 343040 h 4188696"/>
                    <a:gd name="connsiteX18" fmla="*/ 636524 w 4085925"/>
                    <a:gd name="connsiteY18" fmla="*/ 838340 h 4188696"/>
                    <a:gd name="connsiteX19" fmla="*/ 700024 w 4085925"/>
                    <a:gd name="connsiteY19" fmla="*/ 1041540 h 4188696"/>
                    <a:gd name="connsiteX0" fmla="*/ 1449324 w 4085925"/>
                    <a:gd name="connsiteY0" fmla="*/ 1524140 h 4188696"/>
                    <a:gd name="connsiteX1" fmla="*/ 1246124 w 4085925"/>
                    <a:gd name="connsiteY1" fmla="*/ 1308240 h 4188696"/>
                    <a:gd name="connsiteX2" fmla="*/ 496824 w 4085925"/>
                    <a:gd name="connsiteY2" fmla="*/ 1079640 h 4188696"/>
                    <a:gd name="connsiteX3" fmla="*/ 1524 w 4085925"/>
                    <a:gd name="connsiteY3" fmla="*/ 1752740 h 4188696"/>
                    <a:gd name="connsiteX4" fmla="*/ 369824 w 4085925"/>
                    <a:gd name="connsiteY4" fmla="*/ 2463940 h 4188696"/>
                    <a:gd name="connsiteX5" fmla="*/ 1119124 w 4085925"/>
                    <a:gd name="connsiteY5" fmla="*/ 2502040 h 4188696"/>
                    <a:gd name="connsiteX6" fmla="*/ 1398524 w 4085925"/>
                    <a:gd name="connsiteY6" fmla="*/ 2590940 h 4188696"/>
                    <a:gd name="connsiteX7" fmla="*/ 1017524 w 4085925"/>
                    <a:gd name="connsiteY7" fmla="*/ 2908440 h 4188696"/>
                    <a:gd name="connsiteX8" fmla="*/ 1169924 w 4085925"/>
                    <a:gd name="connsiteY8" fmla="*/ 3860940 h 4188696"/>
                    <a:gd name="connsiteX9" fmla="*/ 3214624 w 4085925"/>
                    <a:gd name="connsiteY9" fmla="*/ 4178440 h 4188696"/>
                    <a:gd name="connsiteX10" fmla="*/ 4002024 w 4085925"/>
                    <a:gd name="connsiteY10" fmla="*/ 3543440 h 4188696"/>
                    <a:gd name="connsiteX11" fmla="*/ 3925824 w 4085925"/>
                    <a:gd name="connsiteY11" fmla="*/ 1778140 h 4188696"/>
                    <a:gd name="connsiteX12" fmla="*/ 2782824 w 4085925"/>
                    <a:gd name="connsiteY12" fmla="*/ 901840 h 4188696"/>
                    <a:gd name="connsiteX13" fmla="*/ 2097024 w 4085925"/>
                    <a:gd name="connsiteY13" fmla="*/ 1155840 h 4188696"/>
                    <a:gd name="connsiteX14" fmla="*/ 2122424 w 4085925"/>
                    <a:gd name="connsiteY14" fmla="*/ 1066940 h 4188696"/>
                    <a:gd name="connsiteX15" fmla="*/ 1995424 w 4085925"/>
                    <a:gd name="connsiteY15" fmla="*/ 381140 h 4188696"/>
                    <a:gd name="connsiteX16" fmla="*/ 1258824 w 4085925"/>
                    <a:gd name="connsiteY16" fmla="*/ 140 h 4188696"/>
                    <a:gd name="connsiteX17" fmla="*/ 700024 w 4085925"/>
                    <a:gd name="connsiteY17" fmla="*/ 343040 h 4188696"/>
                    <a:gd name="connsiteX18" fmla="*/ 636524 w 4085925"/>
                    <a:gd name="connsiteY18" fmla="*/ 838340 h 4188696"/>
                    <a:gd name="connsiteX19" fmla="*/ 700024 w 4085925"/>
                    <a:gd name="connsiteY19" fmla="*/ 1041540 h 4188696"/>
                    <a:gd name="connsiteX0" fmla="*/ 1449324 w 4085925"/>
                    <a:gd name="connsiteY0" fmla="*/ 1524140 h 4188696"/>
                    <a:gd name="connsiteX1" fmla="*/ 1246124 w 4085925"/>
                    <a:gd name="connsiteY1" fmla="*/ 1308240 h 4188696"/>
                    <a:gd name="connsiteX2" fmla="*/ 496824 w 4085925"/>
                    <a:gd name="connsiteY2" fmla="*/ 1079640 h 4188696"/>
                    <a:gd name="connsiteX3" fmla="*/ 1524 w 4085925"/>
                    <a:gd name="connsiteY3" fmla="*/ 1752740 h 4188696"/>
                    <a:gd name="connsiteX4" fmla="*/ 369824 w 4085925"/>
                    <a:gd name="connsiteY4" fmla="*/ 2463940 h 4188696"/>
                    <a:gd name="connsiteX5" fmla="*/ 1119124 w 4085925"/>
                    <a:gd name="connsiteY5" fmla="*/ 2502040 h 4188696"/>
                    <a:gd name="connsiteX6" fmla="*/ 1398524 w 4085925"/>
                    <a:gd name="connsiteY6" fmla="*/ 2590940 h 4188696"/>
                    <a:gd name="connsiteX7" fmla="*/ 1017524 w 4085925"/>
                    <a:gd name="connsiteY7" fmla="*/ 2908440 h 4188696"/>
                    <a:gd name="connsiteX8" fmla="*/ 1169924 w 4085925"/>
                    <a:gd name="connsiteY8" fmla="*/ 3860940 h 4188696"/>
                    <a:gd name="connsiteX9" fmla="*/ 3214624 w 4085925"/>
                    <a:gd name="connsiteY9" fmla="*/ 4178440 h 4188696"/>
                    <a:gd name="connsiteX10" fmla="*/ 4002024 w 4085925"/>
                    <a:gd name="connsiteY10" fmla="*/ 3543440 h 4188696"/>
                    <a:gd name="connsiteX11" fmla="*/ 3925824 w 4085925"/>
                    <a:gd name="connsiteY11" fmla="*/ 1778140 h 4188696"/>
                    <a:gd name="connsiteX12" fmla="*/ 2782824 w 4085925"/>
                    <a:gd name="connsiteY12" fmla="*/ 901840 h 4188696"/>
                    <a:gd name="connsiteX13" fmla="*/ 2097024 w 4085925"/>
                    <a:gd name="connsiteY13" fmla="*/ 1155840 h 4188696"/>
                    <a:gd name="connsiteX14" fmla="*/ 2122424 w 4085925"/>
                    <a:gd name="connsiteY14" fmla="*/ 1066940 h 4188696"/>
                    <a:gd name="connsiteX15" fmla="*/ 1995424 w 4085925"/>
                    <a:gd name="connsiteY15" fmla="*/ 381140 h 4188696"/>
                    <a:gd name="connsiteX16" fmla="*/ 1258824 w 4085925"/>
                    <a:gd name="connsiteY16" fmla="*/ 140 h 4188696"/>
                    <a:gd name="connsiteX17" fmla="*/ 700024 w 4085925"/>
                    <a:gd name="connsiteY17" fmla="*/ 343040 h 4188696"/>
                    <a:gd name="connsiteX18" fmla="*/ 636524 w 4085925"/>
                    <a:gd name="connsiteY18" fmla="*/ 838340 h 4188696"/>
                    <a:gd name="connsiteX19" fmla="*/ 700024 w 4085925"/>
                    <a:gd name="connsiteY19" fmla="*/ 1041540 h 4188696"/>
                    <a:gd name="connsiteX0" fmla="*/ 1449324 w 4085925"/>
                    <a:gd name="connsiteY0" fmla="*/ 1524140 h 4188696"/>
                    <a:gd name="connsiteX1" fmla="*/ 1246124 w 4085925"/>
                    <a:gd name="connsiteY1" fmla="*/ 1308240 h 4188696"/>
                    <a:gd name="connsiteX2" fmla="*/ 496824 w 4085925"/>
                    <a:gd name="connsiteY2" fmla="*/ 1079640 h 4188696"/>
                    <a:gd name="connsiteX3" fmla="*/ 1524 w 4085925"/>
                    <a:gd name="connsiteY3" fmla="*/ 1752740 h 4188696"/>
                    <a:gd name="connsiteX4" fmla="*/ 369824 w 4085925"/>
                    <a:gd name="connsiteY4" fmla="*/ 2463940 h 4188696"/>
                    <a:gd name="connsiteX5" fmla="*/ 1119124 w 4085925"/>
                    <a:gd name="connsiteY5" fmla="*/ 2502040 h 4188696"/>
                    <a:gd name="connsiteX6" fmla="*/ 1398524 w 4085925"/>
                    <a:gd name="connsiteY6" fmla="*/ 2590940 h 4188696"/>
                    <a:gd name="connsiteX7" fmla="*/ 1017524 w 4085925"/>
                    <a:gd name="connsiteY7" fmla="*/ 2908440 h 4188696"/>
                    <a:gd name="connsiteX8" fmla="*/ 1169924 w 4085925"/>
                    <a:gd name="connsiteY8" fmla="*/ 3860940 h 4188696"/>
                    <a:gd name="connsiteX9" fmla="*/ 3214624 w 4085925"/>
                    <a:gd name="connsiteY9" fmla="*/ 4178440 h 4188696"/>
                    <a:gd name="connsiteX10" fmla="*/ 4002024 w 4085925"/>
                    <a:gd name="connsiteY10" fmla="*/ 3543440 h 4188696"/>
                    <a:gd name="connsiteX11" fmla="*/ 3925824 w 4085925"/>
                    <a:gd name="connsiteY11" fmla="*/ 1778140 h 4188696"/>
                    <a:gd name="connsiteX12" fmla="*/ 2782824 w 4085925"/>
                    <a:gd name="connsiteY12" fmla="*/ 901840 h 4188696"/>
                    <a:gd name="connsiteX13" fmla="*/ 2097024 w 4085925"/>
                    <a:gd name="connsiteY13" fmla="*/ 1155840 h 4188696"/>
                    <a:gd name="connsiteX14" fmla="*/ 2122424 w 4085925"/>
                    <a:gd name="connsiteY14" fmla="*/ 1066940 h 4188696"/>
                    <a:gd name="connsiteX15" fmla="*/ 1995424 w 4085925"/>
                    <a:gd name="connsiteY15" fmla="*/ 381140 h 4188696"/>
                    <a:gd name="connsiteX16" fmla="*/ 1258824 w 4085925"/>
                    <a:gd name="connsiteY16" fmla="*/ 140 h 4188696"/>
                    <a:gd name="connsiteX17" fmla="*/ 700024 w 4085925"/>
                    <a:gd name="connsiteY17" fmla="*/ 343040 h 4188696"/>
                    <a:gd name="connsiteX18" fmla="*/ 636524 w 4085925"/>
                    <a:gd name="connsiteY18" fmla="*/ 838340 h 4188696"/>
                    <a:gd name="connsiteX19" fmla="*/ 700024 w 4085925"/>
                    <a:gd name="connsiteY19" fmla="*/ 1041540 h 4188696"/>
                    <a:gd name="connsiteX0" fmla="*/ 1449324 w 4085925"/>
                    <a:gd name="connsiteY0" fmla="*/ 1524140 h 4188696"/>
                    <a:gd name="connsiteX1" fmla="*/ 1246124 w 4085925"/>
                    <a:gd name="connsiteY1" fmla="*/ 1308240 h 4188696"/>
                    <a:gd name="connsiteX2" fmla="*/ 496824 w 4085925"/>
                    <a:gd name="connsiteY2" fmla="*/ 1079640 h 4188696"/>
                    <a:gd name="connsiteX3" fmla="*/ 1524 w 4085925"/>
                    <a:gd name="connsiteY3" fmla="*/ 1752740 h 4188696"/>
                    <a:gd name="connsiteX4" fmla="*/ 369824 w 4085925"/>
                    <a:gd name="connsiteY4" fmla="*/ 2463940 h 4188696"/>
                    <a:gd name="connsiteX5" fmla="*/ 1119124 w 4085925"/>
                    <a:gd name="connsiteY5" fmla="*/ 2502040 h 4188696"/>
                    <a:gd name="connsiteX6" fmla="*/ 1398524 w 4085925"/>
                    <a:gd name="connsiteY6" fmla="*/ 2590940 h 4188696"/>
                    <a:gd name="connsiteX7" fmla="*/ 1017524 w 4085925"/>
                    <a:gd name="connsiteY7" fmla="*/ 2908440 h 4188696"/>
                    <a:gd name="connsiteX8" fmla="*/ 1169924 w 4085925"/>
                    <a:gd name="connsiteY8" fmla="*/ 3860940 h 4188696"/>
                    <a:gd name="connsiteX9" fmla="*/ 3214624 w 4085925"/>
                    <a:gd name="connsiteY9" fmla="*/ 4178440 h 4188696"/>
                    <a:gd name="connsiteX10" fmla="*/ 4002024 w 4085925"/>
                    <a:gd name="connsiteY10" fmla="*/ 3543440 h 4188696"/>
                    <a:gd name="connsiteX11" fmla="*/ 3925824 w 4085925"/>
                    <a:gd name="connsiteY11" fmla="*/ 1778140 h 4188696"/>
                    <a:gd name="connsiteX12" fmla="*/ 2782824 w 4085925"/>
                    <a:gd name="connsiteY12" fmla="*/ 901840 h 4188696"/>
                    <a:gd name="connsiteX13" fmla="*/ 2097024 w 4085925"/>
                    <a:gd name="connsiteY13" fmla="*/ 1155840 h 4188696"/>
                    <a:gd name="connsiteX14" fmla="*/ 2122424 w 4085925"/>
                    <a:gd name="connsiteY14" fmla="*/ 1066940 h 4188696"/>
                    <a:gd name="connsiteX15" fmla="*/ 1995424 w 4085925"/>
                    <a:gd name="connsiteY15" fmla="*/ 381140 h 4188696"/>
                    <a:gd name="connsiteX16" fmla="*/ 1258824 w 4085925"/>
                    <a:gd name="connsiteY16" fmla="*/ 140 h 4188696"/>
                    <a:gd name="connsiteX17" fmla="*/ 700024 w 4085925"/>
                    <a:gd name="connsiteY17" fmla="*/ 343040 h 4188696"/>
                    <a:gd name="connsiteX18" fmla="*/ 636524 w 4085925"/>
                    <a:gd name="connsiteY18" fmla="*/ 838340 h 4188696"/>
                    <a:gd name="connsiteX19" fmla="*/ 700024 w 4085925"/>
                    <a:gd name="connsiteY19" fmla="*/ 1041540 h 4188696"/>
                    <a:gd name="connsiteX0" fmla="*/ 1449324 w 4085925"/>
                    <a:gd name="connsiteY0" fmla="*/ 1524140 h 4188696"/>
                    <a:gd name="connsiteX1" fmla="*/ 1246124 w 4085925"/>
                    <a:gd name="connsiteY1" fmla="*/ 1308240 h 4188696"/>
                    <a:gd name="connsiteX2" fmla="*/ 496824 w 4085925"/>
                    <a:gd name="connsiteY2" fmla="*/ 1079640 h 4188696"/>
                    <a:gd name="connsiteX3" fmla="*/ 1524 w 4085925"/>
                    <a:gd name="connsiteY3" fmla="*/ 1752740 h 4188696"/>
                    <a:gd name="connsiteX4" fmla="*/ 369824 w 4085925"/>
                    <a:gd name="connsiteY4" fmla="*/ 2463940 h 4188696"/>
                    <a:gd name="connsiteX5" fmla="*/ 1119124 w 4085925"/>
                    <a:gd name="connsiteY5" fmla="*/ 2502040 h 4188696"/>
                    <a:gd name="connsiteX6" fmla="*/ 1284224 w 4085925"/>
                    <a:gd name="connsiteY6" fmla="*/ 2451240 h 4188696"/>
                    <a:gd name="connsiteX7" fmla="*/ 1017524 w 4085925"/>
                    <a:gd name="connsiteY7" fmla="*/ 2908440 h 4188696"/>
                    <a:gd name="connsiteX8" fmla="*/ 1169924 w 4085925"/>
                    <a:gd name="connsiteY8" fmla="*/ 3860940 h 4188696"/>
                    <a:gd name="connsiteX9" fmla="*/ 3214624 w 4085925"/>
                    <a:gd name="connsiteY9" fmla="*/ 4178440 h 4188696"/>
                    <a:gd name="connsiteX10" fmla="*/ 4002024 w 4085925"/>
                    <a:gd name="connsiteY10" fmla="*/ 3543440 h 4188696"/>
                    <a:gd name="connsiteX11" fmla="*/ 3925824 w 4085925"/>
                    <a:gd name="connsiteY11" fmla="*/ 1778140 h 4188696"/>
                    <a:gd name="connsiteX12" fmla="*/ 2782824 w 4085925"/>
                    <a:gd name="connsiteY12" fmla="*/ 901840 h 4188696"/>
                    <a:gd name="connsiteX13" fmla="*/ 2097024 w 4085925"/>
                    <a:gd name="connsiteY13" fmla="*/ 1155840 h 4188696"/>
                    <a:gd name="connsiteX14" fmla="*/ 2122424 w 4085925"/>
                    <a:gd name="connsiteY14" fmla="*/ 1066940 h 4188696"/>
                    <a:gd name="connsiteX15" fmla="*/ 1995424 w 4085925"/>
                    <a:gd name="connsiteY15" fmla="*/ 381140 h 4188696"/>
                    <a:gd name="connsiteX16" fmla="*/ 1258824 w 4085925"/>
                    <a:gd name="connsiteY16" fmla="*/ 140 h 4188696"/>
                    <a:gd name="connsiteX17" fmla="*/ 700024 w 4085925"/>
                    <a:gd name="connsiteY17" fmla="*/ 343040 h 4188696"/>
                    <a:gd name="connsiteX18" fmla="*/ 636524 w 4085925"/>
                    <a:gd name="connsiteY18" fmla="*/ 838340 h 4188696"/>
                    <a:gd name="connsiteX19" fmla="*/ 700024 w 4085925"/>
                    <a:gd name="connsiteY19" fmla="*/ 1041540 h 4188696"/>
                    <a:gd name="connsiteX0" fmla="*/ 1449324 w 4085925"/>
                    <a:gd name="connsiteY0" fmla="*/ 1524140 h 4182003"/>
                    <a:gd name="connsiteX1" fmla="*/ 1246124 w 4085925"/>
                    <a:gd name="connsiteY1" fmla="*/ 1308240 h 4182003"/>
                    <a:gd name="connsiteX2" fmla="*/ 496824 w 4085925"/>
                    <a:gd name="connsiteY2" fmla="*/ 1079640 h 4182003"/>
                    <a:gd name="connsiteX3" fmla="*/ 1524 w 4085925"/>
                    <a:gd name="connsiteY3" fmla="*/ 1752740 h 4182003"/>
                    <a:gd name="connsiteX4" fmla="*/ 369824 w 4085925"/>
                    <a:gd name="connsiteY4" fmla="*/ 2463940 h 4182003"/>
                    <a:gd name="connsiteX5" fmla="*/ 1119124 w 4085925"/>
                    <a:gd name="connsiteY5" fmla="*/ 2502040 h 4182003"/>
                    <a:gd name="connsiteX6" fmla="*/ 1284224 w 4085925"/>
                    <a:gd name="connsiteY6" fmla="*/ 2451240 h 4182003"/>
                    <a:gd name="connsiteX7" fmla="*/ 1017524 w 4085925"/>
                    <a:gd name="connsiteY7" fmla="*/ 2908440 h 4182003"/>
                    <a:gd name="connsiteX8" fmla="*/ 1639824 w 4085925"/>
                    <a:gd name="connsiteY8" fmla="*/ 3759340 h 4182003"/>
                    <a:gd name="connsiteX9" fmla="*/ 3214624 w 4085925"/>
                    <a:gd name="connsiteY9" fmla="*/ 4178440 h 4182003"/>
                    <a:gd name="connsiteX10" fmla="*/ 4002024 w 4085925"/>
                    <a:gd name="connsiteY10" fmla="*/ 3543440 h 4182003"/>
                    <a:gd name="connsiteX11" fmla="*/ 3925824 w 4085925"/>
                    <a:gd name="connsiteY11" fmla="*/ 1778140 h 4182003"/>
                    <a:gd name="connsiteX12" fmla="*/ 2782824 w 4085925"/>
                    <a:gd name="connsiteY12" fmla="*/ 901840 h 4182003"/>
                    <a:gd name="connsiteX13" fmla="*/ 2097024 w 4085925"/>
                    <a:gd name="connsiteY13" fmla="*/ 1155840 h 4182003"/>
                    <a:gd name="connsiteX14" fmla="*/ 2122424 w 4085925"/>
                    <a:gd name="connsiteY14" fmla="*/ 1066940 h 4182003"/>
                    <a:gd name="connsiteX15" fmla="*/ 1995424 w 4085925"/>
                    <a:gd name="connsiteY15" fmla="*/ 381140 h 4182003"/>
                    <a:gd name="connsiteX16" fmla="*/ 1258824 w 4085925"/>
                    <a:gd name="connsiteY16" fmla="*/ 140 h 4182003"/>
                    <a:gd name="connsiteX17" fmla="*/ 700024 w 4085925"/>
                    <a:gd name="connsiteY17" fmla="*/ 343040 h 4182003"/>
                    <a:gd name="connsiteX18" fmla="*/ 636524 w 4085925"/>
                    <a:gd name="connsiteY18" fmla="*/ 838340 h 4182003"/>
                    <a:gd name="connsiteX19" fmla="*/ 700024 w 4085925"/>
                    <a:gd name="connsiteY19" fmla="*/ 1041540 h 4182003"/>
                    <a:gd name="connsiteX0" fmla="*/ 1449324 w 4085925"/>
                    <a:gd name="connsiteY0" fmla="*/ 1524920 h 4182783"/>
                    <a:gd name="connsiteX1" fmla="*/ 1246124 w 4085925"/>
                    <a:gd name="connsiteY1" fmla="*/ 1309020 h 4182783"/>
                    <a:gd name="connsiteX2" fmla="*/ 496824 w 4085925"/>
                    <a:gd name="connsiteY2" fmla="*/ 1080420 h 4182783"/>
                    <a:gd name="connsiteX3" fmla="*/ 1524 w 4085925"/>
                    <a:gd name="connsiteY3" fmla="*/ 1753520 h 4182783"/>
                    <a:gd name="connsiteX4" fmla="*/ 369824 w 4085925"/>
                    <a:gd name="connsiteY4" fmla="*/ 2464720 h 4182783"/>
                    <a:gd name="connsiteX5" fmla="*/ 1119124 w 4085925"/>
                    <a:gd name="connsiteY5" fmla="*/ 2502820 h 4182783"/>
                    <a:gd name="connsiteX6" fmla="*/ 1284224 w 4085925"/>
                    <a:gd name="connsiteY6" fmla="*/ 2452020 h 4182783"/>
                    <a:gd name="connsiteX7" fmla="*/ 1017524 w 4085925"/>
                    <a:gd name="connsiteY7" fmla="*/ 2909220 h 4182783"/>
                    <a:gd name="connsiteX8" fmla="*/ 1639824 w 4085925"/>
                    <a:gd name="connsiteY8" fmla="*/ 3760120 h 4182783"/>
                    <a:gd name="connsiteX9" fmla="*/ 3214624 w 4085925"/>
                    <a:gd name="connsiteY9" fmla="*/ 4179220 h 4182783"/>
                    <a:gd name="connsiteX10" fmla="*/ 4002024 w 4085925"/>
                    <a:gd name="connsiteY10" fmla="*/ 3544220 h 4182783"/>
                    <a:gd name="connsiteX11" fmla="*/ 3925824 w 4085925"/>
                    <a:gd name="connsiteY11" fmla="*/ 1778920 h 4182783"/>
                    <a:gd name="connsiteX12" fmla="*/ 2782824 w 4085925"/>
                    <a:gd name="connsiteY12" fmla="*/ 902620 h 4182783"/>
                    <a:gd name="connsiteX13" fmla="*/ 2097024 w 4085925"/>
                    <a:gd name="connsiteY13" fmla="*/ 1156620 h 4182783"/>
                    <a:gd name="connsiteX14" fmla="*/ 2122424 w 4085925"/>
                    <a:gd name="connsiteY14" fmla="*/ 1067720 h 4182783"/>
                    <a:gd name="connsiteX15" fmla="*/ 1995424 w 4085925"/>
                    <a:gd name="connsiteY15" fmla="*/ 381920 h 4182783"/>
                    <a:gd name="connsiteX16" fmla="*/ 1258824 w 4085925"/>
                    <a:gd name="connsiteY16" fmla="*/ 920 h 4182783"/>
                    <a:gd name="connsiteX17" fmla="*/ 865124 w 4085925"/>
                    <a:gd name="connsiteY17" fmla="*/ 483520 h 4182783"/>
                    <a:gd name="connsiteX18" fmla="*/ 636524 w 4085925"/>
                    <a:gd name="connsiteY18" fmla="*/ 839120 h 4182783"/>
                    <a:gd name="connsiteX19" fmla="*/ 700024 w 4085925"/>
                    <a:gd name="connsiteY19" fmla="*/ 1042320 h 4182783"/>
                    <a:gd name="connsiteX0" fmla="*/ 1449324 w 4085925"/>
                    <a:gd name="connsiteY0" fmla="*/ 1236325 h 3894188"/>
                    <a:gd name="connsiteX1" fmla="*/ 1246124 w 4085925"/>
                    <a:gd name="connsiteY1" fmla="*/ 1020425 h 3894188"/>
                    <a:gd name="connsiteX2" fmla="*/ 496824 w 4085925"/>
                    <a:gd name="connsiteY2" fmla="*/ 791825 h 3894188"/>
                    <a:gd name="connsiteX3" fmla="*/ 1524 w 4085925"/>
                    <a:gd name="connsiteY3" fmla="*/ 1464925 h 3894188"/>
                    <a:gd name="connsiteX4" fmla="*/ 369824 w 4085925"/>
                    <a:gd name="connsiteY4" fmla="*/ 2176125 h 3894188"/>
                    <a:gd name="connsiteX5" fmla="*/ 1119124 w 4085925"/>
                    <a:gd name="connsiteY5" fmla="*/ 2214225 h 3894188"/>
                    <a:gd name="connsiteX6" fmla="*/ 1284224 w 4085925"/>
                    <a:gd name="connsiteY6" fmla="*/ 2163425 h 3894188"/>
                    <a:gd name="connsiteX7" fmla="*/ 1017524 w 4085925"/>
                    <a:gd name="connsiteY7" fmla="*/ 2620625 h 3894188"/>
                    <a:gd name="connsiteX8" fmla="*/ 1639824 w 4085925"/>
                    <a:gd name="connsiteY8" fmla="*/ 3471525 h 3894188"/>
                    <a:gd name="connsiteX9" fmla="*/ 3214624 w 4085925"/>
                    <a:gd name="connsiteY9" fmla="*/ 3890625 h 3894188"/>
                    <a:gd name="connsiteX10" fmla="*/ 4002024 w 4085925"/>
                    <a:gd name="connsiteY10" fmla="*/ 3255625 h 3894188"/>
                    <a:gd name="connsiteX11" fmla="*/ 3925824 w 4085925"/>
                    <a:gd name="connsiteY11" fmla="*/ 1490325 h 3894188"/>
                    <a:gd name="connsiteX12" fmla="*/ 2782824 w 4085925"/>
                    <a:gd name="connsiteY12" fmla="*/ 614025 h 3894188"/>
                    <a:gd name="connsiteX13" fmla="*/ 2097024 w 4085925"/>
                    <a:gd name="connsiteY13" fmla="*/ 868025 h 3894188"/>
                    <a:gd name="connsiteX14" fmla="*/ 2122424 w 4085925"/>
                    <a:gd name="connsiteY14" fmla="*/ 779125 h 3894188"/>
                    <a:gd name="connsiteX15" fmla="*/ 1995424 w 4085925"/>
                    <a:gd name="connsiteY15" fmla="*/ 93325 h 3894188"/>
                    <a:gd name="connsiteX16" fmla="*/ 1309624 w 4085925"/>
                    <a:gd name="connsiteY16" fmla="*/ 17125 h 3894188"/>
                    <a:gd name="connsiteX17" fmla="*/ 865124 w 4085925"/>
                    <a:gd name="connsiteY17" fmla="*/ 194925 h 3894188"/>
                    <a:gd name="connsiteX18" fmla="*/ 636524 w 4085925"/>
                    <a:gd name="connsiteY18" fmla="*/ 550525 h 3894188"/>
                    <a:gd name="connsiteX19" fmla="*/ 700024 w 4085925"/>
                    <a:gd name="connsiteY19" fmla="*/ 753725 h 3894188"/>
                    <a:gd name="connsiteX0" fmla="*/ 1449324 w 4085925"/>
                    <a:gd name="connsiteY0" fmla="*/ 1230108 h 3887971"/>
                    <a:gd name="connsiteX1" fmla="*/ 1246124 w 4085925"/>
                    <a:gd name="connsiteY1" fmla="*/ 1014208 h 3887971"/>
                    <a:gd name="connsiteX2" fmla="*/ 496824 w 4085925"/>
                    <a:gd name="connsiteY2" fmla="*/ 785608 h 3887971"/>
                    <a:gd name="connsiteX3" fmla="*/ 1524 w 4085925"/>
                    <a:gd name="connsiteY3" fmla="*/ 1458708 h 3887971"/>
                    <a:gd name="connsiteX4" fmla="*/ 369824 w 4085925"/>
                    <a:gd name="connsiteY4" fmla="*/ 2169908 h 3887971"/>
                    <a:gd name="connsiteX5" fmla="*/ 1119124 w 4085925"/>
                    <a:gd name="connsiteY5" fmla="*/ 2208008 h 3887971"/>
                    <a:gd name="connsiteX6" fmla="*/ 1284224 w 4085925"/>
                    <a:gd name="connsiteY6" fmla="*/ 2157208 h 3887971"/>
                    <a:gd name="connsiteX7" fmla="*/ 1017524 w 4085925"/>
                    <a:gd name="connsiteY7" fmla="*/ 2614408 h 3887971"/>
                    <a:gd name="connsiteX8" fmla="*/ 1639824 w 4085925"/>
                    <a:gd name="connsiteY8" fmla="*/ 3465308 h 3887971"/>
                    <a:gd name="connsiteX9" fmla="*/ 3214624 w 4085925"/>
                    <a:gd name="connsiteY9" fmla="*/ 3884408 h 3887971"/>
                    <a:gd name="connsiteX10" fmla="*/ 4002024 w 4085925"/>
                    <a:gd name="connsiteY10" fmla="*/ 3249408 h 3887971"/>
                    <a:gd name="connsiteX11" fmla="*/ 3925824 w 4085925"/>
                    <a:gd name="connsiteY11" fmla="*/ 1484108 h 3887971"/>
                    <a:gd name="connsiteX12" fmla="*/ 2782824 w 4085925"/>
                    <a:gd name="connsiteY12" fmla="*/ 607808 h 3887971"/>
                    <a:gd name="connsiteX13" fmla="*/ 2097024 w 4085925"/>
                    <a:gd name="connsiteY13" fmla="*/ 861808 h 3887971"/>
                    <a:gd name="connsiteX14" fmla="*/ 2122424 w 4085925"/>
                    <a:gd name="connsiteY14" fmla="*/ 772908 h 3887971"/>
                    <a:gd name="connsiteX15" fmla="*/ 1995424 w 4085925"/>
                    <a:gd name="connsiteY15" fmla="*/ 87108 h 3887971"/>
                    <a:gd name="connsiteX16" fmla="*/ 1309624 w 4085925"/>
                    <a:gd name="connsiteY16" fmla="*/ 10908 h 3887971"/>
                    <a:gd name="connsiteX17" fmla="*/ 827024 w 4085925"/>
                    <a:gd name="connsiteY17" fmla="*/ 99808 h 3887971"/>
                    <a:gd name="connsiteX18" fmla="*/ 636524 w 4085925"/>
                    <a:gd name="connsiteY18" fmla="*/ 544308 h 3887971"/>
                    <a:gd name="connsiteX19" fmla="*/ 700024 w 4085925"/>
                    <a:gd name="connsiteY19" fmla="*/ 747508 h 3887971"/>
                    <a:gd name="connsiteX0" fmla="*/ 1449324 w 4085925"/>
                    <a:gd name="connsiteY0" fmla="*/ 1222554 h 3880417"/>
                    <a:gd name="connsiteX1" fmla="*/ 1246124 w 4085925"/>
                    <a:gd name="connsiteY1" fmla="*/ 1006654 h 3880417"/>
                    <a:gd name="connsiteX2" fmla="*/ 496824 w 4085925"/>
                    <a:gd name="connsiteY2" fmla="*/ 778054 h 3880417"/>
                    <a:gd name="connsiteX3" fmla="*/ 1524 w 4085925"/>
                    <a:gd name="connsiteY3" fmla="*/ 1451154 h 3880417"/>
                    <a:gd name="connsiteX4" fmla="*/ 369824 w 4085925"/>
                    <a:gd name="connsiteY4" fmla="*/ 2162354 h 3880417"/>
                    <a:gd name="connsiteX5" fmla="*/ 1119124 w 4085925"/>
                    <a:gd name="connsiteY5" fmla="*/ 2200454 h 3880417"/>
                    <a:gd name="connsiteX6" fmla="*/ 1284224 w 4085925"/>
                    <a:gd name="connsiteY6" fmla="*/ 2149654 h 3880417"/>
                    <a:gd name="connsiteX7" fmla="*/ 1017524 w 4085925"/>
                    <a:gd name="connsiteY7" fmla="*/ 2606854 h 3880417"/>
                    <a:gd name="connsiteX8" fmla="*/ 1639824 w 4085925"/>
                    <a:gd name="connsiteY8" fmla="*/ 3457754 h 3880417"/>
                    <a:gd name="connsiteX9" fmla="*/ 3214624 w 4085925"/>
                    <a:gd name="connsiteY9" fmla="*/ 3876854 h 3880417"/>
                    <a:gd name="connsiteX10" fmla="*/ 4002024 w 4085925"/>
                    <a:gd name="connsiteY10" fmla="*/ 3241854 h 3880417"/>
                    <a:gd name="connsiteX11" fmla="*/ 3925824 w 4085925"/>
                    <a:gd name="connsiteY11" fmla="*/ 1476554 h 3880417"/>
                    <a:gd name="connsiteX12" fmla="*/ 2782824 w 4085925"/>
                    <a:gd name="connsiteY12" fmla="*/ 600254 h 3880417"/>
                    <a:gd name="connsiteX13" fmla="*/ 2097024 w 4085925"/>
                    <a:gd name="connsiteY13" fmla="*/ 854254 h 3880417"/>
                    <a:gd name="connsiteX14" fmla="*/ 2122424 w 4085925"/>
                    <a:gd name="connsiteY14" fmla="*/ 765354 h 3880417"/>
                    <a:gd name="connsiteX15" fmla="*/ 1766824 w 4085925"/>
                    <a:gd name="connsiteY15" fmla="*/ 155754 h 3880417"/>
                    <a:gd name="connsiteX16" fmla="*/ 1309624 w 4085925"/>
                    <a:gd name="connsiteY16" fmla="*/ 3354 h 3880417"/>
                    <a:gd name="connsiteX17" fmla="*/ 827024 w 4085925"/>
                    <a:gd name="connsiteY17" fmla="*/ 92254 h 3880417"/>
                    <a:gd name="connsiteX18" fmla="*/ 636524 w 4085925"/>
                    <a:gd name="connsiteY18" fmla="*/ 536754 h 3880417"/>
                    <a:gd name="connsiteX19" fmla="*/ 700024 w 4085925"/>
                    <a:gd name="connsiteY19" fmla="*/ 739954 h 3880417"/>
                    <a:gd name="connsiteX0" fmla="*/ 1449324 w 4085925"/>
                    <a:gd name="connsiteY0" fmla="*/ 1258887 h 3916750"/>
                    <a:gd name="connsiteX1" fmla="*/ 1246124 w 4085925"/>
                    <a:gd name="connsiteY1" fmla="*/ 1042987 h 3916750"/>
                    <a:gd name="connsiteX2" fmla="*/ 496824 w 4085925"/>
                    <a:gd name="connsiteY2" fmla="*/ 814387 h 3916750"/>
                    <a:gd name="connsiteX3" fmla="*/ 1524 w 4085925"/>
                    <a:gd name="connsiteY3" fmla="*/ 1487487 h 3916750"/>
                    <a:gd name="connsiteX4" fmla="*/ 369824 w 4085925"/>
                    <a:gd name="connsiteY4" fmla="*/ 2198687 h 3916750"/>
                    <a:gd name="connsiteX5" fmla="*/ 1119124 w 4085925"/>
                    <a:gd name="connsiteY5" fmla="*/ 2236787 h 3916750"/>
                    <a:gd name="connsiteX6" fmla="*/ 1284224 w 4085925"/>
                    <a:gd name="connsiteY6" fmla="*/ 2185987 h 3916750"/>
                    <a:gd name="connsiteX7" fmla="*/ 1017524 w 4085925"/>
                    <a:gd name="connsiteY7" fmla="*/ 2643187 h 3916750"/>
                    <a:gd name="connsiteX8" fmla="*/ 1639824 w 4085925"/>
                    <a:gd name="connsiteY8" fmla="*/ 3494087 h 3916750"/>
                    <a:gd name="connsiteX9" fmla="*/ 3214624 w 4085925"/>
                    <a:gd name="connsiteY9" fmla="*/ 3913187 h 3916750"/>
                    <a:gd name="connsiteX10" fmla="*/ 4002024 w 4085925"/>
                    <a:gd name="connsiteY10" fmla="*/ 3278187 h 3916750"/>
                    <a:gd name="connsiteX11" fmla="*/ 3925824 w 4085925"/>
                    <a:gd name="connsiteY11" fmla="*/ 1512887 h 3916750"/>
                    <a:gd name="connsiteX12" fmla="*/ 2782824 w 4085925"/>
                    <a:gd name="connsiteY12" fmla="*/ 636587 h 3916750"/>
                    <a:gd name="connsiteX13" fmla="*/ 2097024 w 4085925"/>
                    <a:gd name="connsiteY13" fmla="*/ 890587 h 3916750"/>
                    <a:gd name="connsiteX14" fmla="*/ 2122424 w 4085925"/>
                    <a:gd name="connsiteY14" fmla="*/ 801687 h 3916750"/>
                    <a:gd name="connsiteX15" fmla="*/ 1766824 w 4085925"/>
                    <a:gd name="connsiteY15" fmla="*/ 192087 h 3916750"/>
                    <a:gd name="connsiteX16" fmla="*/ 1309624 w 4085925"/>
                    <a:gd name="connsiteY16" fmla="*/ 1587 h 3916750"/>
                    <a:gd name="connsiteX17" fmla="*/ 827024 w 4085925"/>
                    <a:gd name="connsiteY17" fmla="*/ 128587 h 3916750"/>
                    <a:gd name="connsiteX18" fmla="*/ 636524 w 4085925"/>
                    <a:gd name="connsiteY18" fmla="*/ 573087 h 3916750"/>
                    <a:gd name="connsiteX19" fmla="*/ 700024 w 4085925"/>
                    <a:gd name="connsiteY19" fmla="*/ 776287 h 3916750"/>
                    <a:gd name="connsiteX0" fmla="*/ 1449324 w 4085925"/>
                    <a:gd name="connsiteY0" fmla="*/ 1258887 h 3916750"/>
                    <a:gd name="connsiteX1" fmla="*/ 1246124 w 4085925"/>
                    <a:gd name="connsiteY1" fmla="*/ 1042987 h 3916750"/>
                    <a:gd name="connsiteX2" fmla="*/ 496824 w 4085925"/>
                    <a:gd name="connsiteY2" fmla="*/ 814387 h 3916750"/>
                    <a:gd name="connsiteX3" fmla="*/ 1524 w 4085925"/>
                    <a:gd name="connsiteY3" fmla="*/ 1487487 h 3916750"/>
                    <a:gd name="connsiteX4" fmla="*/ 369824 w 4085925"/>
                    <a:gd name="connsiteY4" fmla="*/ 2198687 h 3916750"/>
                    <a:gd name="connsiteX5" fmla="*/ 1119124 w 4085925"/>
                    <a:gd name="connsiteY5" fmla="*/ 2236787 h 3916750"/>
                    <a:gd name="connsiteX6" fmla="*/ 1284224 w 4085925"/>
                    <a:gd name="connsiteY6" fmla="*/ 2185987 h 3916750"/>
                    <a:gd name="connsiteX7" fmla="*/ 1017524 w 4085925"/>
                    <a:gd name="connsiteY7" fmla="*/ 2643187 h 3916750"/>
                    <a:gd name="connsiteX8" fmla="*/ 1639824 w 4085925"/>
                    <a:gd name="connsiteY8" fmla="*/ 3494087 h 3916750"/>
                    <a:gd name="connsiteX9" fmla="*/ 3214624 w 4085925"/>
                    <a:gd name="connsiteY9" fmla="*/ 3913187 h 3916750"/>
                    <a:gd name="connsiteX10" fmla="*/ 4002024 w 4085925"/>
                    <a:gd name="connsiteY10" fmla="*/ 3278187 h 3916750"/>
                    <a:gd name="connsiteX11" fmla="*/ 3925824 w 4085925"/>
                    <a:gd name="connsiteY11" fmla="*/ 1512887 h 3916750"/>
                    <a:gd name="connsiteX12" fmla="*/ 2782824 w 4085925"/>
                    <a:gd name="connsiteY12" fmla="*/ 636587 h 3916750"/>
                    <a:gd name="connsiteX13" fmla="*/ 2097024 w 4085925"/>
                    <a:gd name="connsiteY13" fmla="*/ 890587 h 3916750"/>
                    <a:gd name="connsiteX14" fmla="*/ 2071624 w 4085925"/>
                    <a:gd name="connsiteY14" fmla="*/ 763587 h 3916750"/>
                    <a:gd name="connsiteX15" fmla="*/ 1766824 w 4085925"/>
                    <a:gd name="connsiteY15" fmla="*/ 192087 h 3916750"/>
                    <a:gd name="connsiteX16" fmla="*/ 1309624 w 4085925"/>
                    <a:gd name="connsiteY16" fmla="*/ 1587 h 3916750"/>
                    <a:gd name="connsiteX17" fmla="*/ 827024 w 4085925"/>
                    <a:gd name="connsiteY17" fmla="*/ 128587 h 3916750"/>
                    <a:gd name="connsiteX18" fmla="*/ 636524 w 4085925"/>
                    <a:gd name="connsiteY18" fmla="*/ 573087 h 3916750"/>
                    <a:gd name="connsiteX19" fmla="*/ 700024 w 4085925"/>
                    <a:gd name="connsiteY19" fmla="*/ 776287 h 3916750"/>
                    <a:gd name="connsiteX0" fmla="*/ 1449324 w 4079779"/>
                    <a:gd name="connsiteY0" fmla="*/ 1258887 h 3916750"/>
                    <a:gd name="connsiteX1" fmla="*/ 1246124 w 4079779"/>
                    <a:gd name="connsiteY1" fmla="*/ 1042987 h 3916750"/>
                    <a:gd name="connsiteX2" fmla="*/ 496824 w 4079779"/>
                    <a:gd name="connsiteY2" fmla="*/ 814387 h 3916750"/>
                    <a:gd name="connsiteX3" fmla="*/ 1524 w 4079779"/>
                    <a:gd name="connsiteY3" fmla="*/ 1487487 h 3916750"/>
                    <a:gd name="connsiteX4" fmla="*/ 369824 w 4079779"/>
                    <a:gd name="connsiteY4" fmla="*/ 2198687 h 3916750"/>
                    <a:gd name="connsiteX5" fmla="*/ 1119124 w 4079779"/>
                    <a:gd name="connsiteY5" fmla="*/ 2236787 h 3916750"/>
                    <a:gd name="connsiteX6" fmla="*/ 1284224 w 4079779"/>
                    <a:gd name="connsiteY6" fmla="*/ 2185987 h 3916750"/>
                    <a:gd name="connsiteX7" fmla="*/ 1017524 w 4079779"/>
                    <a:gd name="connsiteY7" fmla="*/ 2643187 h 3916750"/>
                    <a:gd name="connsiteX8" fmla="*/ 1639824 w 4079779"/>
                    <a:gd name="connsiteY8" fmla="*/ 3494087 h 3916750"/>
                    <a:gd name="connsiteX9" fmla="*/ 3214624 w 4079779"/>
                    <a:gd name="connsiteY9" fmla="*/ 3913187 h 3916750"/>
                    <a:gd name="connsiteX10" fmla="*/ 4002024 w 4079779"/>
                    <a:gd name="connsiteY10" fmla="*/ 3278187 h 3916750"/>
                    <a:gd name="connsiteX11" fmla="*/ 3925824 w 4079779"/>
                    <a:gd name="connsiteY11" fmla="*/ 1512887 h 3916750"/>
                    <a:gd name="connsiteX12" fmla="*/ 2897124 w 4079779"/>
                    <a:gd name="connsiteY12" fmla="*/ 750887 h 3916750"/>
                    <a:gd name="connsiteX13" fmla="*/ 2097024 w 4079779"/>
                    <a:gd name="connsiteY13" fmla="*/ 890587 h 3916750"/>
                    <a:gd name="connsiteX14" fmla="*/ 2071624 w 4079779"/>
                    <a:gd name="connsiteY14" fmla="*/ 763587 h 3916750"/>
                    <a:gd name="connsiteX15" fmla="*/ 1766824 w 4079779"/>
                    <a:gd name="connsiteY15" fmla="*/ 192087 h 3916750"/>
                    <a:gd name="connsiteX16" fmla="*/ 1309624 w 4079779"/>
                    <a:gd name="connsiteY16" fmla="*/ 1587 h 3916750"/>
                    <a:gd name="connsiteX17" fmla="*/ 827024 w 4079779"/>
                    <a:gd name="connsiteY17" fmla="*/ 128587 h 3916750"/>
                    <a:gd name="connsiteX18" fmla="*/ 636524 w 4079779"/>
                    <a:gd name="connsiteY18" fmla="*/ 573087 h 3916750"/>
                    <a:gd name="connsiteX19" fmla="*/ 700024 w 4079779"/>
                    <a:gd name="connsiteY19" fmla="*/ 776287 h 3916750"/>
                    <a:gd name="connsiteX0" fmla="*/ 1449324 w 4113410"/>
                    <a:gd name="connsiteY0" fmla="*/ 1258887 h 3916750"/>
                    <a:gd name="connsiteX1" fmla="*/ 1246124 w 4113410"/>
                    <a:gd name="connsiteY1" fmla="*/ 1042987 h 3916750"/>
                    <a:gd name="connsiteX2" fmla="*/ 496824 w 4113410"/>
                    <a:gd name="connsiteY2" fmla="*/ 814387 h 3916750"/>
                    <a:gd name="connsiteX3" fmla="*/ 1524 w 4113410"/>
                    <a:gd name="connsiteY3" fmla="*/ 1487487 h 3916750"/>
                    <a:gd name="connsiteX4" fmla="*/ 369824 w 4113410"/>
                    <a:gd name="connsiteY4" fmla="*/ 2198687 h 3916750"/>
                    <a:gd name="connsiteX5" fmla="*/ 1119124 w 4113410"/>
                    <a:gd name="connsiteY5" fmla="*/ 2236787 h 3916750"/>
                    <a:gd name="connsiteX6" fmla="*/ 1284224 w 4113410"/>
                    <a:gd name="connsiteY6" fmla="*/ 2185987 h 3916750"/>
                    <a:gd name="connsiteX7" fmla="*/ 1017524 w 4113410"/>
                    <a:gd name="connsiteY7" fmla="*/ 2643187 h 3916750"/>
                    <a:gd name="connsiteX8" fmla="*/ 1639824 w 4113410"/>
                    <a:gd name="connsiteY8" fmla="*/ 3494087 h 3916750"/>
                    <a:gd name="connsiteX9" fmla="*/ 3214624 w 4113410"/>
                    <a:gd name="connsiteY9" fmla="*/ 3913187 h 3916750"/>
                    <a:gd name="connsiteX10" fmla="*/ 4002024 w 4113410"/>
                    <a:gd name="connsiteY10" fmla="*/ 3278187 h 3916750"/>
                    <a:gd name="connsiteX11" fmla="*/ 3989324 w 4113410"/>
                    <a:gd name="connsiteY11" fmla="*/ 1627187 h 3916750"/>
                    <a:gd name="connsiteX12" fmla="*/ 2897124 w 4113410"/>
                    <a:gd name="connsiteY12" fmla="*/ 750887 h 3916750"/>
                    <a:gd name="connsiteX13" fmla="*/ 2097024 w 4113410"/>
                    <a:gd name="connsiteY13" fmla="*/ 890587 h 3916750"/>
                    <a:gd name="connsiteX14" fmla="*/ 2071624 w 4113410"/>
                    <a:gd name="connsiteY14" fmla="*/ 763587 h 3916750"/>
                    <a:gd name="connsiteX15" fmla="*/ 1766824 w 4113410"/>
                    <a:gd name="connsiteY15" fmla="*/ 192087 h 3916750"/>
                    <a:gd name="connsiteX16" fmla="*/ 1309624 w 4113410"/>
                    <a:gd name="connsiteY16" fmla="*/ 1587 h 3916750"/>
                    <a:gd name="connsiteX17" fmla="*/ 827024 w 4113410"/>
                    <a:gd name="connsiteY17" fmla="*/ 128587 h 3916750"/>
                    <a:gd name="connsiteX18" fmla="*/ 636524 w 4113410"/>
                    <a:gd name="connsiteY18" fmla="*/ 573087 h 3916750"/>
                    <a:gd name="connsiteX19" fmla="*/ 700024 w 4113410"/>
                    <a:gd name="connsiteY19" fmla="*/ 776287 h 3916750"/>
                    <a:gd name="connsiteX0" fmla="*/ 1449324 w 4102461"/>
                    <a:gd name="connsiteY0" fmla="*/ 1258887 h 3683730"/>
                    <a:gd name="connsiteX1" fmla="*/ 1246124 w 4102461"/>
                    <a:gd name="connsiteY1" fmla="*/ 1042987 h 3683730"/>
                    <a:gd name="connsiteX2" fmla="*/ 496824 w 4102461"/>
                    <a:gd name="connsiteY2" fmla="*/ 814387 h 3683730"/>
                    <a:gd name="connsiteX3" fmla="*/ 1524 w 4102461"/>
                    <a:gd name="connsiteY3" fmla="*/ 1487487 h 3683730"/>
                    <a:gd name="connsiteX4" fmla="*/ 369824 w 4102461"/>
                    <a:gd name="connsiteY4" fmla="*/ 2198687 h 3683730"/>
                    <a:gd name="connsiteX5" fmla="*/ 1119124 w 4102461"/>
                    <a:gd name="connsiteY5" fmla="*/ 2236787 h 3683730"/>
                    <a:gd name="connsiteX6" fmla="*/ 1284224 w 4102461"/>
                    <a:gd name="connsiteY6" fmla="*/ 2185987 h 3683730"/>
                    <a:gd name="connsiteX7" fmla="*/ 1017524 w 4102461"/>
                    <a:gd name="connsiteY7" fmla="*/ 2643187 h 3683730"/>
                    <a:gd name="connsiteX8" fmla="*/ 1639824 w 4102461"/>
                    <a:gd name="connsiteY8" fmla="*/ 3494087 h 3683730"/>
                    <a:gd name="connsiteX9" fmla="*/ 3405124 w 4102461"/>
                    <a:gd name="connsiteY9" fmla="*/ 3671887 h 3683730"/>
                    <a:gd name="connsiteX10" fmla="*/ 4002024 w 4102461"/>
                    <a:gd name="connsiteY10" fmla="*/ 3278187 h 3683730"/>
                    <a:gd name="connsiteX11" fmla="*/ 3989324 w 4102461"/>
                    <a:gd name="connsiteY11" fmla="*/ 1627187 h 3683730"/>
                    <a:gd name="connsiteX12" fmla="*/ 2897124 w 4102461"/>
                    <a:gd name="connsiteY12" fmla="*/ 750887 h 3683730"/>
                    <a:gd name="connsiteX13" fmla="*/ 2097024 w 4102461"/>
                    <a:gd name="connsiteY13" fmla="*/ 890587 h 3683730"/>
                    <a:gd name="connsiteX14" fmla="*/ 2071624 w 4102461"/>
                    <a:gd name="connsiteY14" fmla="*/ 763587 h 3683730"/>
                    <a:gd name="connsiteX15" fmla="*/ 1766824 w 4102461"/>
                    <a:gd name="connsiteY15" fmla="*/ 192087 h 3683730"/>
                    <a:gd name="connsiteX16" fmla="*/ 1309624 w 4102461"/>
                    <a:gd name="connsiteY16" fmla="*/ 1587 h 3683730"/>
                    <a:gd name="connsiteX17" fmla="*/ 827024 w 4102461"/>
                    <a:gd name="connsiteY17" fmla="*/ 128587 h 3683730"/>
                    <a:gd name="connsiteX18" fmla="*/ 636524 w 4102461"/>
                    <a:gd name="connsiteY18" fmla="*/ 573087 h 3683730"/>
                    <a:gd name="connsiteX19" fmla="*/ 700024 w 4102461"/>
                    <a:gd name="connsiteY19" fmla="*/ 776287 h 3683730"/>
                    <a:gd name="connsiteX0" fmla="*/ 1449324 w 4122697"/>
                    <a:gd name="connsiteY0" fmla="*/ 1258887 h 3686277"/>
                    <a:gd name="connsiteX1" fmla="*/ 1246124 w 4122697"/>
                    <a:gd name="connsiteY1" fmla="*/ 1042987 h 3686277"/>
                    <a:gd name="connsiteX2" fmla="*/ 496824 w 4122697"/>
                    <a:gd name="connsiteY2" fmla="*/ 814387 h 3686277"/>
                    <a:gd name="connsiteX3" fmla="*/ 1524 w 4122697"/>
                    <a:gd name="connsiteY3" fmla="*/ 1487487 h 3686277"/>
                    <a:gd name="connsiteX4" fmla="*/ 369824 w 4122697"/>
                    <a:gd name="connsiteY4" fmla="*/ 2198687 h 3686277"/>
                    <a:gd name="connsiteX5" fmla="*/ 1119124 w 4122697"/>
                    <a:gd name="connsiteY5" fmla="*/ 2236787 h 3686277"/>
                    <a:gd name="connsiteX6" fmla="*/ 1284224 w 4122697"/>
                    <a:gd name="connsiteY6" fmla="*/ 2185987 h 3686277"/>
                    <a:gd name="connsiteX7" fmla="*/ 1017524 w 4122697"/>
                    <a:gd name="connsiteY7" fmla="*/ 2643187 h 3686277"/>
                    <a:gd name="connsiteX8" fmla="*/ 1639824 w 4122697"/>
                    <a:gd name="connsiteY8" fmla="*/ 3494087 h 3686277"/>
                    <a:gd name="connsiteX9" fmla="*/ 3405124 w 4122697"/>
                    <a:gd name="connsiteY9" fmla="*/ 3671887 h 3686277"/>
                    <a:gd name="connsiteX10" fmla="*/ 4040124 w 4122697"/>
                    <a:gd name="connsiteY10" fmla="*/ 3240087 h 3686277"/>
                    <a:gd name="connsiteX11" fmla="*/ 3989324 w 4122697"/>
                    <a:gd name="connsiteY11" fmla="*/ 1627187 h 3686277"/>
                    <a:gd name="connsiteX12" fmla="*/ 2897124 w 4122697"/>
                    <a:gd name="connsiteY12" fmla="*/ 750887 h 3686277"/>
                    <a:gd name="connsiteX13" fmla="*/ 2097024 w 4122697"/>
                    <a:gd name="connsiteY13" fmla="*/ 890587 h 3686277"/>
                    <a:gd name="connsiteX14" fmla="*/ 2071624 w 4122697"/>
                    <a:gd name="connsiteY14" fmla="*/ 763587 h 3686277"/>
                    <a:gd name="connsiteX15" fmla="*/ 1766824 w 4122697"/>
                    <a:gd name="connsiteY15" fmla="*/ 192087 h 3686277"/>
                    <a:gd name="connsiteX16" fmla="*/ 1309624 w 4122697"/>
                    <a:gd name="connsiteY16" fmla="*/ 1587 h 3686277"/>
                    <a:gd name="connsiteX17" fmla="*/ 827024 w 4122697"/>
                    <a:gd name="connsiteY17" fmla="*/ 128587 h 3686277"/>
                    <a:gd name="connsiteX18" fmla="*/ 636524 w 4122697"/>
                    <a:gd name="connsiteY18" fmla="*/ 573087 h 3686277"/>
                    <a:gd name="connsiteX19" fmla="*/ 700024 w 4122697"/>
                    <a:gd name="connsiteY19" fmla="*/ 776287 h 3686277"/>
                    <a:gd name="connsiteX0" fmla="*/ 1449324 w 4122697"/>
                    <a:gd name="connsiteY0" fmla="*/ 1258887 h 3688952"/>
                    <a:gd name="connsiteX1" fmla="*/ 1246124 w 4122697"/>
                    <a:gd name="connsiteY1" fmla="*/ 1042987 h 3688952"/>
                    <a:gd name="connsiteX2" fmla="*/ 496824 w 4122697"/>
                    <a:gd name="connsiteY2" fmla="*/ 814387 h 3688952"/>
                    <a:gd name="connsiteX3" fmla="*/ 1524 w 4122697"/>
                    <a:gd name="connsiteY3" fmla="*/ 1487487 h 3688952"/>
                    <a:gd name="connsiteX4" fmla="*/ 369824 w 4122697"/>
                    <a:gd name="connsiteY4" fmla="*/ 2198687 h 3688952"/>
                    <a:gd name="connsiteX5" fmla="*/ 1119124 w 4122697"/>
                    <a:gd name="connsiteY5" fmla="*/ 2236787 h 3688952"/>
                    <a:gd name="connsiteX6" fmla="*/ 1284224 w 4122697"/>
                    <a:gd name="connsiteY6" fmla="*/ 2185987 h 3688952"/>
                    <a:gd name="connsiteX7" fmla="*/ 1017524 w 4122697"/>
                    <a:gd name="connsiteY7" fmla="*/ 2643187 h 3688952"/>
                    <a:gd name="connsiteX8" fmla="*/ 1754124 w 4122697"/>
                    <a:gd name="connsiteY8" fmla="*/ 3506787 h 3688952"/>
                    <a:gd name="connsiteX9" fmla="*/ 3405124 w 4122697"/>
                    <a:gd name="connsiteY9" fmla="*/ 3671887 h 3688952"/>
                    <a:gd name="connsiteX10" fmla="*/ 4040124 w 4122697"/>
                    <a:gd name="connsiteY10" fmla="*/ 3240087 h 3688952"/>
                    <a:gd name="connsiteX11" fmla="*/ 3989324 w 4122697"/>
                    <a:gd name="connsiteY11" fmla="*/ 1627187 h 3688952"/>
                    <a:gd name="connsiteX12" fmla="*/ 2897124 w 4122697"/>
                    <a:gd name="connsiteY12" fmla="*/ 750887 h 3688952"/>
                    <a:gd name="connsiteX13" fmla="*/ 2097024 w 4122697"/>
                    <a:gd name="connsiteY13" fmla="*/ 890587 h 3688952"/>
                    <a:gd name="connsiteX14" fmla="*/ 2071624 w 4122697"/>
                    <a:gd name="connsiteY14" fmla="*/ 763587 h 3688952"/>
                    <a:gd name="connsiteX15" fmla="*/ 1766824 w 4122697"/>
                    <a:gd name="connsiteY15" fmla="*/ 192087 h 3688952"/>
                    <a:gd name="connsiteX16" fmla="*/ 1309624 w 4122697"/>
                    <a:gd name="connsiteY16" fmla="*/ 1587 h 3688952"/>
                    <a:gd name="connsiteX17" fmla="*/ 827024 w 4122697"/>
                    <a:gd name="connsiteY17" fmla="*/ 128587 h 3688952"/>
                    <a:gd name="connsiteX18" fmla="*/ 636524 w 4122697"/>
                    <a:gd name="connsiteY18" fmla="*/ 573087 h 3688952"/>
                    <a:gd name="connsiteX19" fmla="*/ 700024 w 4122697"/>
                    <a:gd name="connsiteY19" fmla="*/ 776287 h 3688952"/>
                    <a:gd name="connsiteX0" fmla="*/ 1449324 w 4122697"/>
                    <a:gd name="connsiteY0" fmla="*/ 1258887 h 3687031"/>
                    <a:gd name="connsiteX1" fmla="*/ 1246124 w 4122697"/>
                    <a:gd name="connsiteY1" fmla="*/ 1042987 h 3687031"/>
                    <a:gd name="connsiteX2" fmla="*/ 496824 w 4122697"/>
                    <a:gd name="connsiteY2" fmla="*/ 814387 h 3687031"/>
                    <a:gd name="connsiteX3" fmla="*/ 1524 w 4122697"/>
                    <a:gd name="connsiteY3" fmla="*/ 1487487 h 3687031"/>
                    <a:gd name="connsiteX4" fmla="*/ 369824 w 4122697"/>
                    <a:gd name="connsiteY4" fmla="*/ 2198687 h 3687031"/>
                    <a:gd name="connsiteX5" fmla="*/ 1119124 w 4122697"/>
                    <a:gd name="connsiteY5" fmla="*/ 2236787 h 3687031"/>
                    <a:gd name="connsiteX6" fmla="*/ 1284224 w 4122697"/>
                    <a:gd name="connsiteY6" fmla="*/ 2185987 h 3687031"/>
                    <a:gd name="connsiteX7" fmla="*/ 1055624 w 4122697"/>
                    <a:gd name="connsiteY7" fmla="*/ 2732087 h 3687031"/>
                    <a:gd name="connsiteX8" fmla="*/ 1754124 w 4122697"/>
                    <a:gd name="connsiteY8" fmla="*/ 3506787 h 3687031"/>
                    <a:gd name="connsiteX9" fmla="*/ 3405124 w 4122697"/>
                    <a:gd name="connsiteY9" fmla="*/ 3671887 h 3687031"/>
                    <a:gd name="connsiteX10" fmla="*/ 4040124 w 4122697"/>
                    <a:gd name="connsiteY10" fmla="*/ 3240087 h 3687031"/>
                    <a:gd name="connsiteX11" fmla="*/ 3989324 w 4122697"/>
                    <a:gd name="connsiteY11" fmla="*/ 1627187 h 3687031"/>
                    <a:gd name="connsiteX12" fmla="*/ 2897124 w 4122697"/>
                    <a:gd name="connsiteY12" fmla="*/ 750887 h 3687031"/>
                    <a:gd name="connsiteX13" fmla="*/ 2097024 w 4122697"/>
                    <a:gd name="connsiteY13" fmla="*/ 890587 h 3687031"/>
                    <a:gd name="connsiteX14" fmla="*/ 2071624 w 4122697"/>
                    <a:gd name="connsiteY14" fmla="*/ 763587 h 3687031"/>
                    <a:gd name="connsiteX15" fmla="*/ 1766824 w 4122697"/>
                    <a:gd name="connsiteY15" fmla="*/ 192087 h 3687031"/>
                    <a:gd name="connsiteX16" fmla="*/ 1309624 w 4122697"/>
                    <a:gd name="connsiteY16" fmla="*/ 1587 h 3687031"/>
                    <a:gd name="connsiteX17" fmla="*/ 827024 w 4122697"/>
                    <a:gd name="connsiteY17" fmla="*/ 128587 h 3687031"/>
                    <a:gd name="connsiteX18" fmla="*/ 636524 w 4122697"/>
                    <a:gd name="connsiteY18" fmla="*/ 573087 h 3687031"/>
                    <a:gd name="connsiteX19" fmla="*/ 700024 w 4122697"/>
                    <a:gd name="connsiteY19" fmla="*/ 776287 h 3687031"/>
                    <a:gd name="connsiteX0" fmla="*/ 1449324 w 4122697"/>
                    <a:gd name="connsiteY0" fmla="*/ 1258887 h 3687031"/>
                    <a:gd name="connsiteX1" fmla="*/ 1246124 w 4122697"/>
                    <a:gd name="connsiteY1" fmla="*/ 1042987 h 3687031"/>
                    <a:gd name="connsiteX2" fmla="*/ 496824 w 4122697"/>
                    <a:gd name="connsiteY2" fmla="*/ 814387 h 3687031"/>
                    <a:gd name="connsiteX3" fmla="*/ 1524 w 4122697"/>
                    <a:gd name="connsiteY3" fmla="*/ 1487487 h 3687031"/>
                    <a:gd name="connsiteX4" fmla="*/ 369824 w 4122697"/>
                    <a:gd name="connsiteY4" fmla="*/ 2198687 h 3687031"/>
                    <a:gd name="connsiteX5" fmla="*/ 1119124 w 4122697"/>
                    <a:gd name="connsiteY5" fmla="*/ 2236787 h 3687031"/>
                    <a:gd name="connsiteX6" fmla="*/ 1220724 w 4122697"/>
                    <a:gd name="connsiteY6" fmla="*/ 2058987 h 3687031"/>
                    <a:gd name="connsiteX7" fmla="*/ 1055624 w 4122697"/>
                    <a:gd name="connsiteY7" fmla="*/ 2732087 h 3687031"/>
                    <a:gd name="connsiteX8" fmla="*/ 1754124 w 4122697"/>
                    <a:gd name="connsiteY8" fmla="*/ 3506787 h 3687031"/>
                    <a:gd name="connsiteX9" fmla="*/ 3405124 w 4122697"/>
                    <a:gd name="connsiteY9" fmla="*/ 3671887 h 3687031"/>
                    <a:gd name="connsiteX10" fmla="*/ 4040124 w 4122697"/>
                    <a:gd name="connsiteY10" fmla="*/ 3240087 h 3687031"/>
                    <a:gd name="connsiteX11" fmla="*/ 3989324 w 4122697"/>
                    <a:gd name="connsiteY11" fmla="*/ 1627187 h 3687031"/>
                    <a:gd name="connsiteX12" fmla="*/ 2897124 w 4122697"/>
                    <a:gd name="connsiteY12" fmla="*/ 750887 h 3687031"/>
                    <a:gd name="connsiteX13" fmla="*/ 2097024 w 4122697"/>
                    <a:gd name="connsiteY13" fmla="*/ 890587 h 3687031"/>
                    <a:gd name="connsiteX14" fmla="*/ 2071624 w 4122697"/>
                    <a:gd name="connsiteY14" fmla="*/ 763587 h 3687031"/>
                    <a:gd name="connsiteX15" fmla="*/ 1766824 w 4122697"/>
                    <a:gd name="connsiteY15" fmla="*/ 192087 h 3687031"/>
                    <a:gd name="connsiteX16" fmla="*/ 1309624 w 4122697"/>
                    <a:gd name="connsiteY16" fmla="*/ 1587 h 3687031"/>
                    <a:gd name="connsiteX17" fmla="*/ 827024 w 4122697"/>
                    <a:gd name="connsiteY17" fmla="*/ 128587 h 3687031"/>
                    <a:gd name="connsiteX18" fmla="*/ 636524 w 4122697"/>
                    <a:gd name="connsiteY18" fmla="*/ 573087 h 3687031"/>
                    <a:gd name="connsiteX19" fmla="*/ 700024 w 4122697"/>
                    <a:gd name="connsiteY19" fmla="*/ 776287 h 3687031"/>
                    <a:gd name="connsiteX0" fmla="*/ 1449257 w 4122630"/>
                    <a:gd name="connsiteY0" fmla="*/ 1258887 h 3687031"/>
                    <a:gd name="connsiteX1" fmla="*/ 1246057 w 4122630"/>
                    <a:gd name="connsiteY1" fmla="*/ 1042987 h 3687031"/>
                    <a:gd name="connsiteX2" fmla="*/ 496757 w 4122630"/>
                    <a:gd name="connsiteY2" fmla="*/ 814387 h 3687031"/>
                    <a:gd name="connsiteX3" fmla="*/ 1457 w 4122630"/>
                    <a:gd name="connsiteY3" fmla="*/ 1487487 h 3687031"/>
                    <a:gd name="connsiteX4" fmla="*/ 369757 w 4122630"/>
                    <a:gd name="connsiteY4" fmla="*/ 2198687 h 3687031"/>
                    <a:gd name="connsiteX5" fmla="*/ 1055557 w 4122630"/>
                    <a:gd name="connsiteY5" fmla="*/ 2198687 h 3687031"/>
                    <a:gd name="connsiteX6" fmla="*/ 1220657 w 4122630"/>
                    <a:gd name="connsiteY6" fmla="*/ 2058987 h 3687031"/>
                    <a:gd name="connsiteX7" fmla="*/ 1055557 w 4122630"/>
                    <a:gd name="connsiteY7" fmla="*/ 2732087 h 3687031"/>
                    <a:gd name="connsiteX8" fmla="*/ 1754057 w 4122630"/>
                    <a:gd name="connsiteY8" fmla="*/ 3506787 h 3687031"/>
                    <a:gd name="connsiteX9" fmla="*/ 3405057 w 4122630"/>
                    <a:gd name="connsiteY9" fmla="*/ 3671887 h 3687031"/>
                    <a:gd name="connsiteX10" fmla="*/ 4040057 w 4122630"/>
                    <a:gd name="connsiteY10" fmla="*/ 3240087 h 3687031"/>
                    <a:gd name="connsiteX11" fmla="*/ 3989257 w 4122630"/>
                    <a:gd name="connsiteY11" fmla="*/ 1627187 h 3687031"/>
                    <a:gd name="connsiteX12" fmla="*/ 2897057 w 4122630"/>
                    <a:gd name="connsiteY12" fmla="*/ 750887 h 3687031"/>
                    <a:gd name="connsiteX13" fmla="*/ 2096957 w 4122630"/>
                    <a:gd name="connsiteY13" fmla="*/ 890587 h 3687031"/>
                    <a:gd name="connsiteX14" fmla="*/ 2071557 w 4122630"/>
                    <a:gd name="connsiteY14" fmla="*/ 763587 h 3687031"/>
                    <a:gd name="connsiteX15" fmla="*/ 1766757 w 4122630"/>
                    <a:gd name="connsiteY15" fmla="*/ 192087 h 3687031"/>
                    <a:gd name="connsiteX16" fmla="*/ 1309557 w 4122630"/>
                    <a:gd name="connsiteY16" fmla="*/ 1587 h 3687031"/>
                    <a:gd name="connsiteX17" fmla="*/ 826957 w 4122630"/>
                    <a:gd name="connsiteY17" fmla="*/ 128587 h 3687031"/>
                    <a:gd name="connsiteX18" fmla="*/ 636457 w 4122630"/>
                    <a:gd name="connsiteY18" fmla="*/ 573087 h 3687031"/>
                    <a:gd name="connsiteX19" fmla="*/ 699957 w 4122630"/>
                    <a:gd name="connsiteY19" fmla="*/ 776287 h 3687031"/>
                    <a:gd name="connsiteX0" fmla="*/ 1449257 w 4122630"/>
                    <a:gd name="connsiteY0" fmla="*/ 1258887 h 3687031"/>
                    <a:gd name="connsiteX1" fmla="*/ 1246057 w 4122630"/>
                    <a:gd name="connsiteY1" fmla="*/ 1042987 h 3687031"/>
                    <a:gd name="connsiteX2" fmla="*/ 496757 w 4122630"/>
                    <a:gd name="connsiteY2" fmla="*/ 814387 h 3687031"/>
                    <a:gd name="connsiteX3" fmla="*/ 1457 w 4122630"/>
                    <a:gd name="connsiteY3" fmla="*/ 1487487 h 3687031"/>
                    <a:gd name="connsiteX4" fmla="*/ 369757 w 4122630"/>
                    <a:gd name="connsiteY4" fmla="*/ 2198687 h 3687031"/>
                    <a:gd name="connsiteX5" fmla="*/ 1055557 w 4122630"/>
                    <a:gd name="connsiteY5" fmla="*/ 2198687 h 3687031"/>
                    <a:gd name="connsiteX6" fmla="*/ 1131757 w 4122630"/>
                    <a:gd name="connsiteY6" fmla="*/ 2058987 h 3687031"/>
                    <a:gd name="connsiteX7" fmla="*/ 1055557 w 4122630"/>
                    <a:gd name="connsiteY7" fmla="*/ 2732087 h 3687031"/>
                    <a:gd name="connsiteX8" fmla="*/ 1754057 w 4122630"/>
                    <a:gd name="connsiteY8" fmla="*/ 3506787 h 3687031"/>
                    <a:gd name="connsiteX9" fmla="*/ 3405057 w 4122630"/>
                    <a:gd name="connsiteY9" fmla="*/ 3671887 h 3687031"/>
                    <a:gd name="connsiteX10" fmla="*/ 4040057 w 4122630"/>
                    <a:gd name="connsiteY10" fmla="*/ 3240087 h 3687031"/>
                    <a:gd name="connsiteX11" fmla="*/ 3989257 w 4122630"/>
                    <a:gd name="connsiteY11" fmla="*/ 1627187 h 3687031"/>
                    <a:gd name="connsiteX12" fmla="*/ 2897057 w 4122630"/>
                    <a:gd name="connsiteY12" fmla="*/ 750887 h 3687031"/>
                    <a:gd name="connsiteX13" fmla="*/ 2096957 w 4122630"/>
                    <a:gd name="connsiteY13" fmla="*/ 890587 h 3687031"/>
                    <a:gd name="connsiteX14" fmla="*/ 2071557 w 4122630"/>
                    <a:gd name="connsiteY14" fmla="*/ 763587 h 3687031"/>
                    <a:gd name="connsiteX15" fmla="*/ 1766757 w 4122630"/>
                    <a:gd name="connsiteY15" fmla="*/ 192087 h 3687031"/>
                    <a:gd name="connsiteX16" fmla="*/ 1309557 w 4122630"/>
                    <a:gd name="connsiteY16" fmla="*/ 1587 h 3687031"/>
                    <a:gd name="connsiteX17" fmla="*/ 826957 w 4122630"/>
                    <a:gd name="connsiteY17" fmla="*/ 128587 h 3687031"/>
                    <a:gd name="connsiteX18" fmla="*/ 636457 w 4122630"/>
                    <a:gd name="connsiteY18" fmla="*/ 573087 h 3687031"/>
                    <a:gd name="connsiteX19" fmla="*/ 699957 w 4122630"/>
                    <a:gd name="connsiteY19" fmla="*/ 776287 h 3687031"/>
                    <a:gd name="connsiteX0" fmla="*/ 1449207 w 4122580"/>
                    <a:gd name="connsiteY0" fmla="*/ 1258887 h 3687031"/>
                    <a:gd name="connsiteX1" fmla="*/ 1246007 w 4122580"/>
                    <a:gd name="connsiteY1" fmla="*/ 1042987 h 3687031"/>
                    <a:gd name="connsiteX2" fmla="*/ 496707 w 4122580"/>
                    <a:gd name="connsiteY2" fmla="*/ 814387 h 3687031"/>
                    <a:gd name="connsiteX3" fmla="*/ 1407 w 4122580"/>
                    <a:gd name="connsiteY3" fmla="*/ 1487487 h 3687031"/>
                    <a:gd name="connsiteX4" fmla="*/ 369707 w 4122580"/>
                    <a:gd name="connsiteY4" fmla="*/ 2198687 h 3687031"/>
                    <a:gd name="connsiteX5" fmla="*/ 1004707 w 4122580"/>
                    <a:gd name="connsiteY5" fmla="*/ 2173287 h 3687031"/>
                    <a:gd name="connsiteX6" fmla="*/ 1131707 w 4122580"/>
                    <a:gd name="connsiteY6" fmla="*/ 2058987 h 3687031"/>
                    <a:gd name="connsiteX7" fmla="*/ 1055507 w 4122580"/>
                    <a:gd name="connsiteY7" fmla="*/ 2732087 h 3687031"/>
                    <a:gd name="connsiteX8" fmla="*/ 1754007 w 4122580"/>
                    <a:gd name="connsiteY8" fmla="*/ 3506787 h 3687031"/>
                    <a:gd name="connsiteX9" fmla="*/ 3405007 w 4122580"/>
                    <a:gd name="connsiteY9" fmla="*/ 3671887 h 3687031"/>
                    <a:gd name="connsiteX10" fmla="*/ 4040007 w 4122580"/>
                    <a:gd name="connsiteY10" fmla="*/ 3240087 h 3687031"/>
                    <a:gd name="connsiteX11" fmla="*/ 3989207 w 4122580"/>
                    <a:gd name="connsiteY11" fmla="*/ 1627187 h 3687031"/>
                    <a:gd name="connsiteX12" fmla="*/ 2897007 w 4122580"/>
                    <a:gd name="connsiteY12" fmla="*/ 750887 h 3687031"/>
                    <a:gd name="connsiteX13" fmla="*/ 2096907 w 4122580"/>
                    <a:gd name="connsiteY13" fmla="*/ 890587 h 3687031"/>
                    <a:gd name="connsiteX14" fmla="*/ 2071507 w 4122580"/>
                    <a:gd name="connsiteY14" fmla="*/ 763587 h 3687031"/>
                    <a:gd name="connsiteX15" fmla="*/ 1766707 w 4122580"/>
                    <a:gd name="connsiteY15" fmla="*/ 192087 h 3687031"/>
                    <a:gd name="connsiteX16" fmla="*/ 1309507 w 4122580"/>
                    <a:gd name="connsiteY16" fmla="*/ 1587 h 3687031"/>
                    <a:gd name="connsiteX17" fmla="*/ 826907 w 4122580"/>
                    <a:gd name="connsiteY17" fmla="*/ 128587 h 3687031"/>
                    <a:gd name="connsiteX18" fmla="*/ 636407 w 4122580"/>
                    <a:gd name="connsiteY18" fmla="*/ 573087 h 3687031"/>
                    <a:gd name="connsiteX19" fmla="*/ 699907 w 4122580"/>
                    <a:gd name="connsiteY19" fmla="*/ 776287 h 3687031"/>
                    <a:gd name="connsiteX0" fmla="*/ 1448421 w 4121794"/>
                    <a:gd name="connsiteY0" fmla="*/ 1258887 h 3687031"/>
                    <a:gd name="connsiteX1" fmla="*/ 1245221 w 4121794"/>
                    <a:gd name="connsiteY1" fmla="*/ 1042987 h 3687031"/>
                    <a:gd name="connsiteX2" fmla="*/ 495921 w 4121794"/>
                    <a:gd name="connsiteY2" fmla="*/ 814387 h 3687031"/>
                    <a:gd name="connsiteX3" fmla="*/ 621 w 4121794"/>
                    <a:gd name="connsiteY3" fmla="*/ 1487487 h 3687031"/>
                    <a:gd name="connsiteX4" fmla="*/ 407021 w 4121794"/>
                    <a:gd name="connsiteY4" fmla="*/ 2084387 h 3687031"/>
                    <a:gd name="connsiteX5" fmla="*/ 1003921 w 4121794"/>
                    <a:gd name="connsiteY5" fmla="*/ 2173287 h 3687031"/>
                    <a:gd name="connsiteX6" fmla="*/ 1130921 w 4121794"/>
                    <a:gd name="connsiteY6" fmla="*/ 2058987 h 3687031"/>
                    <a:gd name="connsiteX7" fmla="*/ 1054721 w 4121794"/>
                    <a:gd name="connsiteY7" fmla="*/ 2732087 h 3687031"/>
                    <a:gd name="connsiteX8" fmla="*/ 1753221 w 4121794"/>
                    <a:gd name="connsiteY8" fmla="*/ 3506787 h 3687031"/>
                    <a:gd name="connsiteX9" fmla="*/ 3404221 w 4121794"/>
                    <a:gd name="connsiteY9" fmla="*/ 3671887 h 3687031"/>
                    <a:gd name="connsiteX10" fmla="*/ 4039221 w 4121794"/>
                    <a:gd name="connsiteY10" fmla="*/ 3240087 h 3687031"/>
                    <a:gd name="connsiteX11" fmla="*/ 3988421 w 4121794"/>
                    <a:gd name="connsiteY11" fmla="*/ 1627187 h 3687031"/>
                    <a:gd name="connsiteX12" fmla="*/ 2896221 w 4121794"/>
                    <a:gd name="connsiteY12" fmla="*/ 750887 h 3687031"/>
                    <a:gd name="connsiteX13" fmla="*/ 2096121 w 4121794"/>
                    <a:gd name="connsiteY13" fmla="*/ 890587 h 3687031"/>
                    <a:gd name="connsiteX14" fmla="*/ 2070721 w 4121794"/>
                    <a:gd name="connsiteY14" fmla="*/ 763587 h 3687031"/>
                    <a:gd name="connsiteX15" fmla="*/ 1765921 w 4121794"/>
                    <a:gd name="connsiteY15" fmla="*/ 192087 h 3687031"/>
                    <a:gd name="connsiteX16" fmla="*/ 1308721 w 4121794"/>
                    <a:gd name="connsiteY16" fmla="*/ 1587 h 3687031"/>
                    <a:gd name="connsiteX17" fmla="*/ 826121 w 4121794"/>
                    <a:gd name="connsiteY17" fmla="*/ 128587 h 3687031"/>
                    <a:gd name="connsiteX18" fmla="*/ 635621 w 4121794"/>
                    <a:gd name="connsiteY18" fmla="*/ 573087 h 3687031"/>
                    <a:gd name="connsiteX19" fmla="*/ 699121 w 4121794"/>
                    <a:gd name="connsiteY19" fmla="*/ 776287 h 3687031"/>
                    <a:gd name="connsiteX0" fmla="*/ 1448421 w 4121794"/>
                    <a:gd name="connsiteY0" fmla="*/ 1258887 h 3687815"/>
                    <a:gd name="connsiteX1" fmla="*/ 1245221 w 4121794"/>
                    <a:gd name="connsiteY1" fmla="*/ 1042987 h 3687815"/>
                    <a:gd name="connsiteX2" fmla="*/ 495921 w 4121794"/>
                    <a:gd name="connsiteY2" fmla="*/ 814387 h 3687815"/>
                    <a:gd name="connsiteX3" fmla="*/ 621 w 4121794"/>
                    <a:gd name="connsiteY3" fmla="*/ 1487487 h 3687815"/>
                    <a:gd name="connsiteX4" fmla="*/ 407021 w 4121794"/>
                    <a:gd name="connsiteY4" fmla="*/ 2084387 h 3687815"/>
                    <a:gd name="connsiteX5" fmla="*/ 1003921 w 4121794"/>
                    <a:gd name="connsiteY5" fmla="*/ 2173287 h 3687815"/>
                    <a:gd name="connsiteX6" fmla="*/ 1130921 w 4121794"/>
                    <a:gd name="connsiteY6" fmla="*/ 2058987 h 3687815"/>
                    <a:gd name="connsiteX7" fmla="*/ 1143621 w 4121794"/>
                    <a:gd name="connsiteY7" fmla="*/ 2693987 h 3687815"/>
                    <a:gd name="connsiteX8" fmla="*/ 1753221 w 4121794"/>
                    <a:gd name="connsiteY8" fmla="*/ 3506787 h 3687815"/>
                    <a:gd name="connsiteX9" fmla="*/ 3404221 w 4121794"/>
                    <a:gd name="connsiteY9" fmla="*/ 3671887 h 3687815"/>
                    <a:gd name="connsiteX10" fmla="*/ 4039221 w 4121794"/>
                    <a:gd name="connsiteY10" fmla="*/ 3240087 h 3687815"/>
                    <a:gd name="connsiteX11" fmla="*/ 3988421 w 4121794"/>
                    <a:gd name="connsiteY11" fmla="*/ 1627187 h 3687815"/>
                    <a:gd name="connsiteX12" fmla="*/ 2896221 w 4121794"/>
                    <a:gd name="connsiteY12" fmla="*/ 750887 h 3687815"/>
                    <a:gd name="connsiteX13" fmla="*/ 2096121 w 4121794"/>
                    <a:gd name="connsiteY13" fmla="*/ 890587 h 3687815"/>
                    <a:gd name="connsiteX14" fmla="*/ 2070721 w 4121794"/>
                    <a:gd name="connsiteY14" fmla="*/ 763587 h 3687815"/>
                    <a:gd name="connsiteX15" fmla="*/ 1765921 w 4121794"/>
                    <a:gd name="connsiteY15" fmla="*/ 192087 h 3687815"/>
                    <a:gd name="connsiteX16" fmla="*/ 1308721 w 4121794"/>
                    <a:gd name="connsiteY16" fmla="*/ 1587 h 3687815"/>
                    <a:gd name="connsiteX17" fmla="*/ 826121 w 4121794"/>
                    <a:gd name="connsiteY17" fmla="*/ 128587 h 3687815"/>
                    <a:gd name="connsiteX18" fmla="*/ 635621 w 4121794"/>
                    <a:gd name="connsiteY18" fmla="*/ 573087 h 3687815"/>
                    <a:gd name="connsiteX19" fmla="*/ 699121 w 4121794"/>
                    <a:gd name="connsiteY19" fmla="*/ 776287 h 3687815"/>
                    <a:gd name="connsiteX0" fmla="*/ 1448421 w 4121794"/>
                    <a:gd name="connsiteY0" fmla="*/ 1258887 h 3677349"/>
                    <a:gd name="connsiteX1" fmla="*/ 1245221 w 4121794"/>
                    <a:gd name="connsiteY1" fmla="*/ 1042987 h 3677349"/>
                    <a:gd name="connsiteX2" fmla="*/ 495921 w 4121794"/>
                    <a:gd name="connsiteY2" fmla="*/ 814387 h 3677349"/>
                    <a:gd name="connsiteX3" fmla="*/ 621 w 4121794"/>
                    <a:gd name="connsiteY3" fmla="*/ 1487487 h 3677349"/>
                    <a:gd name="connsiteX4" fmla="*/ 407021 w 4121794"/>
                    <a:gd name="connsiteY4" fmla="*/ 2084387 h 3677349"/>
                    <a:gd name="connsiteX5" fmla="*/ 1003921 w 4121794"/>
                    <a:gd name="connsiteY5" fmla="*/ 2173287 h 3677349"/>
                    <a:gd name="connsiteX6" fmla="*/ 1130921 w 4121794"/>
                    <a:gd name="connsiteY6" fmla="*/ 2058987 h 3677349"/>
                    <a:gd name="connsiteX7" fmla="*/ 1143621 w 4121794"/>
                    <a:gd name="connsiteY7" fmla="*/ 2693987 h 3677349"/>
                    <a:gd name="connsiteX8" fmla="*/ 2007221 w 4121794"/>
                    <a:gd name="connsiteY8" fmla="*/ 3430587 h 3677349"/>
                    <a:gd name="connsiteX9" fmla="*/ 3404221 w 4121794"/>
                    <a:gd name="connsiteY9" fmla="*/ 3671887 h 3677349"/>
                    <a:gd name="connsiteX10" fmla="*/ 4039221 w 4121794"/>
                    <a:gd name="connsiteY10" fmla="*/ 3240087 h 3677349"/>
                    <a:gd name="connsiteX11" fmla="*/ 3988421 w 4121794"/>
                    <a:gd name="connsiteY11" fmla="*/ 1627187 h 3677349"/>
                    <a:gd name="connsiteX12" fmla="*/ 2896221 w 4121794"/>
                    <a:gd name="connsiteY12" fmla="*/ 750887 h 3677349"/>
                    <a:gd name="connsiteX13" fmla="*/ 2096121 w 4121794"/>
                    <a:gd name="connsiteY13" fmla="*/ 890587 h 3677349"/>
                    <a:gd name="connsiteX14" fmla="*/ 2070721 w 4121794"/>
                    <a:gd name="connsiteY14" fmla="*/ 763587 h 3677349"/>
                    <a:gd name="connsiteX15" fmla="*/ 1765921 w 4121794"/>
                    <a:gd name="connsiteY15" fmla="*/ 192087 h 3677349"/>
                    <a:gd name="connsiteX16" fmla="*/ 1308721 w 4121794"/>
                    <a:gd name="connsiteY16" fmla="*/ 1587 h 3677349"/>
                    <a:gd name="connsiteX17" fmla="*/ 826121 w 4121794"/>
                    <a:gd name="connsiteY17" fmla="*/ 128587 h 3677349"/>
                    <a:gd name="connsiteX18" fmla="*/ 635621 w 4121794"/>
                    <a:gd name="connsiteY18" fmla="*/ 573087 h 3677349"/>
                    <a:gd name="connsiteX19" fmla="*/ 699121 w 4121794"/>
                    <a:gd name="connsiteY19" fmla="*/ 776287 h 3677349"/>
                    <a:gd name="connsiteX0" fmla="*/ 1448421 w 4121794"/>
                    <a:gd name="connsiteY0" fmla="*/ 1258887 h 3677349"/>
                    <a:gd name="connsiteX1" fmla="*/ 1181721 w 4121794"/>
                    <a:gd name="connsiteY1" fmla="*/ 1144587 h 3677349"/>
                    <a:gd name="connsiteX2" fmla="*/ 495921 w 4121794"/>
                    <a:gd name="connsiteY2" fmla="*/ 814387 h 3677349"/>
                    <a:gd name="connsiteX3" fmla="*/ 621 w 4121794"/>
                    <a:gd name="connsiteY3" fmla="*/ 1487487 h 3677349"/>
                    <a:gd name="connsiteX4" fmla="*/ 407021 w 4121794"/>
                    <a:gd name="connsiteY4" fmla="*/ 2084387 h 3677349"/>
                    <a:gd name="connsiteX5" fmla="*/ 1003921 w 4121794"/>
                    <a:gd name="connsiteY5" fmla="*/ 2173287 h 3677349"/>
                    <a:gd name="connsiteX6" fmla="*/ 1130921 w 4121794"/>
                    <a:gd name="connsiteY6" fmla="*/ 2058987 h 3677349"/>
                    <a:gd name="connsiteX7" fmla="*/ 1143621 w 4121794"/>
                    <a:gd name="connsiteY7" fmla="*/ 2693987 h 3677349"/>
                    <a:gd name="connsiteX8" fmla="*/ 2007221 w 4121794"/>
                    <a:gd name="connsiteY8" fmla="*/ 3430587 h 3677349"/>
                    <a:gd name="connsiteX9" fmla="*/ 3404221 w 4121794"/>
                    <a:gd name="connsiteY9" fmla="*/ 3671887 h 3677349"/>
                    <a:gd name="connsiteX10" fmla="*/ 4039221 w 4121794"/>
                    <a:gd name="connsiteY10" fmla="*/ 3240087 h 3677349"/>
                    <a:gd name="connsiteX11" fmla="*/ 3988421 w 4121794"/>
                    <a:gd name="connsiteY11" fmla="*/ 1627187 h 3677349"/>
                    <a:gd name="connsiteX12" fmla="*/ 2896221 w 4121794"/>
                    <a:gd name="connsiteY12" fmla="*/ 750887 h 3677349"/>
                    <a:gd name="connsiteX13" fmla="*/ 2096121 w 4121794"/>
                    <a:gd name="connsiteY13" fmla="*/ 890587 h 3677349"/>
                    <a:gd name="connsiteX14" fmla="*/ 2070721 w 4121794"/>
                    <a:gd name="connsiteY14" fmla="*/ 763587 h 3677349"/>
                    <a:gd name="connsiteX15" fmla="*/ 1765921 w 4121794"/>
                    <a:gd name="connsiteY15" fmla="*/ 192087 h 3677349"/>
                    <a:gd name="connsiteX16" fmla="*/ 1308721 w 4121794"/>
                    <a:gd name="connsiteY16" fmla="*/ 1587 h 3677349"/>
                    <a:gd name="connsiteX17" fmla="*/ 826121 w 4121794"/>
                    <a:gd name="connsiteY17" fmla="*/ 128587 h 3677349"/>
                    <a:gd name="connsiteX18" fmla="*/ 635621 w 4121794"/>
                    <a:gd name="connsiteY18" fmla="*/ 573087 h 3677349"/>
                    <a:gd name="connsiteX19" fmla="*/ 699121 w 4121794"/>
                    <a:gd name="connsiteY19" fmla="*/ 776287 h 3677349"/>
                    <a:gd name="connsiteX0" fmla="*/ 1448421 w 4121794"/>
                    <a:gd name="connsiteY0" fmla="*/ 1397502 h 3815964"/>
                    <a:gd name="connsiteX1" fmla="*/ 1181721 w 4121794"/>
                    <a:gd name="connsiteY1" fmla="*/ 1283202 h 3815964"/>
                    <a:gd name="connsiteX2" fmla="*/ 495921 w 4121794"/>
                    <a:gd name="connsiteY2" fmla="*/ 953002 h 3815964"/>
                    <a:gd name="connsiteX3" fmla="*/ 621 w 4121794"/>
                    <a:gd name="connsiteY3" fmla="*/ 1626102 h 3815964"/>
                    <a:gd name="connsiteX4" fmla="*/ 407021 w 4121794"/>
                    <a:gd name="connsiteY4" fmla="*/ 2223002 h 3815964"/>
                    <a:gd name="connsiteX5" fmla="*/ 1003921 w 4121794"/>
                    <a:gd name="connsiteY5" fmla="*/ 2311902 h 3815964"/>
                    <a:gd name="connsiteX6" fmla="*/ 1130921 w 4121794"/>
                    <a:gd name="connsiteY6" fmla="*/ 2197602 h 3815964"/>
                    <a:gd name="connsiteX7" fmla="*/ 1143621 w 4121794"/>
                    <a:gd name="connsiteY7" fmla="*/ 2832602 h 3815964"/>
                    <a:gd name="connsiteX8" fmla="*/ 2007221 w 4121794"/>
                    <a:gd name="connsiteY8" fmla="*/ 3569202 h 3815964"/>
                    <a:gd name="connsiteX9" fmla="*/ 3404221 w 4121794"/>
                    <a:gd name="connsiteY9" fmla="*/ 3810502 h 3815964"/>
                    <a:gd name="connsiteX10" fmla="*/ 4039221 w 4121794"/>
                    <a:gd name="connsiteY10" fmla="*/ 3378702 h 3815964"/>
                    <a:gd name="connsiteX11" fmla="*/ 3988421 w 4121794"/>
                    <a:gd name="connsiteY11" fmla="*/ 1765802 h 3815964"/>
                    <a:gd name="connsiteX12" fmla="*/ 2896221 w 4121794"/>
                    <a:gd name="connsiteY12" fmla="*/ 889502 h 3815964"/>
                    <a:gd name="connsiteX13" fmla="*/ 2096121 w 4121794"/>
                    <a:gd name="connsiteY13" fmla="*/ 1029202 h 3815964"/>
                    <a:gd name="connsiteX14" fmla="*/ 2070721 w 4121794"/>
                    <a:gd name="connsiteY14" fmla="*/ 902202 h 3815964"/>
                    <a:gd name="connsiteX15" fmla="*/ 1765921 w 4121794"/>
                    <a:gd name="connsiteY15" fmla="*/ 330702 h 3815964"/>
                    <a:gd name="connsiteX16" fmla="*/ 1423021 w 4121794"/>
                    <a:gd name="connsiteY16" fmla="*/ 502 h 3815964"/>
                    <a:gd name="connsiteX17" fmla="*/ 826121 w 4121794"/>
                    <a:gd name="connsiteY17" fmla="*/ 267202 h 3815964"/>
                    <a:gd name="connsiteX18" fmla="*/ 635621 w 4121794"/>
                    <a:gd name="connsiteY18" fmla="*/ 711702 h 3815964"/>
                    <a:gd name="connsiteX19" fmla="*/ 699121 w 4121794"/>
                    <a:gd name="connsiteY19" fmla="*/ 914902 h 3815964"/>
                    <a:gd name="connsiteX0" fmla="*/ 1448421 w 4121794"/>
                    <a:gd name="connsiteY0" fmla="*/ 1411791 h 3830253"/>
                    <a:gd name="connsiteX1" fmla="*/ 1181721 w 4121794"/>
                    <a:gd name="connsiteY1" fmla="*/ 1297491 h 3830253"/>
                    <a:gd name="connsiteX2" fmla="*/ 495921 w 4121794"/>
                    <a:gd name="connsiteY2" fmla="*/ 967291 h 3830253"/>
                    <a:gd name="connsiteX3" fmla="*/ 621 w 4121794"/>
                    <a:gd name="connsiteY3" fmla="*/ 1640391 h 3830253"/>
                    <a:gd name="connsiteX4" fmla="*/ 407021 w 4121794"/>
                    <a:gd name="connsiteY4" fmla="*/ 2237291 h 3830253"/>
                    <a:gd name="connsiteX5" fmla="*/ 1003921 w 4121794"/>
                    <a:gd name="connsiteY5" fmla="*/ 2326191 h 3830253"/>
                    <a:gd name="connsiteX6" fmla="*/ 1130921 w 4121794"/>
                    <a:gd name="connsiteY6" fmla="*/ 2211891 h 3830253"/>
                    <a:gd name="connsiteX7" fmla="*/ 1143621 w 4121794"/>
                    <a:gd name="connsiteY7" fmla="*/ 2846891 h 3830253"/>
                    <a:gd name="connsiteX8" fmla="*/ 2007221 w 4121794"/>
                    <a:gd name="connsiteY8" fmla="*/ 3583491 h 3830253"/>
                    <a:gd name="connsiteX9" fmla="*/ 3404221 w 4121794"/>
                    <a:gd name="connsiteY9" fmla="*/ 3824791 h 3830253"/>
                    <a:gd name="connsiteX10" fmla="*/ 4039221 w 4121794"/>
                    <a:gd name="connsiteY10" fmla="*/ 3392991 h 3830253"/>
                    <a:gd name="connsiteX11" fmla="*/ 3988421 w 4121794"/>
                    <a:gd name="connsiteY11" fmla="*/ 1780091 h 3830253"/>
                    <a:gd name="connsiteX12" fmla="*/ 2896221 w 4121794"/>
                    <a:gd name="connsiteY12" fmla="*/ 903791 h 3830253"/>
                    <a:gd name="connsiteX13" fmla="*/ 2096121 w 4121794"/>
                    <a:gd name="connsiteY13" fmla="*/ 1043491 h 3830253"/>
                    <a:gd name="connsiteX14" fmla="*/ 2070721 w 4121794"/>
                    <a:gd name="connsiteY14" fmla="*/ 916491 h 3830253"/>
                    <a:gd name="connsiteX15" fmla="*/ 1765921 w 4121794"/>
                    <a:gd name="connsiteY15" fmla="*/ 344991 h 3830253"/>
                    <a:gd name="connsiteX16" fmla="*/ 1423021 w 4121794"/>
                    <a:gd name="connsiteY16" fmla="*/ 14791 h 3830253"/>
                    <a:gd name="connsiteX17" fmla="*/ 826121 w 4121794"/>
                    <a:gd name="connsiteY17" fmla="*/ 281491 h 3830253"/>
                    <a:gd name="connsiteX18" fmla="*/ 635621 w 4121794"/>
                    <a:gd name="connsiteY18" fmla="*/ 725991 h 3830253"/>
                    <a:gd name="connsiteX19" fmla="*/ 699121 w 4121794"/>
                    <a:gd name="connsiteY19" fmla="*/ 929191 h 3830253"/>
                    <a:gd name="connsiteX0" fmla="*/ 1448421 w 4121794"/>
                    <a:gd name="connsiteY0" fmla="*/ 1351676 h 3770138"/>
                    <a:gd name="connsiteX1" fmla="*/ 1181721 w 4121794"/>
                    <a:gd name="connsiteY1" fmla="*/ 1237376 h 3770138"/>
                    <a:gd name="connsiteX2" fmla="*/ 495921 w 4121794"/>
                    <a:gd name="connsiteY2" fmla="*/ 907176 h 3770138"/>
                    <a:gd name="connsiteX3" fmla="*/ 621 w 4121794"/>
                    <a:gd name="connsiteY3" fmla="*/ 1580276 h 3770138"/>
                    <a:gd name="connsiteX4" fmla="*/ 407021 w 4121794"/>
                    <a:gd name="connsiteY4" fmla="*/ 2177176 h 3770138"/>
                    <a:gd name="connsiteX5" fmla="*/ 1003921 w 4121794"/>
                    <a:gd name="connsiteY5" fmla="*/ 2266076 h 3770138"/>
                    <a:gd name="connsiteX6" fmla="*/ 1130921 w 4121794"/>
                    <a:gd name="connsiteY6" fmla="*/ 2151776 h 3770138"/>
                    <a:gd name="connsiteX7" fmla="*/ 1143621 w 4121794"/>
                    <a:gd name="connsiteY7" fmla="*/ 2786776 h 3770138"/>
                    <a:gd name="connsiteX8" fmla="*/ 2007221 w 4121794"/>
                    <a:gd name="connsiteY8" fmla="*/ 3523376 h 3770138"/>
                    <a:gd name="connsiteX9" fmla="*/ 3404221 w 4121794"/>
                    <a:gd name="connsiteY9" fmla="*/ 3764676 h 3770138"/>
                    <a:gd name="connsiteX10" fmla="*/ 4039221 w 4121794"/>
                    <a:gd name="connsiteY10" fmla="*/ 3332876 h 3770138"/>
                    <a:gd name="connsiteX11" fmla="*/ 3988421 w 4121794"/>
                    <a:gd name="connsiteY11" fmla="*/ 1719976 h 3770138"/>
                    <a:gd name="connsiteX12" fmla="*/ 2896221 w 4121794"/>
                    <a:gd name="connsiteY12" fmla="*/ 843676 h 3770138"/>
                    <a:gd name="connsiteX13" fmla="*/ 2096121 w 4121794"/>
                    <a:gd name="connsiteY13" fmla="*/ 983376 h 3770138"/>
                    <a:gd name="connsiteX14" fmla="*/ 2070721 w 4121794"/>
                    <a:gd name="connsiteY14" fmla="*/ 856376 h 3770138"/>
                    <a:gd name="connsiteX15" fmla="*/ 1765921 w 4121794"/>
                    <a:gd name="connsiteY15" fmla="*/ 284876 h 3770138"/>
                    <a:gd name="connsiteX16" fmla="*/ 1765921 w 4121794"/>
                    <a:gd name="connsiteY16" fmla="*/ 18176 h 3770138"/>
                    <a:gd name="connsiteX17" fmla="*/ 826121 w 4121794"/>
                    <a:gd name="connsiteY17" fmla="*/ 221376 h 3770138"/>
                    <a:gd name="connsiteX18" fmla="*/ 635621 w 4121794"/>
                    <a:gd name="connsiteY18" fmla="*/ 665876 h 3770138"/>
                    <a:gd name="connsiteX19" fmla="*/ 699121 w 4121794"/>
                    <a:gd name="connsiteY19" fmla="*/ 869076 h 3770138"/>
                    <a:gd name="connsiteX0" fmla="*/ 1448421 w 4121794"/>
                    <a:gd name="connsiteY0" fmla="*/ 1337417 h 3755879"/>
                    <a:gd name="connsiteX1" fmla="*/ 1181721 w 4121794"/>
                    <a:gd name="connsiteY1" fmla="*/ 1223117 h 3755879"/>
                    <a:gd name="connsiteX2" fmla="*/ 495921 w 4121794"/>
                    <a:gd name="connsiteY2" fmla="*/ 892917 h 3755879"/>
                    <a:gd name="connsiteX3" fmla="*/ 621 w 4121794"/>
                    <a:gd name="connsiteY3" fmla="*/ 1566017 h 3755879"/>
                    <a:gd name="connsiteX4" fmla="*/ 407021 w 4121794"/>
                    <a:gd name="connsiteY4" fmla="*/ 2162917 h 3755879"/>
                    <a:gd name="connsiteX5" fmla="*/ 1003921 w 4121794"/>
                    <a:gd name="connsiteY5" fmla="*/ 2251817 h 3755879"/>
                    <a:gd name="connsiteX6" fmla="*/ 1130921 w 4121794"/>
                    <a:gd name="connsiteY6" fmla="*/ 2137517 h 3755879"/>
                    <a:gd name="connsiteX7" fmla="*/ 1143621 w 4121794"/>
                    <a:gd name="connsiteY7" fmla="*/ 2772517 h 3755879"/>
                    <a:gd name="connsiteX8" fmla="*/ 2007221 w 4121794"/>
                    <a:gd name="connsiteY8" fmla="*/ 3509117 h 3755879"/>
                    <a:gd name="connsiteX9" fmla="*/ 3404221 w 4121794"/>
                    <a:gd name="connsiteY9" fmla="*/ 3750417 h 3755879"/>
                    <a:gd name="connsiteX10" fmla="*/ 4039221 w 4121794"/>
                    <a:gd name="connsiteY10" fmla="*/ 3318617 h 3755879"/>
                    <a:gd name="connsiteX11" fmla="*/ 3988421 w 4121794"/>
                    <a:gd name="connsiteY11" fmla="*/ 1705717 h 3755879"/>
                    <a:gd name="connsiteX12" fmla="*/ 2896221 w 4121794"/>
                    <a:gd name="connsiteY12" fmla="*/ 829417 h 3755879"/>
                    <a:gd name="connsiteX13" fmla="*/ 2096121 w 4121794"/>
                    <a:gd name="connsiteY13" fmla="*/ 969117 h 3755879"/>
                    <a:gd name="connsiteX14" fmla="*/ 2070721 w 4121794"/>
                    <a:gd name="connsiteY14" fmla="*/ 842117 h 3755879"/>
                    <a:gd name="connsiteX15" fmla="*/ 1867521 w 4121794"/>
                    <a:gd name="connsiteY15" fmla="*/ 372217 h 3755879"/>
                    <a:gd name="connsiteX16" fmla="*/ 1765921 w 4121794"/>
                    <a:gd name="connsiteY16" fmla="*/ 3917 h 3755879"/>
                    <a:gd name="connsiteX17" fmla="*/ 826121 w 4121794"/>
                    <a:gd name="connsiteY17" fmla="*/ 207117 h 3755879"/>
                    <a:gd name="connsiteX18" fmla="*/ 635621 w 4121794"/>
                    <a:gd name="connsiteY18" fmla="*/ 651617 h 3755879"/>
                    <a:gd name="connsiteX19" fmla="*/ 699121 w 4121794"/>
                    <a:gd name="connsiteY19" fmla="*/ 854817 h 3755879"/>
                    <a:gd name="connsiteX0" fmla="*/ 1448421 w 4121794"/>
                    <a:gd name="connsiteY0" fmla="*/ 1336458 h 3754920"/>
                    <a:gd name="connsiteX1" fmla="*/ 1181721 w 4121794"/>
                    <a:gd name="connsiteY1" fmla="*/ 1222158 h 3754920"/>
                    <a:gd name="connsiteX2" fmla="*/ 495921 w 4121794"/>
                    <a:gd name="connsiteY2" fmla="*/ 891958 h 3754920"/>
                    <a:gd name="connsiteX3" fmla="*/ 621 w 4121794"/>
                    <a:gd name="connsiteY3" fmla="*/ 1565058 h 3754920"/>
                    <a:gd name="connsiteX4" fmla="*/ 407021 w 4121794"/>
                    <a:gd name="connsiteY4" fmla="*/ 2161958 h 3754920"/>
                    <a:gd name="connsiteX5" fmla="*/ 1003921 w 4121794"/>
                    <a:gd name="connsiteY5" fmla="*/ 2250858 h 3754920"/>
                    <a:gd name="connsiteX6" fmla="*/ 1130921 w 4121794"/>
                    <a:gd name="connsiteY6" fmla="*/ 2136558 h 3754920"/>
                    <a:gd name="connsiteX7" fmla="*/ 1143621 w 4121794"/>
                    <a:gd name="connsiteY7" fmla="*/ 2771558 h 3754920"/>
                    <a:gd name="connsiteX8" fmla="*/ 2007221 w 4121794"/>
                    <a:gd name="connsiteY8" fmla="*/ 3508158 h 3754920"/>
                    <a:gd name="connsiteX9" fmla="*/ 3404221 w 4121794"/>
                    <a:gd name="connsiteY9" fmla="*/ 3749458 h 3754920"/>
                    <a:gd name="connsiteX10" fmla="*/ 4039221 w 4121794"/>
                    <a:gd name="connsiteY10" fmla="*/ 3317658 h 3754920"/>
                    <a:gd name="connsiteX11" fmla="*/ 3988421 w 4121794"/>
                    <a:gd name="connsiteY11" fmla="*/ 1704758 h 3754920"/>
                    <a:gd name="connsiteX12" fmla="*/ 2896221 w 4121794"/>
                    <a:gd name="connsiteY12" fmla="*/ 828458 h 3754920"/>
                    <a:gd name="connsiteX13" fmla="*/ 2096121 w 4121794"/>
                    <a:gd name="connsiteY13" fmla="*/ 968158 h 3754920"/>
                    <a:gd name="connsiteX14" fmla="*/ 2070721 w 4121794"/>
                    <a:gd name="connsiteY14" fmla="*/ 841158 h 3754920"/>
                    <a:gd name="connsiteX15" fmla="*/ 1702421 w 4121794"/>
                    <a:gd name="connsiteY15" fmla="*/ 345858 h 3754920"/>
                    <a:gd name="connsiteX16" fmla="*/ 1765921 w 4121794"/>
                    <a:gd name="connsiteY16" fmla="*/ 2958 h 3754920"/>
                    <a:gd name="connsiteX17" fmla="*/ 826121 w 4121794"/>
                    <a:gd name="connsiteY17" fmla="*/ 206158 h 3754920"/>
                    <a:gd name="connsiteX18" fmla="*/ 635621 w 4121794"/>
                    <a:gd name="connsiteY18" fmla="*/ 650658 h 3754920"/>
                    <a:gd name="connsiteX19" fmla="*/ 699121 w 4121794"/>
                    <a:gd name="connsiteY19" fmla="*/ 853858 h 3754920"/>
                    <a:gd name="connsiteX0" fmla="*/ 1448421 w 4121794"/>
                    <a:gd name="connsiteY0" fmla="*/ 1336458 h 3754920"/>
                    <a:gd name="connsiteX1" fmla="*/ 1181721 w 4121794"/>
                    <a:gd name="connsiteY1" fmla="*/ 1222158 h 3754920"/>
                    <a:gd name="connsiteX2" fmla="*/ 495921 w 4121794"/>
                    <a:gd name="connsiteY2" fmla="*/ 891958 h 3754920"/>
                    <a:gd name="connsiteX3" fmla="*/ 621 w 4121794"/>
                    <a:gd name="connsiteY3" fmla="*/ 1565058 h 3754920"/>
                    <a:gd name="connsiteX4" fmla="*/ 407021 w 4121794"/>
                    <a:gd name="connsiteY4" fmla="*/ 2161958 h 3754920"/>
                    <a:gd name="connsiteX5" fmla="*/ 1003921 w 4121794"/>
                    <a:gd name="connsiteY5" fmla="*/ 2250858 h 3754920"/>
                    <a:gd name="connsiteX6" fmla="*/ 1130921 w 4121794"/>
                    <a:gd name="connsiteY6" fmla="*/ 2136558 h 3754920"/>
                    <a:gd name="connsiteX7" fmla="*/ 1143621 w 4121794"/>
                    <a:gd name="connsiteY7" fmla="*/ 2771558 h 3754920"/>
                    <a:gd name="connsiteX8" fmla="*/ 2007221 w 4121794"/>
                    <a:gd name="connsiteY8" fmla="*/ 3508158 h 3754920"/>
                    <a:gd name="connsiteX9" fmla="*/ 3404221 w 4121794"/>
                    <a:gd name="connsiteY9" fmla="*/ 3749458 h 3754920"/>
                    <a:gd name="connsiteX10" fmla="*/ 4039221 w 4121794"/>
                    <a:gd name="connsiteY10" fmla="*/ 3317658 h 3754920"/>
                    <a:gd name="connsiteX11" fmla="*/ 3988421 w 4121794"/>
                    <a:gd name="connsiteY11" fmla="*/ 1704758 h 3754920"/>
                    <a:gd name="connsiteX12" fmla="*/ 2896221 w 4121794"/>
                    <a:gd name="connsiteY12" fmla="*/ 828458 h 3754920"/>
                    <a:gd name="connsiteX13" fmla="*/ 2096121 w 4121794"/>
                    <a:gd name="connsiteY13" fmla="*/ 968158 h 3754920"/>
                    <a:gd name="connsiteX14" fmla="*/ 2096121 w 4121794"/>
                    <a:gd name="connsiteY14" fmla="*/ 676058 h 3754920"/>
                    <a:gd name="connsiteX15" fmla="*/ 1702421 w 4121794"/>
                    <a:gd name="connsiteY15" fmla="*/ 345858 h 3754920"/>
                    <a:gd name="connsiteX16" fmla="*/ 1765921 w 4121794"/>
                    <a:gd name="connsiteY16" fmla="*/ 2958 h 3754920"/>
                    <a:gd name="connsiteX17" fmla="*/ 826121 w 4121794"/>
                    <a:gd name="connsiteY17" fmla="*/ 206158 h 3754920"/>
                    <a:gd name="connsiteX18" fmla="*/ 635621 w 4121794"/>
                    <a:gd name="connsiteY18" fmla="*/ 650658 h 3754920"/>
                    <a:gd name="connsiteX19" fmla="*/ 699121 w 4121794"/>
                    <a:gd name="connsiteY19" fmla="*/ 853858 h 3754920"/>
                    <a:gd name="connsiteX0" fmla="*/ 1448421 w 4121794"/>
                    <a:gd name="connsiteY0" fmla="*/ 1336458 h 3754920"/>
                    <a:gd name="connsiteX1" fmla="*/ 1181721 w 4121794"/>
                    <a:gd name="connsiteY1" fmla="*/ 1222158 h 3754920"/>
                    <a:gd name="connsiteX2" fmla="*/ 495921 w 4121794"/>
                    <a:gd name="connsiteY2" fmla="*/ 891958 h 3754920"/>
                    <a:gd name="connsiteX3" fmla="*/ 621 w 4121794"/>
                    <a:gd name="connsiteY3" fmla="*/ 1565058 h 3754920"/>
                    <a:gd name="connsiteX4" fmla="*/ 407021 w 4121794"/>
                    <a:gd name="connsiteY4" fmla="*/ 2161958 h 3754920"/>
                    <a:gd name="connsiteX5" fmla="*/ 1003921 w 4121794"/>
                    <a:gd name="connsiteY5" fmla="*/ 2250858 h 3754920"/>
                    <a:gd name="connsiteX6" fmla="*/ 1130921 w 4121794"/>
                    <a:gd name="connsiteY6" fmla="*/ 2136558 h 3754920"/>
                    <a:gd name="connsiteX7" fmla="*/ 1143621 w 4121794"/>
                    <a:gd name="connsiteY7" fmla="*/ 2771558 h 3754920"/>
                    <a:gd name="connsiteX8" fmla="*/ 2007221 w 4121794"/>
                    <a:gd name="connsiteY8" fmla="*/ 3508158 h 3754920"/>
                    <a:gd name="connsiteX9" fmla="*/ 3404221 w 4121794"/>
                    <a:gd name="connsiteY9" fmla="*/ 3749458 h 3754920"/>
                    <a:gd name="connsiteX10" fmla="*/ 4039221 w 4121794"/>
                    <a:gd name="connsiteY10" fmla="*/ 3317658 h 3754920"/>
                    <a:gd name="connsiteX11" fmla="*/ 3988421 w 4121794"/>
                    <a:gd name="connsiteY11" fmla="*/ 1704758 h 3754920"/>
                    <a:gd name="connsiteX12" fmla="*/ 2896221 w 4121794"/>
                    <a:gd name="connsiteY12" fmla="*/ 828458 h 3754920"/>
                    <a:gd name="connsiteX13" fmla="*/ 1956421 w 4121794"/>
                    <a:gd name="connsiteY13" fmla="*/ 968158 h 3754920"/>
                    <a:gd name="connsiteX14" fmla="*/ 2096121 w 4121794"/>
                    <a:gd name="connsiteY14" fmla="*/ 676058 h 3754920"/>
                    <a:gd name="connsiteX15" fmla="*/ 1702421 w 4121794"/>
                    <a:gd name="connsiteY15" fmla="*/ 345858 h 3754920"/>
                    <a:gd name="connsiteX16" fmla="*/ 1765921 w 4121794"/>
                    <a:gd name="connsiteY16" fmla="*/ 2958 h 3754920"/>
                    <a:gd name="connsiteX17" fmla="*/ 826121 w 4121794"/>
                    <a:gd name="connsiteY17" fmla="*/ 206158 h 3754920"/>
                    <a:gd name="connsiteX18" fmla="*/ 635621 w 4121794"/>
                    <a:gd name="connsiteY18" fmla="*/ 650658 h 3754920"/>
                    <a:gd name="connsiteX19" fmla="*/ 699121 w 4121794"/>
                    <a:gd name="connsiteY19" fmla="*/ 853858 h 3754920"/>
                    <a:gd name="connsiteX0" fmla="*/ 1448421 w 4121794"/>
                    <a:gd name="connsiteY0" fmla="*/ 1336458 h 3754920"/>
                    <a:gd name="connsiteX1" fmla="*/ 1181721 w 4121794"/>
                    <a:gd name="connsiteY1" fmla="*/ 1222158 h 3754920"/>
                    <a:gd name="connsiteX2" fmla="*/ 495921 w 4121794"/>
                    <a:gd name="connsiteY2" fmla="*/ 891958 h 3754920"/>
                    <a:gd name="connsiteX3" fmla="*/ 621 w 4121794"/>
                    <a:gd name="connsiteY3" fmla="*/ 1565058 h 3754920"/>
                    <a:gd name="connsiteX4" fmla="*/ 407021 w 4121794"/>
                    <a:gd name="connsiteY4" fmla="*/ 2161958 h 3754920"/>
                    <a:gd name="connsiteX5" fmla="*/ 1003921 w 4121794"/>
                    <a:gd name="connsiteY5" fmla="*/ 2250858 h 3754920"/>
                    <a:gd name="connsiteX6" fmla="*/ 1130921 w 4121794"/>
                    <a:gd name="connsiteY6" fmla="*/ 2136558 h 3754920"/>
                    <a:gd name="connsiteX7" fmla="*/ 1143621 w 4121794"/>
                    <a:gd name="connsiteY7" fmla="*/ 2771558 h 3754920"/>
                    <a:gd name="connsiteX8" fmla="*/ 2007221 w 4121794"/>
                    <a:gd name="connsiteY8" fmla="*/ 3508158 h 3754920"/>
                    <a:gd name="connsiteX9" fmla="*/ 3404221 w 4121794"/>
                    <a:gd name="connsiteY9" fmla="*/ 3749458 h 3754920"/>
                    <a:gd name="connsiteX10" fmla="*/ 4039221 w 4121794"/>
                    <a:gd name="connsiteY10" fmla="*/ 3317658 h 3754920"/>
                    <a:gd name="connsiteX11" fmla="*/ 3988421 w 4121794"/>
                    <a:gd name="connsiteY11" fmla="*/ 1704758 h 3754920"/>
                    <a:gd name="connsiteX12" fmla="*/ 2896221 w 4121794"/>
                    <a:gd name="connsiteY12" fmla="*/ 828458 h 3754920"/>
                    <a:gd name="connsiteX13" fmla="*/ 1956421 w 4121794"/>
                    <a:gd name="connsiteY13" fmla="*/ 968158 h 3754920"/>
                    <a:gd name="connsiteX14" fmla="*/ 2185021 w 4121794"/>
                    <a:gd name="connsiteY14" fmla="*/ 803058 h 3754920"/>
                    <a:gd name="connsiteX15" fmla="*/ 1702421 w 4121794"/>
                    <a:gd name="connsiteY15" fmla="*/ 345858 h 3754920"/>
                    <a:gd name="connsiteX16" fmla="*/ 1765921 w 4121794"/>
                    <a:gd name="connsiteY16" fmla="*/ 2958 h 3754920"/>
                    <a:gd name="connsiteX17" fmla="*/ 826121 w 4121794"/>
                    <a:gd name="connsiteY17" fmla="*/ 206158 h 3754920"/>
                    <a:gd name="connsiteX18" fmla="*/ 635621 w 4121794"/>
                    <a:gd name="connsiteY18" fmla="*/ 650658 h 3754920"/>
                    <a:gd name="connsiteX19" fmla="*/ 699121 w 4121794"/>
                    <a:gd name="connsiteY19" fmla="*/ 853858 h 3754920"/>
                    <a:gd name="connsiteX0" fmla="*/ 1448421 w 4121794"/>
                    <a:gd name="connsiteY0" fmla="*/ 1336458 h 3754920"/>
                    <a:gd name="connsiteX1" fmla="*/ 1181721 w 4121794"/>
                    <a:gd name="connsiteY1" fmla="*/ 1222158 h 3754920"/>
                    <a:gd name="connsiteX2" fmla="*/ 495921 w 4121794"/>
                    <a:gd name="connsiteY2" fmla="*/ 891958 h 3754920"/>
                    <a:gd name="connsiteX3" fmla="*/ 621 w 4121794"/>
                    <a:gd name="connsiteY3" fmla="*/ 1565058 h 3754920"/>
                    <a:gd name="connsiteX4" fmla="*/ 407021 w 4121794"/>
                    <a:gd name="connsiteY4" fmla="*/ 2161958 h 3754920"/>
                    <a:gd name="connsiteX5" fmla="*/ 1003921 w 4121794"/>
                    <a:gd name="connsiteY5" fmla="*/ 2250858 h 3754920"/>
                    <a:gd name="connsiteX6" fmla="*/ 1130921 w 4121794"/>
                    <a:gd name="connsiteY6" fmla="*/ 2136558 h 3754920"/>
                    <a:gd name="connsiteX7" fmla="*/ 1143621 w 4121794"/>
                    <a:gd name="connsiteY7" fmla="*/ 2771558 h 3754920"/>
                    <a:gd name="connsiteX8" fmla="*/ 2007221 w 4121794"/>
                    <a:gd name="connsiteY8" fmla="*/ 3508158 h 3754920"/>
                    <a:gd name="connsiteX9" fmla="*/ 3404221 w 4121794"/>
                    <a:gd name="connsiteY9" fmla="*/ 3749458 h 3754920"/>
                    <a:gd name="connsiteX10" fmla="*/ 4039221 w 4121794"/>
                    <a:gd name="connsiteY10" fmla="*/ 3317658 h 3754920"/>
                    <a:gd name="connsiteX11" fmla="*/ 3988421 w 4121794"/>
                    <a:gd name="connsiteY11" fmla="*/ 1704758 h 3754920"/>
                    <a:gd name="connsiteX12" fmla="*/ 2896221 w 4121794"/>
                    <a:gd name="connsiteY12" fmla="*/ 828458 h 3754920"/>
                    <a:gd name="connsiteX13" fmla="*/ 2070721 w 4121794"/>
                    <a:gd name="connsiteY13" fmla="*/ 968158 h 3754920"/>
                    <a:gd name="connsiteX14" fmla="*/ 2185021 w 4121794"/>
                    <a:gd name="connsiteY14" fmla="*/ 803058 h 3754920"/>
                    <a:gd name="connsiteX15" fmla="*/ 1702421 w 4121794"/>
                    <a:gd name="connsiteY15" fmla="*/ 345858 h 3754920"/>
                    <a:gd name="connsiteX16" fmla="*/ 1765921 w 4121794"/>
                    <a:gd name="connsiteY16" fmla="*/ 2958 h 3754920"/>
                    <a:gd name="connsiteX17" fmla="*/ 826121 w 4121794"/>
                    <a:gd name="connsiteY17" fmla="*/ 206158 h 3754920"/>
                    <a:gd name="connsiteX18" fmla="*/ 635621 w 4121794"/>
                    <a:gd name="connsiteY18" fmla="*/ 650658 h 3754920"/>
                    <a:gd name="connsiteX19" fmla="*/ 699121 w 4121794"/>
                    <a:gd name="connsiteY19" fmla="*/ 853858 h 3754920"/>
                    <a:gd name="connsiteX0" fmla="*/ 1448421 w 4129757"/>
                    <a:gd name="connsiteY0" fmla="*/ 1336458 h 3754920"/>
                    <a:gd name="connsiteX1" fmla="*/ 1181721 w 4129757"/>
                    <a:gd name="connsiteY1" fmla="*/ 1222158 h 3754920"/>
                    <a:gd name="connsiteX2" fmla="*/ 495921 w 4129757"/>
                    <a:gd name="connsiteY2" fmla="*/ 891958 h 3754920"/>
                    <a:gd name="connsiteX3" fmla="*/ 621 w 4129757"/>
                    <a:gd name="connsiteY3" fmla="*/ 1565058 h 3754920"/>
                    <a:gd name="connsiteX4" fmla="*/ 407021 w 4129757"/>
                    <a:gd name="connsiteY4" fmla="*/ 2161958 h 3754920"/>
                    <a:gd name="connsiteX5" fmla="*/ 1003921 w 4129757"/>
                    <a:gd name="connsiteY5" fmla="*/ 2250858 h 3754920"/>
                    <a:gd name="connsiteX6" fmla="*/ 1130921 w 4129757"/>
                    <a:gd name="connsiteY6" fmla="*/ 2136558 h 3754920"/>
                    <a:gd name="connsiteX7" fmla="*/ 1143621 w 4129757"/>
                    <a:gd name="connsiteY7" fmla="*/ 2771558 h 3754920"/>
                    <a:gd name="connsiteX8" fmla="*/ 2007221 w 4129757"/>
                    <a:gd name="connsiteY8" fmla="*/ 3508158 h 3754920"/>
                    <a:gd name="connsiteX9" fmla="*/ 3404221 w 4129757"/>
                    <a:gd name="connsiteY9" fmla="*/ 3749458 h 3754920"/>
                    <a:gd name="connsiteX10" fmla="*/ 4039221 w 4129757"/>
                    <a:gd name="connsiteY10" fmla="*/ 3317658 h 3754920"/>
                    <a:gd name="connsiteX11" fmla="*/ 3988421 w 4129757"/>
                    <a:gd name="connsiteY11" fmla="*/ 1704758 h 3754920"/>
                    <a:gd name="connsiteX12" fmla="*/ 2769221 w 4129757"/>
                    <a:gd name="connsiteY12" fmla="*/ 904658 h 3754920"/>
                    <a:gd name="connsiteX13" fmla="*/ 2070721 w 4129757"/>
                    <a:gd name="connsiteY13" fmla="*/ 968158 h 3754920"/>
                    <a:gd name="connsiteX14" fmla="*/ 2185021 w 4129757"/>
                    <a:gd name="connsiteY14" fmla="*/ 803058 h 3754920"/>
                    <a:gd name="connsiteX15" fmla="*/ 1702421 w 4129757"/>
                    <a:gd name="connsiteY15" fmla="*/ 345858 h 3754920"/>
                    <a:gd name="connsiteX16" fmla="*/ 1765921 w 4129757"/>
                    <a:gd name="connsiteY16" fmla="*/ 2958 h 3754920"/>
                    <a:gd name="connsiteX17" fmla="*/ 826121 w 4129757"/>
                    <a:gd name="connsiteY17" fmla="*/ 206158 h 3754920"/>
                    <a:gd name="connsiteX18" fmla="*/ 635621 w 4129757"/>
                    <a:gd name="connsiteY18" fmla="*/ 650658 h 3754920"/>
                    <a:gd name="connsiteX19" fmla="*/ 699121 w 4129757"/>
                    <a:gd name="connsiteY19" fmla="*/ 853858 h 3754920"/>
                    <a:gd name="connsiteX0" fmla="*/ 1448421 w 4103203"/>
                    <a:gd name="connsiteY0" fmla="*/ 1336458 h 3754920"/>
                    <a:gd name="connsiteX1" fmla="*/ 1181721 w 4103203"/>
                    <a:gd name="connsiteY1" fmla="*/ 1222158 h 3754920"/>
                    <a:gd name="connsiteX2" fmla="*/ 495921 w 4103203"/>
                    <a:gd name="connsiteY2" fmla="*/ 891958 h 3754920"/>
                    <a:gd name="connsiteX3" fmla="*/ 621 w 4103203"/>
                    <a:gd name="connsiteY3" fmla="*/ 1565058 h 3754920"/>
                    <a:gd name="connsiteX4" fmla="*/ 407021 w 4103203"/>
                    <a:gd name="connsiteY4" fmla="*/ 2161958 h 3754920"/>
                    <a:gd name="connsiteX5" fmla="*/ 1003921 w 4103203"/>
                    <a:gd name="connsiteY5" fmla="*/ 2250858 h 3754920"/>
                    <a:gd name="connsiteX6" fmla="*/ 1130921 w 4103203"/>
                    <a:gd name="connsiteY6" fmla="*/ 2136558 h 3754920"/>
                    <a:gd name="connsiteX7" fmla="*/ 1143621 w 4103203"/>
                    <a:gd name="connsiteY7" fmla="*/ 2771558 h 3754920"/>
                    <a:gd name="connsiteX8" fmla="*/ 2007221 w 4103203"/>
                    <a:gd name="connsiteY8" fmla="*/ 3508158 h 3754920"/>
                    <a:gd name="connsiteX9" fmla="*/ 3404221 w 4103203"/>
                    <a:gd name="connsiteY9" fmla="*/ 3749458 h 3754920"/>
                    <a:gd name="connsiteX10" fmla="*/ 4039221 w 4103203"/>
                    <a:gd name="connsiteY10" fmla="*/ 3317658 h 3754920"/>
                    <a:gd name="connsiteX11" fmla="*/ 3937621 w 4103203"/>
                    <a:gd name="connsiteY11" fmla="*/ 1882558 h 3754920"/>
                    <a:gd name="connsiteX12" fmla="*/ 2769221 w 4103203"/>
                    <a:gd name="connsiteY12" fmla="*/ 904658 h 3754920"/>
                    <a:gd name="connsiteX13" fmla="*/ 2070721 w 4103203"/>
                    <a:gd name="connsiteY13" fmla="*/ 968158 h 3754920"/>
                    <a:gd name="connsiteX14" fmla="*/ 2185021 w 4103203"/>
                    <a:gd name="connsiteY14" fmla="*/ 803058 h 3754920"/>
                    <a:gd name="connsiteX15" fmla="*/ 1702421 w 4103203"/>
                    <a:gd name="connsiteY15" fmla="*/ 345858 h 3754920"/>
                    <a:gd name="connsiteX16" fmla="*/ 1765921 w 4103203"/>
                    <a:gd name="connsiteY16" fmla="*/ 2958 h 3754920"/>
                    <a:gd name="connsiteX17" fmla="*/ 826121 w 4103203"/>
                    <a:gd name="connsiteY17" fmla="*/ 206158 h 3754920"/>
                    <a:gd name="connsiteX18" fmla="*/ 635621 w 4103203"/>
                    <a:gd name="connsiteY18" fmla="*/ 650658 h 3754920"/>
                    <a:gd name="connsiteX19" fmla="*/ 699121 w 4103203"/>
                    <a:gd name="connsiteY19" fmla="*/ 853858 h 3754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103203" h="3754920">
                      <a:moveTo>
                        <a:pt x="1448421" y="1336458"/>
                      </a:moveTo>
                      <a:cubicBezTo>
                        <a:pt x="1426196" y="1265549"/>
                        <a:pt x="1340471" y="1296241"/>
                        <a:pt x="1181721" y="1222158"/>
                      </a:cubicBezTo>
                      <a:cubicBezTo>
                        <a:pt x="1022971" y="1148075"/>
                        <a:pt x="692771" y="834808"/>
                        <a:pt x="495921" y="891958"/>
                      </a:cubicBezTo>
                      <a:cubicBezTo>
                        <a:pt x="299071" y="949108"/>
                        <a:pt x="15438" y="1353391"/>
                        <a:pt x="621" y="1565058"/>
                      </a:cubicBezTo>
                      <a:cubicBezTo>
                        <a:pt x="-14196" y="1776725"/>
                        <a:pt x="239804" y="2047658"/>
                        <a:pt x="407021" y="2161958"/>
                      </a:cubicBezTo>
                      <a:cubicBezTo>
                        <a:pt x="574238" y="2276258"/>
                        <a:pt x="883271" y="2255091"/>
                        <a:pt x="1003921" y="2250858"/>
                      </a:cubicBezTo>
                      <a:cubicBezTo>
                        <a:pt x="1124571" y="2246625"/>
                        <a:pt x="1107638" y="2049775"/>
                        <a:pt x="1130921" y="2136558"/>
                      </a:cubicBezTo>
                      <a:cubicBezTo>
                        <a:pt x="1154204" y="2223341"/>
                        <a:pt x="997571" y="2542958"/>
                        <a:pt x="1143621" y="2771558"/>
                      </a:cubicBezTo>
                      <a:cubicBezTo>
                        <a:pt x="1289671" y="3000158"/>
                        <a:pt x="1630454" y="3345175"/>
                        <a:pt x="2007221" y="3508158"/>
                      </a:cubicBezTo>
                      <a:cubicBezTo>
                        <a:pt x="2383988" y="3671141"/>
                        <a:pt x="3065554" y="3781208"/>
                        <a:pt x="3404221" y="3749458"/>
                      </a:cubicBezTo>
                      <a:cubicBezTo>
                        <a:pt x="3742888" y="3717708"/>
                        <a:pt x="3950321" y="3628808"/>
                        <a:pt x="4039221" y="3317658"/>
                      </a:cubicBezTo>
                      <a:cubicBezTo>
                        <a:pt x="4128121" y="3006508"/>
                        <a:pt x="4149288" y="2284725"/>
                        <a:pt x="3937621" y="1882558"/>
                      </a:cubicBezTo>
                      <a:cubicBezTo>
                        <a:pt x="3725954" y="1480391"/>
                        <a:pt x="3080371" y="1057058"/>
                        <a:pt x="2769221" y="904658"/>
                      </a:cubicBezTo>
                      <a:cubicBezTo>
                        <a:pt x="2458071" y="752258"/>
                        <a:pt x="2168088" y="985091"/>
                        <a:pt x="2070721" y="968158"/>
                      </a:cubicBezTo>
                      <a:cubicBezTo>
                        <a:pt x="1973354" y="951225"/>
                        <a:pt x="2246404" y="906775"/>
                        <a:pt x="2185021" y="803058"/>
                      </a:cubicBezTo>
                      <a:cubicBezTo>
                        <a:pt x="2123638" y="699341"/>
                        <a:pt x="1772271" y="479208"/>
                        <a:pt x="1702421" y="345858"/>
                      </a:cubicBezTo>
                      <a:cubicBezTo>
                        <a:pt x="1632571" y="212508"/>
                        <a:pt x="1911971" y="26241"/>
                        <a:pt x="1765921" y="2958"/>
                      </a:cubicBezTo>
                      <a:cubicBezTo>
                        <a:pt x="1619871" y="-20325"/>
                        <a:pt x="1014504" y="98208"/>
                        <a:pt x="826121" y="206158"/>
                      </a:cubicBezTo>
                      <a:cubicBezTo>
                        <a:pt x="637738" y="314108"/>
                        <a:pt x="656788" y="542708"/>
                        <a:pt x="635621" y="650658"/>
                      </a:cubicBezTo>
                      <a:cubicBezTo>
                        <a:pt x="614454" y="758608"/>
                        <a:pt x="667371" y="810466"/>
                        <a:pt x="699121" y="853858"/>
                      </a:cubicBezTo>
                    </a:path>
                  </a:pathLst>
                </a:custGeom>
                <a:ln w="38100"/>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000"/>
                </a:p>
              </p:txBody>
            </p:sp>
            <p:sp>
              <p:nvSpPr>
                <p:cNvPr id="160" name="Freeform: Shape 159">
                  <a:extLst>
                    <a:ext uri="{FF2B5EF4-FFF2-40B4-BE49-F238E27FC236}">
                      <a16:creationId xmlns:a16="http://schemas.microsoft.com/office/drawing/2014/main" id="{F6F6B273-ED06-44C3-8ADB-094DD1AA8451}"/>
                    </a:ext>
                  </a:extLst>
                </p:cNvPr>
                <p:cNvSpPr/>
                <p:nvPr/>
              </p:nvSpPr>
              <p:spPr>
                <a:xfrm rot="21071192">
                  <a:off x="2428102" y="2941729"/>
                  <a:ext cx="480793" cy="195055"/>
                </a:xfrm>
                <a:custGeom>
                  <a:avLst/>
                  <a:gdLst>
                    <a:gd name="connsiteX0" fmla="*/ 65393 w 665136"/>
                    <a:gd name="connsiteY0" fmla="*/ 221189 h 234694"/>
                    <a:gd name="connsiteX1" fmla="*/ 230493 w 665136"/>
                    <a:gd name="connsiteY1" fmla="*/ 106889 h 234694"/>
                    <a:gd name="connsiteX2" fmla="*/ 560693 w 665136"/>
                    <a:gd name="connsiteY2" fmla="*/ 68789 h 234694"/>
                    <a:gd name="connsiteX3" fmla="*/ 662293 w 665136"/>
                    <a:gd name="connsiteY3" fmla="*/ 68789 h 234694"/>
                    <a:gd name="connsiteX4" fmla="*/ 471793 w 665136"/>
                    <a:gd name="connsiteY4" fmla="*/ 5289 h 234694"/>
                    <a:gd name="connsiteX5" fmla="*/ 205093 w 665136"/>
                    <a:gd name="connsiteY5" fmla="*/ 17989 h 234694"/>
                    <a:gd name="connsiteX6" fmla="*/ 14593 w 665136"/>
                    <a:gd name="connsiteY6" fmla="*/ 132289 h 234694"/>
                    <a:gd name="connsiteX7" fmla="*/ 14593 w 665136"/>
                    <a:gd name="connsiteY7" fmla="*/ 221189 h 234694"/>
                    <a:gd name="connsiteX8" fmla="*/ 65393 w 665136"/>
                    <a:gd name="connsiteY8" fmla="*/ 221189 h 23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5136" h="234694">
                      <a:moveTo>
                        <a:pt x="65393" y="221189"/>
                      </a:moveTo>
                      <a:cubicBezTo>
                        <a:pt x="101376" y="202139"/>
                        <a:pt x="147943" y="132289"/>
                        <a:pt x="230493" y="106889"/>
                      </a:cubicBezTo>
                      <a:cubicBezTo>
                        <a:pt x="313043" y="81489"/>
                        <a:pt x="488726" y="75139"/>
                        <a:pt x="560693" y="68789"/>
                      </a:cubicBezTo>
                      <a:cubicBezTo>
                        <a:pt x="632660" y="62439"/>
                        <a:pt x="677110" y="79372"/>
                        <a:pt x="662293" y="68789"/>
                      </a:cubicBezTo>
                      <a:cubicBezTo>
                        <a:pt x="647476" y="58206"/>
                        <a:pt x="547993" y="13756"/>
                        <a:pt x="471793" y="5289"/>
                      </a:cubicBezTo>
                      <a:cubicBezTo>
                        <a:pt x="395593" y="-3178"/>
                        <a:pt x="281293" y="-3178"/>
                        <a:pt x="205093" y="17989"/>
                      </a:cubicBezTo>
                      <a:cubicBezTo>
                        <a:pt x="128893" y="39156"/>
                        <a:pt x="46343" y="98422"/>
                        <a:pt x="14593" y="132289"/>
                      </a:cubicBezTo>
                      <a:cubicBezTo>
                        <a:pt x="-17157" y="166156"/>
                        <a:pt x="12476" y="204256"/>
                        <a:pt x="14593" y="221189"/>
                      </a:cubicBezTo>
                      <a:cubicBezTo>
                        <a:pt x="16710" y="238122"/>
                        <a:pt x="29410" y="240239"/>
                        <a:pt x="65393" y="221189"/>
                      </a:cubicBezTo>
                      <a:close/>
                    </a:path>
                  </a:pathLst>
                </a:cu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61" name="Freeform: Shape 160">
                  <a:extLst>
                    <a:ext uri="{FF2B5EF4-FFF2-40B4-BE49-F238E27FC236}">
                      <a16:creationId xmlns:a16="http://schemas.microsoft.com/office/drawing/2014/main" id="{BD38387F-EB40-4AAE-8DAB-5F302261389A}"/>
                    </a:ext>
                  </a:extLst>
                </p:cNvPr>
                <p:cNvSpPr/>
                <p:nvPr/>
              </p:nvSpPr>
              <p:spPr>
                <a:xfrm rot="15030189" flipH="1">
                  <a:off x="2590537" y="2500082"/>
                  <a:ext cx="533926" cy="189040"/>
                </a:xfrm>
                <a:custGeom>
                  <a:avLst/>
                  <a:gdLst>
                    <a:gd name="connsiteX0" fmla="*/ 65393 w 665136"/>
                    <a:gd name="connsiteY0" fmla="*/ 221189 h 234694"/>
                    <a:gd name="connsiteX1" fmla="*/ 230493 w 665136"/>
                    <a:gd name="connsiteY1" fmla="*/ 106889 h 234694"/>
                    <a:gd name="connsiteX2" fmla="*/ 560693 w 665136"/>
                    <a:gd name="connsiteY2" fmla="*/ 68789 h 234694"/>
                    <a:gd name="connsiteX3" fmla="*/ 662293 w 665136"/>
                    <a:gd name="connsiteY3" fmla="*/ 68789 h 234694"/>
                    <a:gd name="connsiteX4" fmla="*/ 471793 w 665136"/>
                    <a:gd name="connsiteY4" fmla="*/ 5289 h 234694"/>
                    <a:gd name="connsiteX5" fmla="*/ 205093 w 665136"/>
                    <a:gd name="connsiteY5" fmla="*/ 17989 h 234694"/>
                    <a:gd name="connsiteX6" fmla="*/ 14593 w 665136"/>
                    <a:gd name="connsiteY6" fmla="*/ 132289 h 234694"/>
                    <a:gd name="connsiteX7" fmla="*/ 14593 w 665136"/>
                    <a:gd name="connsiteY7" fmla="*/ 221189 h 234694"/>
                    <a:gd name="connsiteX8" fmla="*/ 65393 w 665136"/>
                    <a:gd name="connsiteY8" fmla="*/ 221189 h 23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5136" h="234694">
                      <a:moveTo>
                        <a:pt x="65393" y="221189"/>
                      </a:moveTo>
                      <a:cubicBezTo>
                        <a:pt x="101376" y="202139"/>
                        <a:pt x="147943" y="132289"/>
                        <a:pt x="230493" y="106889"/>
                      </a:cubicBezTo>
                      <a:cubicBezTo>
                        <a:pt x="313043" y="81489"/>
                        <a:pt x="488726" y="75139"/>
                        <a:pt x="560693" y="68789"/>
                      </a:cubicBezTo>
                      <a:cubicBezTo>
                        <a:pt x="632660" y="62439"/>
                        <a:pt x="677110" y="79372"/>
                        <a:pt x="662293" y="68789"/>
                      </a:cubicBezTo>
                      <a:cubicBezTo>
                        <a:pt x="647476" y="58206"/>
                        <a:pt x="547993" y="13756"/>
                        <a:pt x="471793" y="5289"/>
                      </a:cubicBezTo>
                      <a:cubicBezTo>
                        <a:pt x="395593" y="-3178"/>
                        <a:pt x="281293" y="-3178"/>
                        <a:pt x="205093" y="17989"/>
                      </a:cubicBezTo>
                      <a:cubicBezTo>
                        <a:pt x="128893" y="39156"/>
                        <a:pt x="46343" y="98422"/>
                        <a:pt x="14593" y="132289"/>
                      </a:cubicBezTo>
                      <a:cubicBezTo>
                        <a:pt x="-17157" y="166156"/>
                        <a:pt x="12476" y="204256"/>
                        <a:pt x="14593" y="221189"/>
                      </a:cubicBezTo>
                      <a:cubicBezTo>
                        <a:pt x="16710" y="238122"/>
                        <a:pt x="29410" y="240239"/>
                        <a:pt x="65393" y="221189"/>
                      </a:cubicBezTo>
                      <a:close/>
                    </a:path>
                  </a:pathLst>
                </a:cu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62" name="Freeform: Shape 161">
                  <a:extLst>
                    <a:ext uri="{FF2B5EF4-FFF2-40B4-BE49-F238E27FC236}">
                      <a16:creationId xmlns:a16="http://schemas.microsoft.com/office/drawing/2014/main" id="{8CDC2B73-3C4F-4090-B0B4-601DF051B146}"/>
                    </a:ext>
                  </a:extLst>
                </p:cNvPr>
                <p:cNvSpPr/>
                <p:nvPr/>
              </p:nvSpPr>
              <p:spPr>
                <a:xfrm flipH="1" flipV="1">
                  <a:off x="2921000" y="2400300"/>
                  <a:ext cx="2400300" cy="2082799"/>
                </a:xfrm>
                <a:custGeom>
                  <a:avLst/>
                  <a:gdLst>
                    <a:gd name="connsiteX0" fmla="*/ 1828800 w 1877051"/>
                    <a:gd name="connsiteY0" fmla="*/ 1638300 h 1678057"/>
                    <a:gd name="connsiteX1" fmla="*/ 1803400 w 1877051"/>
                    <a:gd name="connsiteY1" fmla="*/ 1549400 h 1678057"/>
                    <a:gd name="connsiteX2" fmla="*/ 1130300 w 1877051"/>
                    <a:gd name="connsiteY2" fmla="*/ 571500 h 1678057"/>
                    <a:gd name="connsiteX3" fmla="*/ 0 w 1877051"/>
                    <a:gd name="connsiteY3" fmla="*/ 0 h 1678057"/>
                  </a:gdLst>
                  <a:ahLst/>
                  <a:cxnLst>
                    <a:cxn ang="0">
                      <a:pos x="connsiteX0" y="connsiteY0"/>
                    </a:cxn>
                    <a:cxn ang="0">
                      <a:pos x="connsiteX1" y="connsiteY1"/>
                    </a:cxn>
                    <a:cxn ang="0">
                      <a:pos x="connsiteX2" y="connsiteY2"/>
                    </a:cxn>
                    <a:cxn ang="0">
                      <a:pos x="connsiteX3" y="connsiteY3"/>
                    </a:cxn>
                  </a:cxnLst>
                  <a:rect l="l" t="t" r="r" b="b"/>
                  <a:pathLst>
                    <a:path w="1877051" h="1678057">
                      <a:moveTo>
                        <a:pt x="1828800" y="1638300"/>
                      </a:moveTo>
                      <a:cubicBezTo>
                        <a:pt x="1874308" y="1682750"/>
                        <a:pt x="1919817" y="1727200"/>
                        <a:pt x="1803400" y="1549400"/>
                      </a:cubicBezTo>
                      <a:cubicBezTo>
                        <a:pt x="1686983" y="1371600"/>
                        <a:pt x="1430867" y="829733"/>
                        <a:pt x="1130300" y="571500"/>
                      </a:cubicBezTo>
                      <a:cubicBezTo>
                        <a:pt x="829733" y="313267"/>
                        <a:pt x="414866" y="156633"/>
                        <a:pt x="0" y="0"/>
                      </a:cubicBezTo>
                    </a:path>
                  </a:pathLst>
                </a:custGeom>
                <a:ln w="38100"/>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000"/>
                </a:p>
              </p:txBody>
            </p:sp>
            <p:sp>
              <p:nvSpPr>
                <p:cNvPr id="163" name="Freeform: Shape 162">
                  <a:extLst>
                    <a:ext uri="{FF2B5EF4-FFF2-40B4-BE49-F238E27FC236}">
                      <a16:creationId xmlns:a16="http://schemas.microsoft.com/office/drawing/2014/main" id="{2EBA40DC-D2F4-427B-830F-9ACBBF71D920}"/>
                    </a:ext>
                  </a:extLst>
                </p:cNvPr>
                <p:cNvSpPr/>
                <p:nvPr/>
              </p:nvSpPr>
              <p:spPr>
                <a:xfrm rot="1637916">
                  <a:off x="2911534" y="2300156"/>
                  <a:ext cx="480793" cy="195055"/>
                </a:xfrm>
                <a:custGeom>
                  <a:avLst/>
                  <a:gdLst>
                    <a:gd name="connsiteX0" fmla="*/ 65393 w 665136"/>
                    <a:gd name="connsiteY0" fmla="*/ 221189 h 234694"/>
                    <a:gd name="connsiteX1" fmla="*/ 230493 w 665136"/>
                    <a:gd name="connsiteY1" fmla="*/ 106889 h 234694"/>
                    <a:gd name="connsiteX2" fmla="*/ 560693 w 665136"/>
                    <a:gd name="connsiteY2" fmla="*/ 68789 h 234694"/>
                    <a:gd name="connsiteX3" fmla="*/ 662293 w 665136"/>
                    <a:gd name="connsiteY3" fmla="*/ 68789 h 234694"/>
                    <a:gd name="connsiteX4" fmla="*/ 471793 w 665136"/>
                    <a:gd name="connsiteY4" fmla="*/ 5289 h 234694"/>
                    <a:gd name="connsiteX5" fmla="*/ 205093 w 665136"/>
                    <a:gd name="connsiteY5" fmla="*/ 17989 h 234694"/>
                    <a:gd name="connsiteX6" fmla="*/ 14593 w 665136"/>
                    <a:gd name="connsiteY6" fmla="*/ 132289 h 234694"/>
                    <a:gd name="connsiteX7" fmla="*/ 14593 w 665136"/>
                    <a:gd name="connsiteY7" fmla="*/ 221189 h 234694"/>
                    <a:gd name="connsiteX8" fmla="*/ 65393 w 665136"/>
                    <a:gd name="connsiteY8" fmla="*/ 221189 h 23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5136" h="234694">
                      <a:moveTo>
                        <a:pt x="65393" y="221189"/>
                      </a:moveTo>
                      <a:cubicBezTo>
                        <a:pt x="101376" y="202139"/>
                        <a:pt x="147943" y="132289"/>
                        <a:pt x="230493" y="106889"/>
                      </a:cubicBezTo>
                      <a:cubicBezTo>
                        <a:pt x="313043" y="81489"/>
                        <a:pt x="488726" y="75139"/>
                        <a:pt x="560693" y="68789"/>
                      </a:cubicBezTo>
                      <a:cubicBezTo>
                        <a:pt x="632660" y="62439"/>
                        <a:pt x="677110" y="79372"/>
                        <a:pt x="662293" y="68789"/>
                      </a:cubicBezTo>
                      <a:cubicBezTo>
                        <a:pt x="647476" y="58206"/>
                        <a:pt x="547993" y="13756"/>
                        <a:pt x="471793" y="5289"/>
                      </a:cubicBezTo>
                      <a:cubicBezTo>
                        <a:pt x="395593" y="-3178"/>
                        <a:pt x="281293" y="-3178"/>
                        <a:pt x="205093" y="17989"/>
                      </a:cubicBezTo>
                      <a:cubicBezTo>
                        <a:pt x="128893" y="39156"/>
                        <a:pt x="46343" y="98422"/>
                        <a:pt x="14593" y="132289"/>
                      </a:cubicBezTo>
                      <a:cubicBezTo>
                        <a:pt x="-17157" y="166156"/>
                        <a:pt x="12476" y="204256"/>
                        <a:pt x="14593" y="221189"/>
                      </a:cubicBezTo>
                      <a:cubicBezTo>
                        <a:pt x="16710" y="238122"/>
                        <a:pt x="29410" y="240239"/>
                        <a:pt x="65393" y="221189"/>
                      </a:cubicBezTo>
                      <a:close/>
                    </a:path>
                  </a:pathLst>
                </a:cu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64" name="Freeform: Shape 163">
                  <a:extLst>
                    <a:ext uri="{FF2B5EF4-FFF2-40B4-BE49-F238E27FC236}">
                      <a16:creationId xmlns:a16="http://schemas.microsoft.com/office/drawing/2014/main" id="{83376CA6-A321-4C1A-82CA-9E4FB79487DD}"/>
                    </a:ext>
                  </a:extLst>
                </p:cNvPr>
                <p:cNvSpPr/>
                <p:nvPr/>
              </p:nvSpPr>
              <p:spPr>
                <a:xfrm rot="15030189" flipH="1">
                  <a:off x="3224322" y="2069547"/>
                  <a:ext cx="533927" cy="189041"/>
                </a:xfrm>
                <a:custGeom>
                  <a:avLst/>
                  <a:gdLst>
                    <a:gd name="connsiteX0" fmla="*/ 65393 w 665136"/>
                    <a:gd name="connsiteY0" fmla="*/ 221189 h 234694"/>
                    <a:gd name="connsiteX1" fmla="*/ 230493 w 665136"/>
                    <a:gd name="connsiteY1" fmla="*/ 106889 h 234694"/>
                    <a:gd name="connsiteX2" fmla="*/ 560693 w 665136"/>
                    <a:gd name="connsiteY2" fmla="*/ 68789 h 234694"/>
                    <a:gd name="connsiteX3" fmla="*/ 662293 w 665136"/>
                    <a:gd name="connsiteY3" fmla="*/ 68789 h 234694"/>
                    <a:gd name="connsiteX4" fmla="*/ 471793 w 665136"/>
                    <a:gd name="connsiteY4" fmla="*/ 5289 h 234694"/>
                    <a:gd name="connsiteX5" fmla="*/ 205093 w 665136"/>
                    <a:gd name="connsiteY5" fmla="*/ 17989 h 234694"/>
                    <a:gd name="connsiteX6" fmla="*/ 14593 w 665136"/>
                    <a:gd name="connsiteY6" fmla="*/ 132289 h 234694"/>
                    <a:gd name="connsiteX7" fmla="*/ 14593 w 665136"/>
                    <a:gd name="connsiteY7" fmla="*/ 221189 h 234694"/>
                    <a:gd name="connsiteX8" fmla="*/ 65393 w 665136"/>
                    <a:gd name="connsiteY8" fmla="*/ 221189 h 23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5136" h="234694">
                      <a:moveTo>
                        <a:pt x="65393" y="221189"/>
                      </a:moveTo>
                      <a:cubicBezTo>
                        <a:pt x="101376" y="202139"/>
                        <a:pt x="147943" y="132289"/>
                        <a:pt x="230493" y="106889"/>
                      </a:cubicBezTo>
                      <a:cubicBezTo>
                        <a:pt x="313043" y="81489"/>
                        <a:pt x="488726" y="75139"/>
                        <a:pt x="560693" y="68789"/>
                      </a:cubicBezTo>
                      <a:cubicBezTo>
                        <a:pt x="632660" y="62439"/>
                        <a:pt x="677110" y="79372"/>
                        <a:pt x="662293" y="68789"/>
                      </a:cubicBezTo>
                      <a:cubicBezTo>
                        <a:pt x="647476" y="58206"/>
                        <a:pt x="547993" y="13756"/>
                        <a:pt x="471793" y="5289"/>
                      </a:cubicBezTo>
                      <a:cubicBezTo>
                        <a:pt x="395593" y="-3178"/>
                        <a:pt x="281293" y="-3178"/>
                        <a:pt x="205093" y="17989"/>
                      </a:cubicBezTo>
                      <a:cubicBezTo>
                        <a:pt x="128893" y="39156"/>
                        <a:pt x="46343" y="98422"/>
                        <a:pt x="14593" y="132289"/>
                      </a:cubicBezTo>
                      <a:cubicBezTo>
                        <a:pt x="-17157" y="166156"/>
                        <a:pt x="12476" y="204256"/>
                        <a:pt x="14593" y="221189"/>
                      </a:cubicBezTo>
                      <a:cubicBezTo>
                        <a:pt x="16710" y="238122"/>
                        <a:pt x="29410" y="240239"/>
                        <a:pt x="65393" y="221189"/>
                      </a:cubicBezTo>
                      <a:close/>
                    </a:path>
                  </a:pathLst>
                </a:cu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65" name="Oval 164">
                  <a:extLst>
                    <a:ext uri="{FF2B5EF4-FFF2-40B4-BE49-F238E27FC236}">
                      <a16:creationId xmlns:a16="http://schemas.microsoft.com/office/drawing/2014/main" id="{99907DA0-33B4-4F96-9D65-66A24C43F471}"/>
                    </a:ext>
                  </a:extLst>
                </p:cNvPr>
                <p:cNvSpPr/>
                <p:nvPr/>
              </p:nvSpPr>
              <p:spPr>
                <a:xfrm>
                  <a:off x="1641002" y="2461183"/>
                  <a:ext cx="111868" cy="147332"/>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66" name="Freeform: Shape 165">
                  <a:extLst>
                    <a:ext uri="{FF2B5EF4-FFF2-40B4-BE49-F238E27FC236}">
                      <a16:creationId xmlns:a16="http://schemas.microsoft.com/office/drawing/2014/main" id="{3A571275-F3B7-41D6-9B43-8991B3E47DCE}"/>
                    </a:ext>
                  </a:extLst>
                </p:cNvPr>
                <p:cNvSpPr/>
                <p:nvPr/>
              </p:nvSpPr>
              <p:spPr>
                <a:xfrm>
                  <a:off x="3593615" y="98521"/>
                  <a:ext cx="2659310" cy="2833648"/>
                </a:xfrm>
                <a:custGeom>
                  <a:avLst/>
                  <a:gdLst>
                    <a:gd name="connsiteX0" fmla="*/ 216386 w 2413486"/>
                    <a:gd name="connsiteY0" fmla="*/ 2771679 h 2833648"/>
                    <a:gd name="connsiteX1" fmla="*/ 190986 w 2413486"/>
                    <a:gd name="connsiteY1" fmla="*/ 2695479 h 2833648"/>
                    <a:gd name="connsiteX2" fmla="*/ 486 w 2413486"/>
                    <a:gd name="connsiteY2" fmla="*/ 1552479 h 2833648"/>
                    <a:gd name="connsiteX3" fmla="*/ 254486 w 2413486"/>
                    <a:gd name="connsiteY3" fmla="*/ 244379 h 2833648"/>
                    <a:gd name="connsiteX4" fmla="*/ 1054586 w 2413486"/>
                    <a:gd name="connsiteY4" fmla="*/ 28479 h 2833648"/>
                    <a:gd name="connsiteX5" fmla="*/ 2007086 w 2413486"/>
                    <a:gd name="connsiteY5" fmla="*/ 612679 h 2833648"/>
                    <a:gd name="connsiteX6" fmla="*/ 2413486 w 2413486"/>
                    <a:gd name="connsiteY6" fmla="*/ 1298479 h 2833648"/>
                    <a:gd name="connsiteX0" fmla="*/ 216386 w 2659311"/>
                    <a:gd name="connsiteY0" fmla="*/ 2771679 h 2833648"/>
                    <a:gd name="connsiteX1" fmla="*/ 190986 w 2659311"/>
                    <a:gd name="connsiteY1" fmla="*/ 2695479 h 2833648"/>
                    <a:gd name="connsiteX2" fmla="*/ 486 w 2659311"/>
                    <a:gd name="connsiteY2" fmla="*/ 1552479 h 2833648"/>
                    <a:gd name="connsiteX3" fmla="*/ 254486 w 2659311"/>
                    <a:gd name="connsiteY3" fmla="*/ 244379 h 2833648"/>
                    <a:gd name="connsiteX4" fmla="*/ 1054586 w 2659311"/>
                    <a:gd name="connsiteY4" fmla="*/ 28479 h 2833648"/>
                    <a:gd name="connsiteX5" fmla="*/ 2007086 w 2659311"/>
                    <a:gd name="connsiteY5" fmla="*/ 612679 h 2833648"/>
                    <a:gd name="connsiteX6" fmla="*/ 2659311 w 2659311"/>
                    <a:gd name="connsiteY6" fmla="*/ 1979144 h 2833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9311" h="2833648">
                      <a:moveTo>
                        <a:pt x="216386" y="2771679"/>
                      </a:moveTo>
                      <a:cubicBezTo>
                        <a:pt x="221677" y="2835179"/>
                        <a:pt x="226969" y="2898679"/>
                        <a:pt x="190986" y="2695479"/>
                      </a:cubicBezTo>
                      <a:cubicBezTo>
                        <a:pt x="155003" y="2492279"/>
                        <a:pt x="-10097" y="1960996"/>
                        <a:pt x="486" y="1552479"/>
                      </a:cubicBezTo>
                      <a:cubicBezTo>
                        <a:pt x="11069" y="1143962"/>
                        <a:pt x="78803" y="498379"/>
                        <a:pt x="254486" y="244379"/>
                      </a:cubicBezTo>
                      <a:cubicBezTo>
                        <a:pt x="430169" y="-9621"/>
                        <a:pt x="762486" y="-32904"/>
                        <a:pt x="1054586" y="28479"/>
                      </a:cubicBezTo>
                      <a:cubicBezTo>
                        <a:pt x="1346686" y="89862"/>
                        <a:pt x="1780603" y="401012"/>
                        <a:pt x="2007086" y="612679"/>
                      </a:cubicBezTo>
                      <a:cubicBezTo>
                        <a:pt x="2233569" y="824346"/>
                        <a:pt x="2569352" y="1742077"/>
                        <a:pt x="2659311" y="1979144"/>
                      </a:cubicBezTo>
                    </a:path>
                  </a:pathLst>
                </a:custGeom>
                <a:ln w="38100"/>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000"/>
                </a:p>
              </p:txBody>
            </p:sp>
            <p:sp>
              <p:nvSpPr>
                <p:cNvPr id="167" name="Freeform: Shape 166">
                  <a:extLst>
                    <a:ext uri="{FF2B5EF4-FFF2-40B4-BE49-F238E27FC236}">
                      <a16:creationId xmlns:a16="http://schemas.microsoft.com/office/drawing/2014/main" id="{2CEEEF3E-8B95-4C5E-B663-452343467653}"/>
                    </a:ext>
                  </a:extLst>
                </p:cNvPr>
                <p:cNvSpPr/>
                <p:nvPr/>
              </p:nvSpPr>
              <p:spPr>
                <a:xfrm>
                  <a:off x="4151945" y="673100"/>
                  <a:ext cx="1643300" cy="2042236"/>
                </a:xfrm>
                <a:custGeom>
                  <a:avLst/>
                  <a:gdLst>
                    <a:gd name="connsiteX0" fmla="*/ 216386 w 2413486"/>
                    <a:gd name="connsiteY0" fmla="*/ 2771679 h 2833648"/>
                    <a:gd name="connsiteX1" fmla="*/ 190986 w 2413486"/>
                    <a:gd name="connsiteY1" fmla="*/ 2695479 h 2833648"/>
                    <a:gd name="connsiteX2" fmla="*/ 486 w 2413486"/>
                    <a:gd name="connsiteY2" fmla="*/ 1552479 h 2833648"/>
                    <a:gd name="connsiteX3" fmla="*/ 254486 w 2413486"/>
                    <a:gd name="connsiteY3" fmla="*/ 244379 h 2833648"/>
                    <a:gd name="connsiteX4" fmla="*/ 1054586 w 2413486"/>
                    <a:gd name="connsiteY4" fmla="*/ 28479 h 2833648"/>
                    <a:gd name="connsiteX5" fmla="*/ 2007086 w 2413486"/>
                    <a:gd name="connsiteY5" fmla="*/ 612679 h 2833648"/>
                    <a:gd name="connsiteX6" fmla="*/ 2413486 w 2413486"/>
                    <a:gd name="connsiteY6" fmla="*/ 1298479 h 2833648"/>
                    <a:gd name="connsiteX0" fmla="*/ 216386 w 2934832"/>
                    <a:gd name="connsiteY0" fmla="*/ 2771679 h 2833648"/>
                    <a:gd name="connsiteX1" fmla="*/ 190986 w 2934832"/>
                    <a:gd name="connsiteY1" fmla="*/ 2695479 h 2833648"/>
                    <a:gd name="connsiteX2" fmla="*/ 486 w 2934832"/>
                    <a:gd name="connsiteY2" fmla="*/ 1552479 h 2833648"/>
                    <a:gd name="connsiteX3" fmla="*/ 254486 w 2934832"/>
                    <a:gd name="connsiteY3" fmla="*/ 244379 h 2833648"/>
                    <a:gd name="connsiteX4" fmla="*/ 1054586 w 2934832"/>
                    <a:gd name="connsiteY4" fmla="*/ 28479 h 2833648"/>
                    <a:gd name="connsiteX5" fmla="*/ 2007086 w 2934832"/>
                    <a:gd name="connsiteY5" fmla="*/ 612679 h 2833648"/>
                    <a:gd name="connsiteX6" fmla="*/ 2934832 w 2934832"/>
                    <a:gd name="connsiteY6" fmla="*/ 2045244 h 2833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34832" h="2833648">
                      <a:moveTo>
                        <a:pt x="216386" y="2771679"/>
                      </a:moveTo>
                      <a:cubicBezTo>
                        <a:pt x="221677" y="2835179"/>
                        <a:pt x="226969" y="2898679"/>
                        <a:pt x="190986" y="2695479"/>
                      </a:cubicBezTo>
                      <a:cubicBezTo>
                        <a:pt x="155003" y="2492279"/>
                        <a:pt x="-10097" y="1960996"/>
                        <a:pt x="486" y="1552479"/>
                      </a:cubicBezTo>
                      <a:cubicBezTo>
                        <a:pt x="11069" y="1143962"/>
                        <a:pt x="78803" y="498379"/>
                        <a:pt x="254486" y="244379"/>
                      </a:cubicBezTo>
                      <a:cubicBezTo>
                        <a:pt x="430169" y="-9621"/>
                        <a:pt x="762486" y="-32904"/>
                        <a:pt x="1054586" y="28479"/>
                      </a:cubicBezTo>
                      <a:cubicBezTo>
                        <a:pt x="1346686" y="89862"/>
                        <a:pt x="1780603" y="401012"/>
                        <a:pt x="2007086" y="612679"/>
                      </a:cubicBezTo>
                      <a:cubicBezTo>
                        <a:pt x="2233569" y="824346"/>
                        <a:pt x="2844873" y="1808177"/>
                        <a:pt x="2934832" y="2045244"/>
                      </a:cubicBezTo>
                    </a:path>
                  </a:pathLst>
                </a:custGeom>
                <a:ln w="38100"/>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000"/>
                </a:p>
              </p:txBody>
            </p:sp>
            <p:sp>
              <p:nvSpPr>
                <p:cNvPr id="168" name="Freeform: Shape 167">
                  <a:extLst>
                    <a:ext uri="{FF2B5EF4-FFF2-40B4-BE49-F238E27FC236}">
                      <a16:creationId xmlns:a16="http://schemas.microsoft.com/office/drawing/2014/main" id="{6135E502-3CBC-4CB5-8E80-1BDAAF9CB38F}"/>
                    </a:ext>
                  </a:extLst>
                </p:cNvPr>
                <p:cNvSpPr/>
                <p:nvPr/>
              </p:nvSpPr>
              <p:spPr>
                <a:xfrm rot="1637916">
                  <a:off x="3814983" y="2835904"/>
                  <a:ext cx="227805" cy="140286"/>
                </a:xfrm>
                <a:custGeom>
                  <a:avLst/>
                  <a:gdLst>
                    <a:gd name="connsiteX0" fmla="*/ 65393 w 665136"/>
                    <a:gd name="connsiteY0" fmla="*/ 221189 h 234694"/>
                    <a:gd name="connsiteX1" fmla="*/ 230493 w 665136"/>
                    <a:gd name="connsiteY1" fmla="*/ 106889 h 234694"/>
                    <a:gd name="connsiteX2" fmla="*/ 560693 w 665136"/>
                    <a:gd name="connsiteY2" fmla="*/ 68789 h 234694"/>
                    <a:gd name="connsiteX3" fmla="*/ 662293 w 665136"/>
                    <a:gd name="connsiteY3" fmla="*/ 68789 h 234694"/>
                    <a:gd name="connsiteX4" fmla="*/ 471793 w 665136"/>
                    <a:gd name="connsiteY4" fmla="*/ 5289 h 234694"/>
                    <a:gd name="connsiteX5" fmla="*/ 205093 w 665136"/>
                    <a:gd name="connsiteY5" fmla="*/ 17989 h 234694"/>
                    <a:gd name="connsiteX6" fmla="*/ 14593 w 665136"/>
                    <a:gd name="connsiteY6" fmla="*/ 132289 h 234694"/>
                    <a:gd name="connsiteX7" fmla="*/ 14593 w 665136"/>
                    <a:gd name="connsiteY7" fmla="*/ 221189 h 234694"/>
                    <a:gd name="connsiteX8" fmla="*/ 65393 w 665136"/>
                    <a:gd name="connsiteY8" fmla="*/ 221189 h 23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5136" h="234694">
                      <a:moveTo>
                        <a:pt x="65393" y="221189"/>
                      </a:moveTo>
                      <a:cubicBezTo>
                        <a:pt x="101376" y="202139"/>
                        <a:pt x="147943" y="132289"/>
                        <a:pt x="230493" y="106889"/>
                      </a:cubicBezTo>
                      <a:cubicBezTo>
                        <a:pt x="313043" y="81489"/>
                        <a:pt x="488726" y="75139"/>
                        <a:pt x="560693" y="68789"/>
                      </a:cubicBezTo>
                      <a:cubicBezTo>
                        <a:pt x="632660" y="62439"/>
                        <a:pt x="677110" y="79372"/>
                        <a:pt x="662293" y="68789"/>
                      </a:cubicBezTo>
                      <a:cubicBezTo>
                        <a:pt x="647476" y="58206"/>
                        <a:pt x="547993" y="13756"/>
                        <a:pt x="471793" y="5289"/>
                      </a:cubicBezTo>
                      <a:cubicBezTo>
                        <a:pt x="395593" y="-3178"/>
                        <a:pt x="281293" y="-3178"/>
                        <a:pt x="205093" y="17989"/>
                      </a:cubicBezTo>
                      <a:cubicBezTo>
                        <a:pt x="128893" y="39156"/>
                        <a:pt x="46343" y="98422"/>
                        <a:pt x="14593" y="132289"/>
                      </a:cubicBezTo>
                      <a:cubicBezTo>
                        <a:pt x="-17157" y="166156"/>
                        <a:pt x="12476" y="204256"/>
                        <a:pt x="14593" y="221189"/>
                      </a:cubicBezTo>
                      <a:cubicBezTo>
                        <a:pt x="16710" y="238122"/>
                        <a:pt x="29410" y="240239"/>
                        <a:pt x="65393" y="221189"/>
                      </a:cubicBezTo>
                      <a:close/>
                    </a:path>
                  </a:pathLst>
                </a:cu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69" name="Freeform: Shape 168">
                  <a:extLst>
                    <a:ext uri="{FF2B5EF4-FFF2-40B4-BE49-F238E27FC236}">
                      <a16:creationId xmlns:a16="http://schemas.microsoft.com/office/drawing/2014/main" id="{F202B1FF-1517-42C1-96D9-051B10076122}"/>
                    </a:ext>
                  </a:extLst>
                </p:cNvPr>
                <p:cNvSpPr/>
                <p:nvPr/>
              </p:nvSpPr>
              <p:spPr>
                <a:xfrm rot="17519136" flipH="1">
                  <a:off x="4078443" y="2797909"/>
                  <a:ext cx="258328" cy="118913"/>
                </a:xfrm>
                <a:custGeom>
                  <a:avLst/>
                  <a:gdLst>
                    <a:gd name="connsiteX0" fmla="*/ 65393 w 665136"/>
                    <a:gd name="connsiteY0" fmla="*/ 221189 h 234694"/>
                    <a:gd name="connsiteX1" fmla="*/ 230493 w 665136"/>
                    <a:gd name="connsiteY1" fmla="*/ 106889 h 234694"/>
                    <a:gd name="connsiteX2" fmla="*/ 560693 w 665136"/>
                    <a:gd name="connsiteY2" fmla="*/ 68789 h 234694"/>
                    <a:gd name="connsiteX3" fmla="*/ 662293 w 665136"/>
                    <a:gd name="connsiteY3" fmla="*/ 68789 h 234694"/>
                    <a:gd name="connsiteX4" fmla="*/ 471793 w 665136"/>
                    <a:gd name="connsiteY4" fmla="*/ 5289 h 234694"/>
                    <a:gd name="connsiteX5" fmla="*/ 205093 w 665136"/>
                    <a:gd name="connsiteY5" fmla="*/ 17989 h 234694"/>
                    <a:gd name="connsiteX6" fmla="*/ 14593 w 665136"/>
                    <a:gd name="connsiteY6" fmla="*/ 132289 h 234694"/>
                    <a:gd name="connsiteX7" fmla="*/ 14593 w 665136"/>
                    <a:gd name="connsiteY7" fmla="*/ 221189 h 234694"/>
                    <a:gd name="connsiteX8" fmla="*/ 65393 w 665136"/>
                    <a:gd name="connsiteY8" fmla="*/ 221189 h 23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5136" h="234694">
                      <a:moveTo>
                        <a:pt x="65393" y="221189"/>
                      </a:moveTo>
                      <a:cubicBezTo>
                        <a:pt x="101376" y="202139"/>
                        <a:pt x="147943" y="132289"/>
                        <a:pt x="230493" y="106889"/>
                      </a:cubicBezTo>
                      <a:cubicBezTo>
                        <a:pt x="313043" y="81489"/>
                        <a:pt x="488726" y="75139"/>
                        <a:pt x="560693" y="68789"/>
                      </a:cubicBezTo>
                      <a:cubicBezTo>
                        <a:pt x="632660" y="62439"/>
                        <a:pt x="677110" y="79372"/>
                        <a:pt x="662293" y="68789"/>
                      </a:cubicBezTo>
                      <a:cubicBezTo>
                        <a:pt x="647476" y="58206"/>
                        <a:pt x="547993" y="13756"/>
                        <a:pt x="471793" y="5289"/>
                      </a:cubicBezTo>
                      <a:cubicBezTo>
                        <a:pt x="395593" y="-3178"/>
                        <a:pt x="281293" y="-3178"/>
                        <a:pt x="205093" y="17989"/>
                      </a:cubicBezTo>
                      <a:cubicBezTo>
                        <a:pt x="128893" y="39156"/>
                        <a:pt x="46343" y="98422"/>
                        <a:pt x="14593" y="132289"/>
                      </a:cubicBezTo>
                      <a:cubicBezTo>
                        <a:pt x="-17157" y="166156"/>
                        <a:pt x="12476" y="204256"/>
                        <a:pt x="14593" y="221189"/>
                      </a:cubicBezTo>
                      <a:cubicBezTo>
                        <a:pt x="16710" y="238122"/>
                        <a:pt x="29410" y="240239"/>
                        <a:pt x="65393" y="221189"/>
                      </a:cubicBezTo>
                      <a:close/>
                    </a:path>
                  </a:pathLst>
                </a:cu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70" name="Oval 169">
                  <a:extLst>
                    <a:ext uri="{FF2B5EF4-FFF2-40B4-BE49-F238E27FC236}">
                      <a16:creationId xmlns:a16="http://schemas.microsoft.com/office/drawing/2014/main" id="{7728E711-E8A1-4140-BA0F-627E12F95489}"/>
                    </a:ext>
                  </a:extLst>
                </p:cNvPr>
                <p:cNvSpPr/>
                <p:nvPr/>
              </p:nvSpPr>
              <p:spPr>
                <a:xfrm>
                  <a:off x="2930028" y="2475717"/>
                  <a:ext cx="140371" cy="172700"/>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solidFill>
                      <a:srgbClr val="5E00BC"/>
                    </a:solidFill>
                  </a:endParaRPr>
                </a:p>
              </p:txBody>
            </p:sp>
            <p:sp>
              <p:nvSpPr>
                <p:cNvPr id="171" name="Rectangle 15">
                  <a:extLst>
                    <a:ext uri="{FF2B5EF4-FFF2-40B4-BE49-F238E27FC236}">
                      <a16:creationId xmlns:a16="http://schemas.microsoft.com/office/drawing/2014/main" id="{093FAF98-03D6-4F29-8CA4-B5166A7DC484}"/>
                    </a:ext>
                  </a:extLst>
                </p:cNvPr>
                <p:cNvSpPr/>
                <p:nvPr/>
              </p:nvSpPr>
              <p:spPr>
                <a:xfrm>
                  <a:off x="3624562" y="1641888"/>
                  <a:ext cx="514922" cy="566404"/>
                </a:xfrm>
                <a:custGeom>
                  <a:avLst/>
                  <a:gdLst>
                    <a:gd name="connsiteX0" fmla="*/ 0 w 416453"/>
                    <a:gd name="connsiteY0" fmla="*/ 0 h 566404"/>
                    <a:gd name="connsiteX1" fmla="*/ 416453 w 416453"/>
                    <a:gd name="connsiteY1" fmla="*/ 0 h 566404"/>
                    <a:gd name="connsiteX2" fmla="*/ 416453 w 416453"/>
                    <a:gd name="connsiteY2" fmla="*/ 566404 h 566404"/>
                    <a:gd name="connsiteX3" fmla="*/ 0 w 416453"/>
                    <a:gd name="connsiteY3" fmla="*/ 566404 h 566404"/>
                    <a:gd name="connsiteX4" fmla="*/ 0 w 416453"/>
                    <a:gd name="connsiteY4" fmla="*/ 0 h 566404"/>
                    <a:gd name="connsiteX0" fmla="*/ 80865 w 497318"/>
                    <a:gd name="connsiteY0" fmla="*/ 0 h 566404"/>
                    <a:gd name="connsiteX1" fmla="*/ 497318 w 497318"/>
                    <a:gd name="connsiteY1" fmla="*/ 0 h 566404"/>
                    <a:gd name="connsiteX2" fmla="*/ 497318 w 497318"/>
                    <a:gd name="connsiteY2" fmla="*/ 566404 h 566404"/>
                    <a:gd name="connsiteX3" fmla="*/ 80865 w 497318"/>
                    <a:gd name="connsiteY3" fmla="*/ 566404 h 566404"/>
                    <a:gd name="connsiteX4" fmla="*/ 0 w 497318"/>
                    <a:gd name="connsiteY4" fmla="*/ 236184 h 566404"/>
                    <a:gd name="connsiteX5" fmla="*/ 80865 w 497318"/>
                    <a:gd name="connsiteY5" fmla="*/ 0 h 566404"/>
                    <a:gd name="connsiteX0" fmla="*/ 80865 w 533408"/>
                    <a:gd name="connsiteY0" fmla="*/ 0 h 566404"/>
                    <a:gd name="connsiteX1" fmla="*/ 497318 w 533408"/>
                    <a:gd name="connsiteY1" fmla="*/ 0 h 566404"/>
                    <a:gd name="connsiteX2" fmla="*/ 533400 w 533408"/>
                    <a:gd name="connsiteY2" fmla="*/ 274284 h 566404"/>
                    <a:gd name="connsiteX3" fmla="*/ 497318 w 533408"/>
                    <a:gd name="connsiteY3" fmla="*/ 566404 h 566404"/>
                    <a:gd name="connsiteX4" fmla="*/ 80865 w 533408"/>
                    <a:gd name="connsiteY4" fmla="*/ 566404 h 566404"/>
                    <a:gd name="connsiteX5" fmla="*/ 0 w 533408"/>
                    <a:gd name="connsiteY5" fmla="*/ 236184 h 566404"/>
                    <a:gd name="connsiteX6" fmla="*/ 80865 w 533408"/>
                    <a:gd name="connsiteY6" fmla="*/ 0 h 56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3408" h="566404">
                      <a:moveTo>
                        <a:pt x="80865" y="0"/>
                      </a:moveTo>
                      <a:lnTo>
                        <a:pt x="497318" y="0"/>
                      </a:lnTo>
                      <a:cubicBezTo>
                        <a:pt x="496645" y="82961"/>
                        <a:pt x="534073" y="191323"/>
                        <a:pt x="533400" y="274284"/>
                      </a:cubicBezTo>
                      <a:lnTo>
                        <a:pt x="497318" y="566404"/>
                      </a:lnTo>
                      <a:lnTo>
                        <a:pt x="80865" y="566404"/>
                      </a:lnTo>
                      <a:cubicBezTo>
                        <a:pt x="70843" y="460564"/>
                        <a:pt x="10022" y="342024"/>
                        <a:pt x="0" y="236184"/>
                      </a:cubicBezTo>
                      <a:lnTo>
                        <a:pt x="80865" y="0"/>
                      </a:lnTo>
                      <a:close/>
                    </a:path>
                  </a:pathLst>
                </a:cu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grpSp>
          <p:cxnSp>
            <p:nvCxnSpPr>
              <p:cNvPr id="157" name="Straight Connector 156">
                <a:extLst>
                  <a:ext uri="{FF2B5EF4-FFF2-40B4-BE49-F238E27FC236}">
                    <a16:creationId xmlns:a16="http://schemas.microsoft.com/office/drawing/2014/main" id="{F863CEFE-99DD-4106-B245-7CA1B0282269}"/>
                  </a:ext>
                </a:extLst>
              </p:cNvPr>
              <p:cNvCxnSpPr>
                <a:cxnSpLocks/>
              </p:cNvCxnSpPr>
              <p:nvPr/>
            </p:nvCxnSpPr>
            <p:spPr>
              <a:xfrm>
                <a:off x="845712" y="3923825"/>
                <a:ext cx="0" cy="17941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981E5495-DDCD-40D2-ABCE-3F541A512BF3}"/>
                  </a:ext>
                </a:extLst>
              </p:cNvPr>
              <p:cNvCxnSpPr>
                <a:cxnSpLocks/>
              </p:cNvCxnSpPr>
              <p:nvPr/>
            </p:nvCxnSpPr>
            <p:spPr>
              <a:xfrm>
                <a:off x="1329834" y="4107517"/>
                <a:ext cx="27748" cy="15380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60E071D9-6BE7-4EAA-B792-F60E7BFB45AF}"/>
                </a:ext>
              </a:extLst>
            </p:cNvPr>
            <p:cNvGrpSpPr/>
            <p:nvPr/>
          </p:nvGrpSpPr>
          <p:grpSpPr>
            <a:xfrm>
              <a:off x="3764645" y="3727741"/>
              <a:ext cx="280501" cy="194894"/>
              <a:chOff x="3498473" y="3660689"/>
              <a:chExt cx="280501" cy="194894"/>
            </a:xfrm>
          </p:grpSpPr>
          <p:cxnSp>
            <p:nvCxnSpPr>
              <p:cNvPr id="8" name="Straight Connector 7">
                <a:extLst>
                  <a:ext uri="{FF2B5EF4-FFF2-40B4-BE49-F238E27FC236}">
                    <a16:creationId xmlns:a16="http://schemas.microsoft.com/office/drawing/2014/main" id="{28266892-1BEA-46FB-8EB6-49D30395A69D}"/>
                  </a:ext>
                </a:extLst>
              </p:cNvPr>
              <p:cNvCxnSpPr>
                <a:cxnSpLocks/>
              </p:cNvCxnSpPr>
              <p:nvPr/>
            </p:nvCxnSpPr>
            <p:spPr>
              <a:xfrm flipH="1">
                <a:off x="3548915" y="3660689"/>
                <a:ext cx="230059" cy="10565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0FD44B-B899-4887-9226-9A40BED82D5E}"/>
                  </a:ext>
                </a:extLst>
              </p:cNvPr>
              <p:cNvCxnSpPr>
                <a:cxnSpLocks/>
              </p:cNvCxnSpPr>
              <p:nvPr/>
            </p:nvCxnSpPr>
            <p:spPr>
              <a:xfrm>
                <a:off x="3498473" y="3686306"/>
                <a:ext cx="81817" cy="16927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31" name="TextBox 230">
              <a:extLst>
                <a:ext uri="{FF2B5EF4-FFF2-40B4-BE49-F238E27FC236}">
                  <a16:creationId xmlns:a16="http://schemas.microsoft.com/office/drawing/2014/main" id="{6ADBB5EB-F289-4A8F-84B9-06722889F6AA}"/>
                </a:ext>
              </a:extLst>
            </p:cNvPr>
            <p:cNvSpPr txBox="1"/>
            <p:nvPr/>
          </p:nvSpPr>
          <p:spPr>
            <a:xfrm>
              <a:off x="4259307" y="4370339"/>
              <a:ext cx="1041439" cy="369332"/>
            </a:xfrm>
            <a:prstGeom prst="rect">
              <a:avLst/>
            </a:prstGeom>
            <a:noFill/>
          </p:spPr>
          <p:txBody>
            <a:bodyPr wrap="none" rtlCol="0">
              <a:spAutoFit/>
            </a:bodyPr>
            <a:lstStyle/>
            <a:p>
              <a:r>
                <a:rPr lang="en-US" dirty="0"/>
                <a:t>Labetalol</a:t>
              </a:r>
              <a:endParaRPr lang="en-US" sz="1600" dirty="0"/>
            </a:p>
          </p:txBody>
        </p:sp>
        <p:grpSp>
          <p:nvGrpSpPr>
            <p:cNvPr id="233" name="Group 232">
              <a:extLst>
                <a:ext uri="{FF2B5EF4-FFF2-40B4-BE49-F238E27FC236}">
                  <a16:creationId xmlns:a16="http://schemas.microsoft.com/office/drawing/2014/main" id="{8590DC20-B47B-4A00-A99D-9A39327C7518}"/>
                </a:ext>
              </a:extLst>
            </p:cNvPr>
            <p:cNvGrpSpPr/>
            <p:nvPr/>
          </p:nvGrpSpPr>
          <p:grpSpPr>
            <a:xfrm rot="1980479">
              <a:off x="3694381" y="4120200"/>
              <a:ext cx="523973" cy="311712"/>
              <a:chOff x="3423357" y="3794956"/>
              <a:chExt cx="905941" cy="321292"/>
            </a:xfrm>
          </p:grpSpPr>
          <p:cxnSp>
            <p:nvCxnSpPr>
              <p:cNvPr id="234" name="Straight Connector 233">
                <a:extLst>
                  <a:ext uri="{FF2B5EF4-FFF2-40B4-BE49-F238E27FC236}">
                    <a16:creationId xmlns:a16="http://schemas.microsoft.com/office/drawing/2014/main" id="{36AC0FB2-7A3B-4506-BF9F-1D42181A5051}"/>
                  </a:ext>
                </a:extLst>
              </p:cNvPr>
              <p:cNvCxnSpPr>
                <a:cxnSpLocks/>
              </p:cNvCxnSpPr>
              <p:nvPr/>
            </p:nvCxnSpPr>
            <p:spPr>
              <a:xfrm rot="19619521" flipH="1" flipV="1">
                <a:off x="3608733" y="3794956"/>
                <a:ext cx="720565" cy="32129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683A9D41-FD2D-43AD-BE18-ED51A3C75015}"/>
                  </a:ext>
                </a:extLst>
              </p:cNvPr>
              <p:cNvCxnSpPr>
                <a:cxnSpLocks/>
              </p:cNvCxnSpPr>
              <p:nvPr/>
            </p:nvCxnSpPr>
            <p:spPr>
              <a:xfrm rot="19619521" flipH="1">
                <a:off x="3423357" y="3841794"/>
                <a:ext cx="161648" cy="20512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36" name="Group 235">
              <a:extLst>
                <a:ext uri="{FF2B5EF4-FFF2-40B4-BE49-F238E27FC236}">
                  <a16:creationId xmlns:a16="http://schemas.microsoft.com/office/drawing/2014/main" id="{126166BD-A1E5-4D7C-987C-CC82F1B8EA7A}"/>
                </a:ext>
              </a:extLst>
            </p:cNvPr>
            <p:cNvGrpSpPr/>
            <p:nvPr/>
          </p:nvGrpSpPr>
          <p:grpSpPr>
            <a:xfrm rot="689075">
              <a:off x="3772810" y="4438342"/>
              <a:ext cx="347769" cy="182440"/>
              <a:chOff x="3235552" y="3795414"/>
              <a:chExt cx="552591" cy="170731"/>
            </a:xfrm>
          </p:grpSpPr>
          <p:cxnSp>
            <p:nvCxnSpPr>
              <p:cNvPr id="237" name="Straight Connector 236">
                <a:extLst>
                  <a:ext uri="{FF2B5EF4-FFF2-40B4-BE49-F238E27FC236}">
                    <a16:creationId xmlns:a16="http://schemas.microsoft.com/office/drawing/2014/main" id="{27D1CB73-227F-4DC6-A4DF-BD66965594AE}"/>
                  </a:ext>
                </a:extLst>
              </p:cNvPr>
              <p:cNvCxnSpPr>
                <a:cxnSpLocks/>
              </p:cNvCxnSpPr>
              <p:nvPr/>
            </p:nvCxnSpPr>
            <p:spPr>
              <a:xfrm rot="20910925" flipH="1" flipV="1">
                <a:off x="3238278" y="3841841"/>
                <a:ext cx="549865" cy="3604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E3A0A127-799D-46A6-A36D-B6CEBB54311D}"/>
                  </a:ext>
                </a:extLst>
              </p:cNvPr>
              <p:cNvCxnSpPr>
                <a:cxnSpLocks/>
              </p:cNvCxnSpPr>
              <p:nvPr/>
            </p:nvCxnSpPr>
            <p:spPr>
              <a:xfrm rot="20910925" flipH="1">
                <a:off x="3235552" y="3795414"/>
                <a:ext cx="23124" cy="17073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39" name="Group 238">
              <a:extLst>
                <a:ext uri="{FF2B5EF4-FFF2-40B4-BE49-F238E27FC236}">
                  <a16:creationId xmlns:a16="http://schemas.microsoft.com/office/drawing/2014/main" id="{42D425BF-F6E9-4DD9-881E-DA4371036C09}"/>
                </a:ext>
              </a:extLst>
            </p:cNvPr>
            <p:cNvGrpSpPr/>
            <p:nvPr/>
          </p:nvGrpSpPr>
          <p:grpSpPr>
            <a:xfrm rot="689075">
              <a:off x="3727432" y="4631683"/>
              <a:ext cx="509049" cy="569724"/>
              <a:chOff x="3180147" y="3505819"/>
              <a:chExt cx="808860" cy="533159"/>
            </a:xfrm>
          </p:grpSpPr>
          <p:cxnSp>
            <p:nvCxnSpPr>
              <p:cNvPr id="240" name="Straight Connector 239">
                <a:extLst>
                  <a:ext uri="{FF2B5EF4-FFF2-40B4-BE49-F238E27FC236}">
                    <a16:creationId xmlns:a16="http://schemas.microsoft.com/office/drawing/2014/main" id="{68966385-992C-4F19-9C05-1D54D46E7531}"/>
                  </a:ext>
                </a:extLst>
              </p:cNvPr>
              <p:cNvCxnSpPr>
                <a:cxnSpLocks/>
              </p:cNvCxnSpPr>
              <p:nvPr/>
            </p:nvCxnSpPr>
            <p:spPr>
              <a:xfrm rot="20910925" flipH="1">
                <a:off x="3180147" y="3505819"/>
                <a:ext cx="808860" cy="38241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A983B3B7-2144-45B1-9FD7-48A9B70D5480}"/>
                  </a:ext>
                </a:extLst>
              </p:cNvPr>
              <p:cNvCxnSpPr>
                <a:cxnSpLocks/>
              </p:cNvCxnSpPr>
              <p:nvPr/>
            </p:nvCxnSpPr>
            <p:spPr>
              <a:xfrm rot="19619521">
                <a:off x="3252794" y="3848191"/>
                <a:ext cx="0" cy="19078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42" name="TextBox 241">
              <a:extLst>
                <a:ext uri="{FF2B5EF4-FFF2-40B4-BE49-F238E27FC236}">
                  <a16:creationId xmlns:a16="http://schemas.microsoft.com/office/drawing/2014/main" id="{3FF1D82E-34D3-473B-9A77-EBA5777C7054}"/>
                </a:ext>
              </a:extLst>
            </p:cNvPr>
            <p:cNvSpPr txBox="1"/>
            <p:nvPr/>
          </p:nvSpPr>
          <p:spPr>
            <a:xfrm>
              <a:off x="4291544" y="5428732"/>
              <a:ext cx="920445" cy="369332"/>
            </a:xfrm>
            <a:prstGeom prst="rect">
              <a:avLst/>
            </a:prstGeom>
            <a:noFill/>
          </p:spPr>
          <p:txBody>
            <a:bodyPr wrap="none" rtlCol="0">
              <a:spAutoFit/>
            </a:bodyPr>
            <a:lstStyle/>
            <a:p>
              <a:r>
                <a:rPr lang="en-US" dirty="0"/>
                <a:t>Esmolol</a:t>
              </a:r>
            </a:p>
          </p:txBody>
        </p:sp>
        <p:grpSp>
          <p:nvGrpSpPr>
            <p:cNvPr id="243" name="Group 242">
              <a:extLst>
                <a:ext uri="{FF2B5EF4-FFF2-40B4-BE49-F238E27FC236}">
                  <a16:creationId xmlns:a16="http://schemas.microsoft.com/office/drawing/2014/main" id="{EFDB13B0-8852-4515-B40A-6B7FB6006E17}"/>
                </a:ext>
              </a:extLst>
            </p:cNvPr>
            <p:cNvGrpSpPr/>
            <p:nvPr/>
          </p:nvGrpSpPr>
          <p:grpSpPr>
            <a:xfrm rot="689075">
              <a:off x="3707023" y="5366815"/>
              <a:ext cx="476411" cy="209561"/>
              <a:chOff x="3081156" y="3868527"/>
              <a:chExt cx="757000" cy="196112"/>
            </a:xfrm>
          </p:grpSpPr>
          <p:cxnSp>
            <p:nvCxnSpPr>
              <p:cNvPr id="244" name="Straight Connector 243">
                <a:extLst>
                  <a:ext uri="{FF2B5EF4-FFF2-40B4-BE49-F238E27FC236}">
                    <a16:creationId xmlns:a16="http://schemas.microsoft.com/office/drawing/2014/main" id="{86E46907-6EBE-4B40-994F-2BE467A7634A}"/>
                  </a:ext>
                </a:extLst>
              </p:cNvPr>
              <p:cNvCxnSpPr>
                <a:cxnSpLocks/>
              </p:cNvCxnSpPr>
              <p:nvPr/>
            </p:nvCxnSpPr>
            <p:spPr>
              <a:xfrm rot="20910925" flipH="1" flipV="1">
                <a:off x="3157066" y="3927441"/>
                <a:ext cx="681090" cy="13719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38338601-4FCE-4111-82B8-BD52B99E92FD}"/>
                  </a:ext>
                </a:extLst>
              </p:cNvPr>
              <p:cNvCxnSpPr>
                <a:cxnSpLocks/>
              </p:cNvCxnSpPr>
              <p:nvPr/>
            </p:nvCxnSpPr>
            <p:spPr>
              <a:xfrm rot="20910925" flipH="1">
                <a:off x="3081156" y="3868527"/>
                <a:ext cx="116833" cy="19085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cxnSp>
        <p:nvCxnSpPr>
          <p:cNvPr id="247" name="Connector: Elbow 246">
            <a:extLst>
              <a:ext uri="{FF2B5EF4-FFF2-40B4-BE49-F238E27FC236}">
                <a16:creationId xmlns:a16="http://schemas.microsoft.com/office/drawing/2014/main" id="{010E91D0-DE7A-4313-8A88-8C6D94502231}"/>
              </a:ext>
            </a:extLst>
          </p:cNvPr>
          <p:cNvCxnSpPr>
            <a:cxnSpLocks/>
          </p:cNvCxnSpPr>
          <p:nvPr/>
        </p:nvCxnSpPr>
        <p:spPr>
          <a:xfrm rot="16200000" flipH="1">
            <a:off x="9280671" y="2181317"/>
            <a:ext cx="436072" cy="144047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48" name="Connector: Elbow 247">
            <a:extLst>
              <a:ext uri="{FF2B5EF4-FFF2-40B4-BE49-F238E27FC236}">
                <a16:creationId xmlns:a16="http://schemas.microsoft.com/office/drawing/2014/main" id="{14512A67-3073-44B4-A868-E755913989FD}"/>
              </a:ext>
            </a:extLst>
          </p:cNvPr>
          <p:cNvCxnSpPr>
            <a:cxnSpLocks/>
          </p:cNvCxnSpPr>
          <p:nvPr/>
        </p:nvCxnSpPr>
        <p:spPr>
          <a:xfrm rot="5400000">
            <a:off x="7866209" y="2207329"/>
            <a:ext cx="436072" cy="1388451"/>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250" name="TextBox 249">
            <a:extLst>
              <a:ext uri="{FF2B5EF4-FFF2-40B4-BE49-F238E27FC236}">
                <a16:creationId xmlns:a16="http://schemas.microsoft.com/office/drawing/2014/main" id="{A21BB412-000E-4D7C-B2B7-278A5BAD38D6}"/>
              </a:ext>
            </a:extLst>
          </p:cNvPr>
          <p:cNvSpPr txBox="1"/>
          <p:nvPr/>
        </p:nvSpPr>
        <p:spPr>
          <a:xfrm>
            <a:off x="9093545" y="3121592"/>
            <a:ext cx="2583527" cy="923330"/>
          </a:xfrm>
          <a:prstGeom prst="rect">
            <a:avLst/>
          </a:prstGeom>
          <a:ln w="19050"/>
        </p:spPr>
        <p:style>
          <a:lnRef idx="2">
            <a:schemeClr val="dk1"/>
          </a:lnRef>
          <a:fillRef idx="1">
            <a:schemeClr val="lt1"/>
          </a:fillRef>
          <a:effectRef idx="0">
            <a:schemeClr val="dk1"/>
          </a:effectRef>
          <a:fontRef idx="minor">
            <a:schemeClr val="dk1"/>
          </a:fontRef>
        </p:style>
        <p:txBody>
          <a:bodyPr wrap="square" rtlCol="0">
            <a:spAutoFit/>
          </a:bodyPr>
          <a:lstStyle/>
          <a:p>
            <a:pPr marL="119063" indent="-119063">
              <a:buFont typeface="Arial" panose="020B0604020202020204" pitchFamily="34" charset="0"/>
              <a:buChar char="•"/>
            </a:pPr>
            <a:r>
              <a:rPr lang="en-US" dirty="0">
                <a:cs typeface="Calibri"/>
              </a:rPr>
              <a:t>1</a:t>
            </a:r>
            <a:r>
              <a:rPr lang="en-US" baseline="30000" dirty="0">
                <a:cs typeface="Calibri"/>
              </a:rPr>
              <a:t>st</a:t>
            </a:r>
            <a:r>
              <a:rPr lang="en-US" dirty="0">
                <a:cs typeface="Calibri"/>
              </a:rPr>
              <a:t> h –  ↓ BP by &lt;25%</a:t>
            </a:r>
          </a:p>
          <a:p>
            <a:pPr marL="119063" indent="-119063">
              <a:buFont typeface="Arial" panose="020B0604020202020204" pitchFamily="34" charset="0"/>
              <a:buChar char="•"/>
            </a:pPr>
            <a:r>
              <a:rPr lang="en-US" dirty="0">
                <a:cs typeface="Calibri"/>
              </a:rPr>
              <a:t>4-6 h – BP &lt;160/100</a:t>
            </a:r>
          </a:p>
          <a:p>
            <a:pPr marL="119063" indent="-119063">
              <a:buFont typeface="Arial" panose="020B0604020202020204" pitchFamily="34" charset="0"/>
              <a:buChar char="•"/>
            </a:pPr>
            <a:r>
              <a:rPr lang="en-US" dirty="0">
                <a:cs typeface="Calibri"/>
              </a:rPr>
              <a:t>&gt;24 -48 h – BP &lt;140/90</a:t>
            </a:r>
            <a:endParaRPr lang="en-US" dirty="0"/>
          </a:p>
        </p:txBody>
      </p:sp>
      <p:sp>
        <p:nvSpPr>
          <p:cNvPr id="251" name="TextBox 250">
            <a:extLst>
              <a:ext uri="{FF2B5EF4-FFF2-40B4-BE49-F238E27FC236}">
                <a16:creationId xmlns:a16="http://schemas.microsoft.com/office/drawing/2014/main" id="{8EFDB218-9608-40C1-9422-9AE88B209975}"/>
              </a:ext>
            </a:extLst>
          </p:cNvPr>
          <p:cNvSpPr txBox="1"/>
          <p:nvPr/>
        </p:nvSpPr>
        <p:spPr>
          <a:xfrm>
            <a:off x="6098254" y="3121592"/>
            <a:ext cx="2583528" cy="1200329"/>
          </a:xfrm>
          <a:prstGeom prst="rect">
            <a:avLst/>
          </a:prstGeom>
          <a:ln w="19050"/>
        </p:spPr>
        <p:style>
          <a:lnRef idx="2">
            <a:schemeClr val="dk1"/>
          </a:lnRef>
          <a:fillRef idx="1">
            <a:schemeClr val="lt1"/>
          </a:fillRef>
          <a:effectRef idx="0">
            <a:schemeClr val="dk1"/>
          </a:effectRef>
          <a:fontRef idx="minor">
            <a:schemeClr val="dk1"/>
          </a:fontRef>
        </p:style>
        <p:txBody>
          <a:bodyPr wrap="square" rtlCol="0">
            <a:spAutoFit/>
          </a:bodyPr>
          <a:lstStyle/>
          <a:p>
            <a:pPr marL="119063" indent="-119063">
              <a:buFont typeface="Arial" panose="020B0604020202020204" pitchFamily="34" charset="0"/>
              <a:buChar char="•"/>
            </a:pPr>
            <a:r>
              <a:rPr lang="en-US" dirty="0">
                <a:cs typeface="Calibri"/>
              </a:rPr>
              <a:t>IPH/SAH – SBP &lt;140 ASAP</a:t>
            </a:r>
          </a:p>
          <a:p>
            <a:pPr marL="119063" indent="-119063">
              <a:buFont typeface="Arial" panose="020B0604020202020204" pitchFamily="34" charset="0"/>
              <a:buChar char="•"/>
            </a:pPr>
            <a:r>
              <a:rPr lang="en-US" dirty="0">
                <a:cs typeface="Calibri"/>
              </a:rPr>
              <a:t>Aortic dissection – SBP &lt;120 ASAP</a:t>
            </a:r>
          </a:p>
        </p:txBody>
      </p:sp>
      <p:sp>
        <p:nvSpPr>
          <p:cNvPr id="97" name="Question 2">
            <a:hlinkClick r:id="rId6" action="ppaction://hlinksldjump"/>
            <a:extLst>
              <a:ext uri="{FF2B5EF4-FFF2-40B4-BE49-F238E27FC236}">
                <a16:creationId xmlns:a16="http://schemas.microsoft.com/office/drawing/2014/main" id="{C3323A51-4000-449E-A597-12DC490FDDB8}"/>
              </a:ext>
            </a:extLst>
          </p:cNvPr>
          <p:cNvSpPr txBox="1"/>
          <p:nvPr/>
        </p:nvSpPr>
        <p:spPr>
          <a:xfrm>
            <a:off x="169021" y="743081"/>
            <a:ext cx="137160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solidFill>
                  <a:sysClr val="windowText" lastClr="000000"/>
                </a:solidFill>
              </a:rPr>
              <a:t>Tx Goals</a:t>
            </a:r>
          </a:p>
        </p:txBody>
      </p:sp>
      <p:pic>
        <p:nvPicPr>
          <p:cNvPr id="100" name="Graphic 99" descr="Cursor with solid fill">
            <a:extLst>
              <a:ext uri="{FF2B5EF4-FFF2-40B4-BE49-F238E27FC236}">
                <a16:creationId xmlns:a16="http://schemas.microsoft.com/office/drawing/2014/main" id="{2B023398-FF2B-4B85-8F64-D6502556883D}"/>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97693" y="983985"/>
            <a:ext cx="301752" cy="301752"/>
          </a:xfrm>
          <a:prstGeom prst="rect">
            <a:avLst/>
          </a:prstGeom>
        </p:spPr>
      </p:pic>
      <p:sp>
        <p:nvSpPr>
          <p:cNvPr id="101" name="question 3">
            <a:hlinkClick r:id="rId7" action="ppaction://hlinksldjump"/>
            <a:extLst>
              <a:ext uri="{FF2B5EF4-FFF2-40B4-BE49-F238E27FC236}">
                <a16:creationId xmlns:a16="http://schemas.microsoft.com/office/drawing/2014/main" id="{5C2BA7D7-2D9F-4C55-8276-1898C0DD9EDC}"/>
              </a:ext>
            </a:extLst>
          </p:cNvPr>
          <p:cNvSpPr txBox="1"/>
          <p:nvPr/>
        </p:nvSpPr>
        <p:spPr>
          <a:xfrm>
            <a:off x="169021" y="1354579"/>
            <a:ext cx="1371600" cy="408623"/>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wrap="square" rtlCol="0" anchor="ctr">
            <a:spAutoFit/>
          </a:bodyPr>
          <a:lstStyle/>
          <a:p>
            <a:pPr algn="ctr"/>
            <a:r>
              <a:rPr lang="en-US" dirty="0">
                <a:solidFill>
                  <a:schemeClr val="bg1"/>
                </a:solidFill>
              </a:rPr>
              <a:t>Medications</a:t>
            </a:r>
          </a:p>
        </p:txBody>
      </p:sp>
      <p:sp>
        <p:nvSpPr>
          <p:cNvPr id="103" name="Cases">
            <a:hlinkClick r:id="rId8" action="ppaction://hlinksldjump"/>
            <a:extLst>
              <a:ext uri="{FF2B5EF4-FFF2-40B4-BE49-F238E27FC236}">
                <a16:creationId xmlns:a16="http://schemas.microsoft.com/office/drawing/2014/main" id="{A8FCED94-8465-4F50-92B2-48EA1965E267}"/>
              </a:ext>
            </a:extLst>
          </p:cNvPr>
          <p:cNvSpPr txBox="1"/>
          <p:nvPr/>
        </p:nvSpPr>
        <p:spPr>
          <a:xfrm>
            <a:off x="169021" y="1959284"/>
            <a:ext cx="137160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solidFill>
                  <a:sysClr val="windowText" lastClr="000000"/>
                </a:solidFill>
              </a:rPr>
              <a:t>Cases</a:t>
            </a:r>
          </a:p>
        </p:txBody>
      </p:sp>
      <p:pic>
        <p:nvPicPr>
          <p:cNvPr id="104" name="Graphic 103" descr="Cursor with solid fill">
            <a:extLst>
              <a:ext uri="{FF2B5EF4-FFF2-40B4-BE49-F238E27FC236}">
                <a16:creationId xmlns:a16="http://schemas.microsoft.com/office/drawing/2014/main" id="{61A1FAB3-1554-4BC3-B387-B8A4484918E5}"/>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97693" y="2227704"/>
            <a:ext cx="301752" cy="301752"/>
          </a:xfrm>
          <a:prstGeom prst="rect">
            <a:avLst/>
          </a:prstGeom>
        </p:spPr>
      </p:pic>
      <p:sp>
        <p:nvSpPr>
          <p:cNvPr id="105" name="question 1">
            <a:hlinkClick r:id="rId9" action="ppaction://hlinksldjump"/>
            <a:extLst>
              <a:ext uri="{FF2B5EF4-FFF2-40B4-BE49-F238E27FC236}">
                <a16:creationId xmlns:a16="http://schemas.microsoft.com/office/drawing/2014/main" id="{2B9B6B49-540D-4BC0-A7AB-5FB4563DCE52}"/>
              </a:ext>
            </a:extLst>
          </p:cNvPr>
          <p:cNvSpPr txBox="1"/>
          <p:nvPr/>
        </p:nvSpPr>
        <p:spPr>
          <a:xfrm>
            <a:off x="169021" y="151133"/>
            <a:ext cx="137160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solidFill>
                  <a:sysClr val="windowText" lastClr="000000"/>
                </a:solidFill>
              </a:rPr>
              <a:t>Definition</a:t>
            </a:r>
          </a:p>
        </p:txBody>
      </p:sp>
      <p:pic>
        <p:nvPicPr>
          <p:cNvPr id="106" name="Graphic 105" descr="Cursor with solid fill">
            <a:extLst>
              <a:ext uri="{FF2B5EF4-FFF2-40B4-BE49-F238E27FC236}">
                <a16:creationId xmlns:a16="http://schemas.microsoft.com/office/drawing/2014/main" id="{7FB19496-D0E0-4B80-B991-4F942A333F41}"/>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97693" y="420394"/>
            <a:ext cx="301752" cy="301752"/>
          </a:xfrm>
          <a:prstGeom prst="rect">
            <a:avLst/>
          </a:prstGeom>
        </p:spPr>
      </p:pic>
    </p:spTree>
    <p:extLst>
      <p:ext uri="{BB962C8B-B14F-4D97-AF65-F5344CB8AC3E}">
        <p14:creationId xmlns:p14="http://schemas.microsoft.com/office/powerpoint/2010/main" val="340923662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35"/>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135"/>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36"/>
                                        </p:tgtEl>
                                        <p:attrNameLst>
                                          <p:attrName>style.visibility</p:attrName>
                                        </p:attrNameLst>
                                      </p:cBhvr>
                                      <p:to>
                                        <p:strVal val="hidden"/>
                                      </p:to>
                                    </p:set>
                                  </p:childTnLst>
                                </p:cTn>
                              </p:par>
                            </p:childTnLst>
                          </p:cTn>
                        </p:par>
                      </p:childTnLst>
                    </p:cTn>
                  </p:par>
                </p:childTnLst>
              </p:cTn>
              <p:nextCondLst>
                <p:cond evt="onClick" delay="0">
                  <p:tgtEl>
                    <p:spTgt spid="135"/>
                  </p:tgtEl>
                </p:cond>
              </p:nextCondLst>
            </p:seq>
            <p:seq concurrent="1" nextAc="seek">
              <p:cTn id="11" restart="whenNotActive" fill="hold" evtFilter="cancelBubble" nodeType="interactiveSeq">
                <p:stCondLst>
                  <p:cond evt="onClick" delay="0">
                    <p:tgtEl>
                      <p:spTgt spid="133"/>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par>
                                <p:cTn id="16" presetID="1" presetClass="exit" presetSubtype="0" fill="hold" grpId="0" nodeType="withEffect">
                                  <p:stCondLst>
                                    <p:cond delay="0"/>
                                  </p:stCondLst>
                                  <p:childTnLst>
                                    <p:set>
                                      <p:cBhvr>
                                        <p:cTn id="17" dur="1" fill="hold">
                                          <p:stCondLst>
                                            <p:cond delay="0"/>
                                          </p:stCondLst>
                                        </p:cTn>
                                        <p:tgtEl>
                                          <p:spTgt spid="133"/>
                                        </p:tgtEl>
                                        <p:attrNameLst>
                                          <p:attrName>style.visibility</p:attrName>
                                        </p:attrNameLst>
                                      </p:cBhvr>
                                      <p:to>
                                        <p:strVal val="hidden"/>
                                      </p:to>
                                    </p:set>
                                  </p:childTnLst>
                                </p:cTn>
                              </p:par>
                              <p:par>
                                <p:cTn id="18" presetID="1" presetClass="exit" presetSubtype="0" fill="hold" nodeType="withEffect">
                                  <p:stCondLst>
                                    <p:cond delay="0"/>
                                  </p:stCondLst>
                                  <p:childTnLst>
                                    <p:set>
                                      <p:cBhvr>
                                        <p:cTn id="19" dur="1" fill="hold">
                                          <p:stCondLst>
                                            <p:cond delay="0"/>
                                          </p:stCondLst>
                                        </p:cTn>
                                        <p:tgtEl>
                                          <p:spTgt spid="137"/>
                                        </p:tgtEl>
                                        <p:attrNameLst>
                                          <p:attrName>style.visibility</p:attrName>
                                        </p:attrNameLst>
                                      </p:cBhvr>
                                      <p:to>
                                        <p:strVal val="hidden"/>
                                      </p:to>
                                    </p:set>
                                  </p:childTnLst>
                                </p:cTn>
                              </p:par>
                            </p:childTnLst>
                          </p:cTn>
                        </p:par>
                      </p:childTnLst>
                    </p:cTn>
                  </p:par>
                </p:childTnLst>
              </p:cTn>
              <p:nextCondLst>
                <p:cond evt="onClick" delay="0">
                  <p:tgtEl>
                    <p:spTgt spid="133"/>
                  </p:tgtEl>
                </p:cond>
              </p:nextCondLst>
            </p:seq>
          </p:childTnLst>
        </p:cTn>
      </p:par>
    </p:tnLst>
    <p:bldLst>
      <p:bldP spid="133" grpId="0" animBg="1"/>
      <p:bldP spid="13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ase 1 - Meds to avoid ?">
            <a:extLst>
              <a:ext uri="{FF2B5EF4-FFF2-40B4-BE49-F238E27FC236}">
                <a16:creationId xmlns:a16="http://schemas.microsoft.com/office/drawing/2014/main" id="{14652F2E-0DB3-4B78-A33F-97A9A6FFBEC7}"/>
              </a:ext>
            </a:extLst>
          </p:cNvPr>
          <p:cNvSpPr/>
          <p:nvPr/>
        </p:nvSpPr>
        <p:spPr>
          <a:xfrm>
            <a:off x="306473" y="5707889"/>
            <a:ext cx="4846320" cy="365760"/>
          </a:xfrm>
          <a:prstGeom prst="roundRect">
            <a:avLst>
              <a:gd name="adj" fmla="val 18877"/>
            </a:avLst>
          </a:prstGeom>
          <a:solidFill>
            <a:srgbClr val="5B9BD5"/>
          </a:solidFill>
          <a:ln w="38100">
            <a:solidFill>
              <a:srgbClr val="5B9BD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sz="1600" dirty="0">
                <a:cs typeface="Calibri"/>
              </a:rPr>
              <a:t>Medications to avoid?</a:t>
            </a:r>
            <a:endParaRPr lang="en-US" sz="1600" dirty="0"/>
          </a:p>
        </p:txBody>
      </p:sp>
      <p:cxnSp>
        <p:nvCxnSpPr>
          <p:cNvPr id="30" name="Straight Arrow Connector 29">
            <a:extLst>
              <a:ext uri="{FF2B5EF4-FFF2-40B4-BE49-F238E27FC236}">
                <a16:creationId xmlns:a16="http://schemas.microsoft.com/office/drawing/2014/main" id="{CD8FADEA-923E-43D8-841D-31FB158A8A34}"/>
              </a:ext>
            </a:extLst>
          </p:cNvPr>
          <p:cNvCxnSpPr>
            <a:cxnSpLocks/>
          </p:cNvCxnSpPr>
          <p:nvPr/>
        </p:nvCxnSpPr>
        <p:spPr>
          <a:xfrm>
            <a:off x="5291189" y="77431"/>
            <a:ext cx="35682" cy="6518408"/>
          </a:xfrm>
          <a:prstGeom prst="straightConnector1">
            <a:avLst/>
          </a:prstGeom>
          <a:ln w="38100"/>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E90A6E1-1606-40AE-8EE2-6B4CA2140CD7}"/>
              </a:ext>
            </a:extLst>
          </p:cNvPr>
          <p:cNvCxnSpPr>
            <a:cxnSpLocks/>
          </p:cNvCxnSpPr>
          <p:nvPr/>
        </p:nvCxnSpPr>
        <p:spPr>
          <a:xfrm>
            <a:off x="8665252" y="152863"/>
            <a:ext cx="0" cy="6534599"/>
          </a:xfrm>
          <a:prstGeom prst="straightConnector1">
            <a:avLst/>
          </a:prstGeom>
          <a:ln w="38100"/>
        </p:spPr>
        <p:style>
          <a:lnRef idx="1">
            <a:schemeClr val="accent1"/>
          </a:lnRef>
          <a:fillRef idx="0">
            <a:schemeClr val="accent1"/>
          </a:fillRef>
          <a:effectRef idx="0">
            <a:schemeClr val="accent1"/>
          </a:effectRef>
          <a:fontRef idx="minor">
            <a:schemeClr val="tx1"/>
          </a:fontRef>
        </p:style>
      </p:cxnSp>
      <p:sp>
        <p:nvSpPr>
          <p:cNvPr id="27" name="Case 1 - labs imaging ?">
            <a:extLst>
              <a:ext uri="{FF2B5EF4-FFF2-40B4-BE49-F238E27FC236}">
                <a16:creationId xmlns:a16="http://schemas.microsoft.com/office/drawing/2014/main" id="{4A19913F-B8C0-4834-A042-C55230371674}"/>
              </a:ext>
            </a:extLst>
          </p:cNvPr>
          <p:cNvSpPr/>
          <p:nvPr/>
        </p:nvSpPr>
        <p:spPr>
          <a:xfrm>
            <a:off x="1860953" y="1526001"/>
            <a:ext cx="3291840" cy="365760"/>
          </a:xfrm>
          <a:prstGeom prst="roundRect">
            <a:avLst/>
          </a:prstGeom>
          <a:ln w="38100">
            <a:solidFill>
              <a:srgbClr val="5B9BD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cs typeface="Calibri"/>
              </a:rPr>
              <a:t>Labs/Imaging?</a:t>
            </a:r>
            <a:endParaRPr lang="en-US" sz="1600" dirty="0"/>
          </a:p>
        </p:txBody>
      </p:sp>
      <p:sp>
        <p:nvSpPr>
          <p:cNvPr id="28" name="Case 1 - diagnosis ?">
            <a:extLst>
              <a:ext uri="{FF2B5EF4-FFF2-40B4-BE49-F238E27FC236}">
                <a16:creationId xmlns:a16="http://schemas.microsoft.com/office/drawing/2014/main" id="{3051A5AD-CE64-403D-87D8-AA5CAED66860}"/>
              </a:ext>
            </a:extLst>
          </p:cNvPr>
          <p:cNvSpPr/>
          <p:nvPr/>
        </p:nvSpPr>
        <p:spPr>
          <a:xfrm>
            <a:off x="1860953" y="3079129"/>
            <a:ext cx="3291840" cy="365760"/>
          </a:xfrm>
          <a:prstGeom prst="roundRect">
            <a:avLst/>
          </a:prstGeom>
          <a:ln w="38100">
            <a:solidFill>
              <a:srgbClr val="5B9BD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sz="1600" dirty="0">
                <a:cs typeface="Calibri"/>
              </a:rPr>
              <a:t>Diagnosis?</a:t>
            </a:r>
            <a:endParaRPr lang="en-US" sz="1600" dirty="0"/>
          </a:p>
        </p:txBody>
      </p:sp>
      <p:sp>
        <p:nvSpPr>
          <p:cNvPr id="29" name="Case 1 - treatment and BP goals ?">
            <a:extLst>
              <a:ext uri="{FF2B5EF4-FFF2-40B4-BE49-F238E27FC236}">
                <a16:creationId xmlns:a16="http://schemas.microsoft.com/office/drawing/2014/main" id="{AF08B626-DF2A-4C22-8A2B-41E376B37317}"/>
              </a:ext>
            </a:extLst>
          </p:cNvPr>
          <p:cNvSpPr/>
          <p:nvPr/>
        </p:nvSpPr>
        <p:spPr>
          <a:xfrm>
            <a:off x="306473" y="4156346"/>
            <a:ext cx="4846320" cy="365760"/>
          </a:xfrm>
          <a:prstGeom prst="roundRect">
            <a:avLst>
              <a:gd name="adj" fmla="val 12279"/>
            </a:avLst>
          </a:prstGeom>
          <a:ln w="38100">
            <a:solidFill>
              <a:srgbClr val="5B9BD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sz="1600" dirty="0">
                <a:cs typeface="Calibri"/>
              </a:rPr>
              <a:t>Treatment and BP goals?</a:t>
            </a:r>
          </a:p>
        </p:txBody>
      </p:sp>
      <p:sp>
        <p:nvSpPr>
          <p:cNvPr id="32" name="Case 2 - labs/imaging ?">
            <a:extLst>
              <a:ext uri="{FF2B5EF4-FFF2-40B4-BE49-F238E27FC236}">
                <a16:creationId xmlns:a16="http://schemas.microsoft.com/office/drawing/2014/main" id="{D046D7B6-459E-43A3-BC52-14B6F3C72E5E}"/>
              </a:ext>
            </a:extLst>
          </p:cNvPr>
          <p:cNvSpPr/>
          <p:nvPr/>
        </p:nvSpPr>
        <p:spPr>
          <a:xfrm>
            <a:off x="5429192" y="1506362"/>
            <a:ext cx="3017520" cy="365760"/>
          </a:xfrm>
          <a:prstGeom prst="roundRect">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sz="1600" dirty="0">
                <a:cs typeface="Calibri"/>
              </a:rPr>
              <a:t>Labs/Imaging?</a:t>
            </a:r>
            <a:endParaRPr lang="en-US" sz="1600" dirty="0"/>
          </a:p>
        </p:txBody>
      </p:sp>
      <p:sp>
        <p:nvSpPr>
          <p:cNvPr id="36" name="Case 2 - treatment and BP goal?">
            <a:extLst>
              <a:ext uri="{FF2B5EF4-FFF2-40B4-BE49-F238E27FC236}">
                <a16:creationId xmlns:a16="http://schemas.microsoft.com/office/drawing/2014/main" id="{E7228AC6-2215-409D-AED8-E79F8E674E39}"/>
              </a:ext>
            </a:extLst>
          </p:cNvPr>
          <p:cNvSpPr/>
          <p:nvPr/>
        </p:nvSpPr>
        <p:spPr>
          <a:xfrm>
            <a:off x="5442541" y="3717660"/>
            <a:ext cx="3017520" cy="365760"/>
          </a:xfrm>
          <a:prstGeom prst="roundRect">
            <a:avLst>
              <a:gd name="adj" fmla="val 12797"/>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sz="1600" dirty="0">
                <a:cs typeface="Calibri"/>
              </a:rPr>
              <a:t>Treatment and BP goal?</a:t>
            </a:r>
            <a:endParaRPr lang="en-US" sz="1600" dirty="0"/>
          </a:p>
        </p:txBody>
      </p:sp>
      <p:sp>
        <p:nvSpPr>
          <p:cNvPr id="33" name="Case 3 - labs/imaging?">
            <a:extLst>
              <a:ext uri="{FF2B5EF4-FFF2-40B4-BE49-F238E27FC236}">
                <a16:creationId xmlns:a16="http://schemas.microsoft.com/office/drawing/2014/main" id="{425E8F12-5EFA-4ED7-81D8-B82562BE403D}"/>
              </a:ext>
            </a:extLst>
          </p:cNvPr>
          <p:cNvSpPr/>
          <p:nvPr/>
        </p:nvSpPr>
        <p:spPr>
          <a:xfrm>
            <a:off x="8805574" y="2642157"/>
            <a:ext cx="3200400" cy="365760"/>
          </a:xfrm>
          <a:prstGeom prst="roundRect">
            <a:avLst>
              <a:gd name="adj" fmla="val 13268"/>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sz="1600" dirty="0">
                <a:cs typeface="Calibri"/>
              </a:rPr>
              <a:t>Labs/Imaging?</a:t>
            </a:r>
            <a:endParaRPr lang="en-US" sz="1600" dirty="0"/>
          </a:p>
        </p:txBody>
      </p:sp>
      <p:sp>
        <p:nvSpPr>
          <p:cNvPr id="35" name="Case 3 - diagnosis?">
            <a:extLst>
              <a:ext uri="{FF2B5EF4-FFF2-40B4-BE49-F238E27FC236}">
                <a16:creationId xmlns:a16="http://schemas.microsoft.com/office/drawing/2014/main" id="{B7DE69C1-7A0E-48AB-895D-8DF8B5EE749F}"/>
              </a:ext>
            </a:extLst>
          </p:cNvPr>
          <p:cNvSpPr/>
          <p:nvPr/>
        </p:nvSpPr>
        <p:spPr>
          <a:xfrm>
            <a:off x="8809077" y="4191411"/>
            <a:ext cx="3200400" cy="365760"/>
          </a:xfrm>
          <a:prstGeom prst="roundRect">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sz="1600" dirty="0">
                <a:cs typeface="Calibri"/>
              </a:rPr>
              <a:t>Diagnosis?</a:t>
            </a:r>
            <a:endParaRPr lang="en-US" sz="1600" dirty="0"/>
          </a:p>
        </p:txBody>
      </p:sp>
      <p:sp>
        <p:nvSpPr>
          <p:cNvPr id="37" name="Case 3 - tx and BP goal?">
            <a:extLst>
              <a:ext uri="{FF2B5EF4-FFF2-40B4-BE49-F238E27FC236}">
                <a16:creationId xmlns:a16="http://schemas.microsoft.com/office/drawing/2014/main" id="{E5AA2FD2-C49D-4F0E-BDB3-85989CA5F85C}"/>
              </a:ext>
            </a:extLst>
          </p:cNvPr>
          <p:cNvSpPr/>
          <p:nvPr/>
        </p:nvSpPr>
        <p:spPr>
          <a:xfrm>
            <a:off x="8803927" y="5223925"/>
            <a:ext cx="3200400" cy="365760"/>
          </a:xfrm>
          <a:prstGeom prst="roundRect">
            <a:avLst>
              <a:gd name="adj" fmla="val 14169"/>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sz="1600" dirty="0">
                <a:cs typeface="Calibri"/>
              </a:rPr>
              <a:t>Treatment and BP goal?</a:t>
            </a:r>
            <a:endParaRPr lang="en-US" sz="1600" dirty="0"/>
          </a:p>
        </p:txBody>
      </p:sp>
      <p:sp>
        <p:nvSpPr>
          <p:cNvPr id="50" name="case 1 presentation text">
            <a:extLst>
              <a:ext uri="{FF2B5EF4-FFF2-40B4-BE49-F238E27FC236}">
                <a16:creationId xmlns:a16="http://schemas.microsoft.com/office/drawing/2014/main" id="{B44B7BAC-995B-4D8E-A182-0D926F0B07BE}"/>
              </a:ext>
            </a:extLst>
          </p:cNvPr>
          <p:cNvSpPr txBox="1"/>
          <p:nvPr/>
        </p:nvSpPr>
        <p:spPr>
          <a:xfrm>
            <a:off x="1829894" y="645722"/>
            <a:ext cx="338768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ea typeface="+mn-lt"/>
                <a:cs typeface="+mn-lt"/>
              </a:rPr>
              <a:t>59 yo with no known PMHx presents with acute onset chest pain and shortness of breath. BP is 220/130. </a:t>
            </a:r>
            <a:endParaRPr lang="en-US" sz="1600" dirty="0"/>
          </a:p>
        </p:txBody>
      </p:sp>
      <p:sp>
        <p:nvSpPr>
          <p:cNvPr id="51" name="case 2 presentation text">
            <a:extLst>
              <a:ext uri="{FF2B5EF4-FFF2-40B4-BE49-F238E27FC236}">
                <a16:creationId xmlns:a16="http://schemas.microsoft.com/office/drawing/2014/main" id="{5E7B4219-DAB3-4422-BBC5-D5A316975DB4}"/>
              </a:ext>
            </a:extLst>
          </p:cNvPr>
          <p:cNvSpPr txBox="1"/>
          <p:nvPr/>
        </p:nvSpPr>
        <p:spPr>
          <a:xfrm>
            <a:off x="5355972" y="639682"/>
            <a:ext cx="328289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ea typeface="+mn-lt"/>
                <a:cs typeface="+mn-lt"/>
              </a:rPr>
              <a:t>67 yo on chronic steroids presents with left leg &gt; arm weakness x 18 h. BP is 245/123.  </a:t>
            </a:r>
            <a:endParaRPr lang="en-US" sz="1600" dirty="0"/>
          </a:p>
        </p:txBody>
      </p:sp>
      <p:sp>
        <p:nvSpPr>
          <p:cNvPr id="52" name="case 3 presentation text">
            <a:extLst>
              <a:ext uri="{FF2B5EF4-FFF2-40B4-BE49-F238E27FC236}">
                <a16:creationId xmlns:a16="http://schemas.microsoft.com/office/drawing/2014/main" id="{3F0E4B0A-68D9-4F4E-AEFE-4C4D30735F8C}"/>
              </a:ext>
            </a:extLst>
          </p:cNvPr>
          <p:cNvSpPr txBox="1"/>
          <p:nvPr/>
        </p:nvSpPr>
        <p:spPr>
          <a:xfrm>
            <a:off x="8717872" y="663331"/>
            <a:ext cx="336797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ea typeface="+mn-lt"/>
                <a:cs typeface="+mn-lt"/>
              </a:rPr>
              <a:t>48 yo presents with  severe chest pain radiating to the back. BP is 225/134. </a:t>
            </a:r>
            <a:endParaRPr lang="en-US" sz="1600" dirty="0"/>
          </a:p>
        </p:txBody>
      </p:sp>
      <p:sp>
        <p:nvSpPr>
          <p:cNvPr id="2" name="case 1 labs/imaging text">
            <a:extLst>
              <a:ext uri="{FF2B5EF4-FFF2-40B4-BE49-F238E27FC236}">
                <a16:creationId xmlns:a16="http://schemas.microsoft.com/office/drawing/2014/main" id="{71D72901-4BEA-4E95-A173-7BE590EA05C7}"/>
              </a:ext>
            </a:extLst>
          </p:cNvPr>
          <p:cNvSpPr txBox="1"/>
          <p:nvPr/>
        </p:nvSpPr>
        <p:spPr>
          <a:xfrm>
            <a:off x="1818298" y="1937870"/>
            <a:ext cx="3406610" cy="1206118"/>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Troponin 1.1 -&gt; 1.2 -&gt; 1.1 ng/mL</a:t>
            </a:r>
          </a:p>
          <a:p>
            <a:r>
              <a:rPr lang="en-US" sz="1600" dirty="0"/>
              <a:t>BNP 5000</a:t>
            </a:r>
            <a:endParaRPr lang="en-US" sz="1600" dirty="0">
              <a:cs typeface="Calibri"/>
            </a:endParaRPr>
          </a:p>
          <a:p>
            <a:r>
              <a:rPr lang="en-US" sz="1600" dirty="0"/>
              <a:t>EKG: ST depressions in V4-V6</a:t>
            </a:r>
            <a:endParaRPr lang="en-US" sz="1600" dirty="0">
              <a:cs typeface="Calibri"/>
            </a:endParaRPr>
          </a:p>
          <a:p>
            <a:r>
              <a:rPr lang="en-US" sz="1600" dirty="0"/>
              <a:t>CXR: marked pulmonary edema</a:t>
            </a:r>
            <a:endParaRPr lang="en-US" sz="1600" dirty="0">
              <a:cs typeface="Calibri" panose="020F0502020204030204"/>
            </a:endParaRPr>
          </a:p>
        </p:txBody>
      </p:sp>
      <p:sp>
        <p:nvSpPr>
          <p:cNvPr id="3" name="case 2 labs/imaging text">
            <a:extLst>
              <a:ext uri="{FF2B5EF4-FFF2-40B4-BE49-F238E27FC236}">
                <a16:creationId xmlns:a16="http://schemas.microsoft.com/office/drawing/2014/main" id="{3D129CFC-E3CA-4B40-B61A-D05D40A75D11}"/>
              </a:ext>
            </a:extLst>
          </p:cNvPr>
          <p:cNvSpPr txBox="1"/>
          <p:nvPr/>
        </p:nvSpPr>
        <p:spPr>
          <a:xfrm>
            <a:off x="5460860" y="1929049"/>
            <a:ext cx="3018049"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cs typeface="Calibri"/>
              </a:rPr>
              <a:t>CTA head: Acute right ACA infarct without hemorrhagic conversion</a:t>
            </a:r>
          </a:p>
        </p:txBody>
      </p:sp>
      <p:sp>
        <p:nvSpPr>
          <p:cNvPr id="4" name="case 1 diagnosis text">
            <a:extLst>
              <a:ext uri="{FF2B5EF4-FFF2-40B4-BE49-F238E27FC236}">
                <a16:creationId xmlns:a16="http://schemas.microsoft.com/office/drawing/2014/main" id="{AB3EF740-0A53-44EF-82A0-B2A2E506710D}"/>
              </a:ext>
            </a:extLst>
          </p:cNvPr>
          <p:cNvSpPr txBox="1"/>
          <p:nvPr/>
        </p:nvSpPr>
        <p:spPr>
          <a:xfrm>
            <a:off x="1836423" y="3494759"/>
            <a:ext cx="3345444" cy="584775"/>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t>HTN emergency with acute LV failure and pulmonary edema</a:t>
            </a:r>
          </a:p>
        </p:txBody>
      </p:sp>
      <p:sp>
        <p:nvSpPr>
          <p:cNvPr id="6" name="case 1 treatment text">
            <a:extLst>
              <a:ext uri="{FF2B5EF4-FFF2-40B4-BE49-F238E27FC236}">
                <a16:creationId xmlns:a16="http://schemas.microsoft.com/office/drawing/2014/main" id="{ECD02085-DB03-4BBC-94F1-1953261953D9}"/>
              </a:ext>
            </a:extLst>
          </p:cNvPr>
          <p:cNvSpPr txBox="1"/>
          <p:nvPr/>
        </p:nvSpPr>
        <p:spPr>
          <a:xfrm rot="-10800000" flipV="1">
            <a:off x="241114" y="4566182"/>
            <a:ext cx="5015870" cy="1077218"/>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dirty="0">
                <a:ea typeface="+mn-lt"/>
                <a:cs typeface="+mn-lt"/>
              </a:rPr>
              <a:t>Nitroglycerin</a:t>
            </a:r>
            <a:r>
              <a:rPr lang="en-US" sz="1600" dirty="0">
                <a:ea typeface="+mn-lt"/>
                <a:cs typeface="+mn-lt"/>
              </a:rPr>
              <a:t> and IV diuresis to decrease preload. </a:t>
            </a:r>
            <a:r>
              <a:rPr lang="en-US" sz="1600" b="1" dirty="0">
                <a:ea typeface="+mn-lt"/>
                <a:cs typeface="+mn-lt"/>
              </a:rPr>
              <a:t>Reduce BP 25% in first 1hr</a:t>
            </a:r>
            <a:r>
              <a:rPr lang="en-US" sz="1600" dirty="0">
                <a:ea typeface="+mn-lt"/>
                <a:cs typeface="+mn-lt"/>
              </a:rPr>
              <a:t>. Nitroprusside may be needed to further reduce BPs within goal range since nitroglycerin is not a potent antihypertensive. </a:t>
            </a:r>
          </a:p>
        </p:txBody>
      </p:sp>
      <p:sp>
        <p:nvSpPr>
          <p:cNvPr id="7" name="case 2 treatment text">
            <a:extLst>
              <a:ext uri="{FF2B5EF4-FFF2-40B4-BE49-F238E27FC236}">
                <a16:creationId xmlns:a16="http://schemas.microsoft.com/office/drawing/2014/main" id="{BEF96E89-F2C3-4A93-BC4C-3A451F9229F1}"/>
              </a:ext>
            </a:extLst>
          </p:cNvPr>
          <p:cNvSpPr txBox="1"/>
          <p:nvPr/>
        </p:nvSpPr>
        <p:spPr>
          <a:xfrm>
            <a:off x="5429163" y="4141745"/>
            <a:ext cx="3144445" cy="132343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dirty="0">
                <a:cs typeface="Calibri"/>
              </a:rPr>
              <a:t>Nicardipine</a:t>
            </a:r>
            <a:r>
              <a:rPr lang="en-US" sz="1600" dirty="0">
                <a:cs typeface="Calibri"/>
              </a:rPr>
              <a:t> or </a:t>
            </a:r>
            <a:r>
              <a:rPr lang="en-US" sz="1600" b="1" dirty="0">
                <a:cs typeface="Calibri"/>
              </a:rPr>
              <a:t>labetalol</a:t>
            </a:r>
            <a:r>
              <a:rPr lang="en-US" sz="1600" dirty="0">
                <a:cs typeface="Calibri"/>
              </a:rPr>
              <a:t>. </a:t>
            </a:r>
            <a:r>
              <a:rPr lang="en-US" sz="1600" b="1" dirty="0">
                <a:cs typeface="Calibri"/>
              </a:rPr>
              <a:t>Reduce</a:t>
            </a:r>
            <a:r>
              <a:rPr lang="en-US" sz="1600" b="1" dirty="0">
                <a:ea typeface="+mn-lt"/>
                <a:cs typeface="+mn-lt"/>
              </a:rPr>
              <a:t> BP by 15% in first 24h. </a:t>
            </a:r>
            <a:r>
              <a:rPr lang="en-US" sz="1600" dirty="0">
                <a:ea typeface="+mn-lt"/>
                <a:cs typeface="+mn-lt"/>
              </a:rPr>
              <a:t>Patients with ischemic stroke and SBP &lt; 220/120 should have NOT have their BPs lowered (permissive hypertension).</a:t>
            </a:r>
          </a:p>
        </p:txBody>
      </p:sp>
      <p:sp>
        <p:nvSpPr>
          <p:cNvPr id="8" name="case 3 labs/imaging text">
            <a:extLst>
              <a:ext uri="{FF2B5EF4-FFF2-40B4-BE49-F238E27FC236}">
                <a16:creationId xmlns:a16="http://schemas.microsoft.com/office/drawing/2014/main" id="{37EB185D-C37E-49DA-B975-86FA9A15AEC2}"/>
              </a:ext>
            </a:extLst>
          </p:cNvPr>
          <p:cNvSpPr txBox="1"/>
          <p:nvPr/>
        </p:nvSpPr>
        <p:spPr>
          <a:xfrm>
            <a:off x="8829890" y="3074562"/>
            <a:ext cx="3165873" cy="1077218"/>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cs typeface="Calibri"/>
              </a:rPr>
              <a:t>EKG: No ischemic changes</a:t>
            </a:r>
          </a:p>
          <a:p>
            <a:r>
              <a:rPr lang="en-US" sz="1600" dirty="0">
                <a:cs typeface="Calibri"/>
              </a:rPr>
              <a:t>Trop 0.01 ng/</a:t>
            </a:r>
            <a:r>
              <a:rPr lang="en-US" sz="1600" dirty="0" err="1">
                <a:cs typeface="Calibri"/>
              </a:rPr>
              <a:t>mL.</a:t>
            </a:r>
            <a:r>
              <a:rPr lang="en-US" sz="1600" dirty="0">
                <a:cs typeface="Calibri"/>
              </a:rPr>
              <a:t> Cr 1.0</a:t>
            </a:r>
          </a:p>
          <a:p>
            <a:r>
              <a:rPr lang="en-US" sz="1600" dirty="0">
                <a:cs typeface="Calibri"/>
              </a:rPr>
              <a:t>CXR: widened mediastinum</a:t>
            </a:r>
            <a:endParaRPr lang="en-US" sz="1600" dirty="0"/>
          </a:p>
          <a:p>
            <a:r>
              <a:rPr lang="en-US" sz="1600" dirty="0">
                <a:cs typeface="Calibri"/>
              </a:rPr>
              <a:t>CTA: Type B aortic dissection</a:t>
            </a:r>
          </a:p>
        </p:txBody>
      </p:sp>
      <p:sp>
        <p:nvSpPr>
          <p:cNvPr id="9" name="case 3 diagnosis text">
            <a:extLst>
              <a:ext uri="{FF2B5EF4-FFF2-40B4-BE49-F238E27FC236}">
                <a16:creationId xmlns:a16="http://schemas.microsoft.com/office/drawing/2014/main" id="{365F3A85-A0FE-4E55-B307-F35B50B81031}"/>
              </a:ext>
            </a:extLst>
          </p:cNvPr>
          <p:cNvSpPr txBox="1"/>
          <p:nvPr/>
        </p:nvSpPr>
        <p:spPr>
          <a:xfrm>
            <a:off x="8839332" y="4609991"/>
            <a:ext cx="3099637"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t>HTN emergency with Type B aortic dissection</a:t>
            </a:r>
          </a:p>
        </p:txBody>
      </p:sp>
      <p:sp>
        <p:nvSpPr>
          <p:cNvPr id="10" name="case 3 treatment text">
            <a:extLst>
              <a:ext uri="{FF2B5EF4-FFF2-40B4-BE49-F238E27FC236}">
                <a16:creationId xmlns:a16="http://schemas.microsoft.com/office/drawing/2014/main" id="{762C6735-F381-4938-938B-871B3C5FBA8B}"/>
              </a:ext>
            </a:extLst>
          </p:cNvPr>
          <p:cNvSpPr txBox="1"/>
          <p:nvPr/>
        </p:nvSpPr>
        <p:spPr>
          <a:xfrm>
            <a:off x="8825358" y="5643400"/>
            <a:ext cx="3261078" cy="1077218"/>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dirty="0">
                <a:cs typeface="Calibri"/>
              </a:rPr>
              <a:t>Labetalol </a:t>
            </a:r>
            <a:r>
              <a:rPr lang="en-US" sz="1600" dirty="0">
                <a:cs typeface="Calibri"/>
              </a:rPr>
              <a:t>or</a:t>
            </a:r>
            <a:r>
              <a:rPr lang="en-US" sz="1600" b="1" dirty="0">
                <a:cs typeface="Calibri"/>
              </a:rPr>
              <a:t> esmolol </a:t>
            </a:r>
            <a:r>
              <a:rPr lang="en-US" sz="1600" dirty="0">
                <a:cs typeface="Calibri"/>
              </a:rPr>
              <a:t>±</a:t>
            </a:r>
            <a:r>
              <a:rPr lang="en-US" sz="1600" b="1" dirty="0">
                <a:cs typeface="Calibri"/>
              </a:rPr>
              <a:t> </a:t>
            </a:r>
            <a:r>
              <a:rPr lang="en-US" sz="1600" dirty="0">
                <a:cs typeface="Calibri"/>
              </a:rPr>
              <a:t>Nitroprusside. Target </a:t>
            </a:r>
            <a:r>
              <a:rPr lang="en-US" sz="1600" b="1" dirty="0">
                <a:cs typeface="Calibri"/>
              </a:rPr>
              <a:t>HR 60 </a:t>
            </a:r>
            <a:r>
              <a:rPr lang="en-US" sz="1600" dirty="0">
                <a:cs typeface="Calibri"/>
              </a:rPr>
              <a:t>with </a:t>
            </a:r>
            <a:r>
              <a:rPr lang="el-GR" sz="1600" dirty="0">
                <a:cs typeface="Calibri"/>
              </a:rPr>
              <a:t>β</a:t>
            </a:r>
            <a:r>
              <a:rPr lang="en-US" sz="1600" dirty="0">
                <a:cs typeface="Calibri"/>
              </a:rPr>
              <a:t>-blocker (prevents reflex ↑ HR), then add nitroprusside to </a:t>
            </a:r>
            <a:r>
              <a:rPr lang="en-US" sz="1600" b="1" dirty="0">
                <a:cs typeface="Calibri"/>
              </a:rPr>
              <a:t>↓ SBP to </a:t>
            </a:r>
            <a:r>
              <a:rPr lang="en-US" sz="1600" b="1" dirty="0">
                <a:ea typeface="+mn-lt"/>
                <a:cs typeface="+mn-lt"/>
              </a:rPr>
              <a:t>&lt;120 </a:t>
            </a:r>
            <a:r>
              <a:rPr lang="en-US" sz="1600" dirty="0">
                <a:ea typeface="+mn-lt"/>
                <a:cs typeface="+mn-lt"/>
              </a:rPr>
              <a:t>ASAP</a:t>
            </a:r>
            <a:endParaRPr lang="en-US" sz="1600" dirty="0">
              <a:cs typeface="Calibri"/>
            </a:endParaRPr>
          </a:p>
        </p:txBody>
      </p:sp>
      <p:sp>
        <p:nvSpPr>
          <p:cNvPr id="38" name="Case 1 button">
            <a:extLst>
              <a:ext uri="{FF2B5EF4-FFF2-40B4-BE49-F238E27FC236}">
                <a16:creationId xmlns:a16="http://schemas.microsoft.com/office/drawing/2014/main" id="{6D06BAD6-FF33-4628-BADF-8688F3BA536D}"/>
              </a:ext>
            </a:extLst>
          </p:cNvPr>
          <p:cNvSpPr/>
          <p:nvPr/>
        </p:nvSpPr>
        <p:spPr>
          <a:xfrm>
            <a:off x="2912221" y="180736"/>
            <a:ext cx="1371600" cy="365760"/>
          </a:xfrm>
          <a:prstGeom prst="roundRect">
            <a:avLst/>
          </a:prstGeom>
          <a:ln w="38100">
            <a:solidFill>
              <a:srgbClr val="5B9BD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dirty="0">
                <a:cs typeface="Calibri"/>
              </a:rPr>
              <a:t>Case 1</a:t>
            </a:r>
            <a:endParaRPr lang="en-US" dirty="0"/>
          </a:p>
        </p:txBody>
      </p:sp>
      <p:sp>
        <p:nvSpPr>
          <p:cNvPr id="39" name="Case 2 button">
            <a:extLst>
              <a:ext uri="{FF2B5EF4-FFF2-40B4-BE49-F238E27FC236}">
                <a16:creationId xmlns:a16="http://schemas.microsoft.com/office/drawing/2014/main" id="{4E1BE8FA-1ABA-4C33-A4D4-F9EFFFA33D70}"/>
              </a:ext>
            </a:extLst>
          </p:cNvPr>
          <p:cNvSpPr/>
          <p:nvPr/>
        </p:nvSpPr>
        <p:spPr>
          <a:xfrm>
            <a:off x="6299660" y="180736"/>
            <a:ext cx="1371600" cy="365760"/>
          </a:xfrm>
          <a:prstGeom prst="roundRect">
            <a:avLst/>
          </a:prstGeom>
          <a:ln w="38100">
            <a:solidFill>
              <a:srgbClr val="5B9BD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dirty="0">
                <a:cs typeface="Calibri"/>
              </a:rPr>
              <a:t>Case 2</a:t>
            </a:r>
            <a:endParaRPr lang="en-US" dirty="0"/>
          </a:p>
        </p:txBody>
      </p:sp>
      <p:sp>
        <p:nvSpPr>
          <p:cNvPr id="40" name="Case 3 button">
            <a:extLst>
              <a:ext uri="{FF2B5EF4-FFF2-40B4-BE49-F238E27FC236}">
                <a16:creationId xmlns:a16="http://schemas.microsoft.com/office/drawing/2014/main" id="{A9973223-8953-4226-B8C4-22E8A52A2BDA}"/>
              </a:ext>
            </a:extLst>
          </p:cNvPr>
          <p:cNvSpPr/>
          <p:nvPr/>
        </p:nvSpPr>
        <p:spPr>
          <a:xfrm>
            <a:off x="9727577" y="180736"/>
            <a:ext cx="1371600" cy="365760"/>
          </a:xfrm>
          <a:prstGeom prst="roundRect">
            <a:avLst/>
          </a:prstGeom>
          <a:ln w="38100">
            <a:solidFill>
              <a:srgbClr val="5B9BD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dirty="0">
                <a:cs typeface="Calibri"/>
              </a:rPr>
              <a:t>Case 3</a:t>
            </a:r>
            <a:endParaRPr lang="en-US" dirty="0"/>
          </a:p>
        </p:txBody>
      </p:sp>
      <p:sp>
        <p:nvSpPr>
          <p:cNvPr id="34" name="Case 2: DIagnosis?">
            <a:extLst>
              <a:ext uri="{FF2B5EF4-FFF2-40B4-BE49-F238E27FC236}">
                <a16:creationId xmlns:a16="http://schemas.microsoft.com/office/drawing/2014/main" id="{59E2CC23-7EB5-49A0-960A-CD155A9F001D}"/>
              </a:ext>
            </a:extLst>
          </p:cNvPr>
          <p:cNvSpPr/>
          <p:nvPr/>
        </p:nvSpPr>
        <p:spPr>
          <a:xfrm>
            <a:off x="5442541" y="2601495"/>
            <a:ext cx="3017520" cy="365760"/>
          </a:xfrm>
          <a:prstGeom prst="roundRect">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sz="1600" dirty="0">
                <a:cs typeface="Calibri"/>
              </a:rPr>
              <a:t>Diagnosis</a:t>
            </a:r>
            <a:endParaRPr lang="en-US" sz="1600" dirty="0"/>
          </a:p>
        </p:txBody>
      </p:sp>
      <p:sp>
        <p:nvSpPr>
          <p:cNvPr id="5" name="case 2 diagnosis text">
            <a:extLst>
              <a:ext uri="{FF2B5EF4-FFF2-40B4-BE49-F238E27FC236}">
                <a16:creationId xmlns:a16="http://schemas.microsoft.com/office/drawing/2014/main" id="{DE07174B-0C1E-48D2-8A51-09144ED3729D}"/>
              </a:ext>
            </a:extLst>
          </p:cNvPr>
          <p:cNvSpPr txBox="1"/>
          <p:nvPr/>
        </p:nvSpPr>
        <p:spPr>
          <a:xfrm>
            <a:off x="5467088" y="3032179"/>
            <a:ext cx="3015457"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t>HTN emergency with acute ischemic stroke.</a:t>
            </a:r>
          </a:p>
        </p:txBody>
      </p:sp>
      <p:sp>
        <p:nvSpPr>
          <p:cNvPr id="64" name="case 1 contra I text">
            <a:extLst>
              <a:ext uri="{FF2B5EF4-FFF2-40B4-BE49-F238E27FC236}">
                <a16:creationId xmlns:a16="http://schemas.microsoft.com/office/drawing/2014/main" id="{B51E1E88-2F5F-4402-8B14-272F237AE5D7}"/>
              </a:ext>
            </a:extLst>
          </p:cNvPr>
          <p:cNvSpPr txBox="1"/>
          <p:nvPr/>
        </p:nvSpPr>
        <p:spPr>
          <a:xfrm rot="-10800000" flipV="1">
            <a:off x="305218" y="6122092"/>
            <a:ext cx="4951767" cy="584775"/>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ea typeface="+mn-lt"/>
                <a:cs typeface="+mn-lt"/>
              </a:rPr>
              <a:t>Avoid </a:t>
            </a:r>
            <a:r>
              <a:rPr lang="el-GR" sz="1600" dirty="0">
                <a:ea typeface="+mn-lt"/>
                <a:cs typeface="+mn-lt"/>
              </a:rPr>
              <a:t>β</a:t>
            </a:r>
            <a:r>
              <a:rPr lang="en-US" sz="1600" dirty="0">
                <a:ea typeface="+mn-lt"/>
                <a:cs typeface="+mn-lt"/>
              </a:rPr>
              <a:t>-blockers in the setting of acute LV dysfunction as this can precipitate cardiogenic shock. </a:t>
            </a:r>
          </a:p>
        </p:txBody>
      </p:sp>
      <p:cxnSp>
        <p:nvCxnSpPr>
          <p:cNvPr id="78" name="Connector: Elbow 77">
            <a:extLst>
              <a:ext uri="{FF2B5EF4-FFF2-40B4-BE49-F238E27FC236}">
                <a16:creationId xmlns:a16="http://schemas.microsoft.com/office/drawing/2014/main" id="{3C394B92-B3AE-4B01-A8B2-836B93B13101}"/>
              </a:ext>
            </a:extLst>
          </p:cNvPr>
          <p:cNvCxnSpPr>
            <a:cxnSpLocks/>
            <a:endCxn id="81" idx="1"/>
          </p:cNvCxnSpPr>
          <p:nvPr/>
        </p:nvCxnSpPr>
        <p:spPr>
          <a:xfrm rot="16200000" flipH="1">
            <a:off x="196479" y="2408224"/>
            <a:ext cx="416780" cy="24445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81" name="Cases">
            <a:hlinkClick r:id="rId3" action="ppaction://hlinksldjump"/>
            <a:extLst>
              <a:ext uri="{FF2B5EF4-FFF2-40B4-BE49-F238E27FC236}">
                <a16:creationId xmlns:a16="http://schemas.microsoft.com/office/drawing/2014/main" id="{238FFD9C-1249-4114-B081-C5AE68734BB5}"/>
              </a:ext>
            </a:extLst>
          </p:cNvPr>
          <p:cNvSpPr txBox="1"/>
          <p:nvPr/>
        </p:nvSpPr>
        <p:spPr>
          <a:xfrm>
            <a:off x="527096" y="2534529"/>
            <a:ext cx="1013525" cy="408623"/>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US" dirty="0">
                <a:solidFill>
                  <a:schemeClr val="bg1"/>
                </a:solidFill>
              </a:rPr>
              <a:t>1-3</a:t>
            </a:r>
          </a:p>
        </p:txBody>
      </p:sp>
      <p:cxnSp>
        <p:nvCxnSpPr>
          <p:cNvPr id="88" name="Connector: Elbow 87">
            <a:extLst>
              <a:ext uri="{FF2B5EF4-FFF2-40B4-BE49-F238E27FC236}">
                <a16:creationId xmlns:a16="http://schemas.microsoft.com/office/drawing/2014/main" id="{4ACFAE18-5303-4A66-BD2B-0FBB0AE95B09}"/>
              </a:ext>
            </a:extLst>
          </p:cNvPr>
          <p:cNvCxnSpPr>
            <a:cxnSpLocks/>
            <a:endCxn id="91" idx="1"/>
          </p:cNvCxnSpPr>
          <p:nvPr/>
        </p:nvCxnSpPr>
        <p:spPr>
          <a:xfrm rot="16200000" flipH="1">
            <a:off x="85831" y="2914147"/>
            <a:ext cx="638076" cy="24445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91" name="Cases">
            <a:hlinkClick r:id="rId4" action="ppaction://hlinksldjump"/>
            <a:extLst>
              <a:ext uri="{FF2B5EF4-FFF2-40B4-BE49-F238E27FC236}">
                <a16:creationId xmlns:a16="http://schemas.microsoft.com/office/drawing/2014/main" id="{EB7CC99F-B4C0-4648-88FE-A4552769824F}"/>
              </a:ext>
            </a:extLst>
          </p:cNvPr>
          <p:cNvSpPr txBox="1"/>
          <p:nvPr/>
        </p:nvSpPr>
        <p:spPr>
          <a:xfrm>
            <a:off x="527096" y="3151100"/>
            <a:ext cx="1013525" cy="408623"/>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4-6</a:t>
            </a:r>
          </a:p>
        </p:txBody>
      </p:sp>
      <p:sp>
        <p:nvSpPr>
          <p:cNvPr id="95" name="Case 3 - hx and exam">
            <a:extLst>
              <a:ext uri="{FF2B5EF4-FFF2-40B4-BE49-F238E27FC236}">
                <a16:creationId xmlns:a16="http://schemas.microsoft.com/office/drawing/2014/main" id="{DCC68F45-F2F1-460F-8648-58F4EB6C6CB2}"/>
              </a:ext>
            </a:extLst>
          </p:cNvPr>
          <p:cNvSpPr/>
          <p:nvPr/>
        </p:nvSpPr>
        <p:spPr>
          <a:xfrm>
            <a:off x="8809601" y="1339420"/>
            <a:ext cx="3200400" cy="365760"/>
          </a:xfrm>
          <a:prstGeom prst="roundRect">
            <a:avLst>
              <a:gd name="adj" fmla="val 15329"/>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sz="1600" dirty="0">
                <a:cs typeface="Calibri"/>
              </a:rPr>
              <a:t>Additional history and exam?</a:t>
            </a:r>
            <a:endParaRPr lang="en-US" sz="1600" dirty="0"/>
          </a:p>
        </p:txBody>
      </p:sp>
      <p:sp>
        <p:nvSpPr>
          <p:cNvPr id="96" name="case 3 labs/imaging text">
            <a:extLst>
              <a:ext uri="{FF2B5EF4-FFF2-40B4-BE49-F238E27FC236}">
                <a16:creationId xmlns:a16="http://schemas.microsoft.com/office/drawing/2014/main" id="{CD3929CC-98C7-4BA6-B690-005F36FFDC6B}"/>
              </a:ext>
            </a:extLst>
          </p:cNvPr>
          <p:cNvSpPr txBox="1"/>
          <p:nvPr/>
        </p:nvSpPr>
        <p:spPr>
          <a:xfrm>
            <a:off x="8847380" y="1744515"/>
            <a:ext cx="3097228" cy="83099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cs typeface="Calibri"/>
              </a:rPr>
              <a:t>BP is </a:t>
            </a:r>
            <a:r>
              <a:rPr lang="en-US" sz="1600" dirty="0">
                <a:ea typeface="+mn-lt"/>
                <a:cs typeface="+mn-lt"/>
              </a:rPr>
              <a:t>201/110 in the L arm. 1+ L radial pulse, 2+ in L radial and BLE pulses. No focal neuro deficits.</a:t>
            </a:r>
            <a:endParaRPr lang="en-US" sz="1600" dirty="0">
              <a:cs typeface="Calibri"/>
            </a:endParaRPr>
          </a:p>
        </p:txBody>
      </p:sp>
      <p:pic>
        <p:nvPicPr>
          <p:cNvPr id="47" name="Graphic 46" descr="Cursor with solid fill">
            <a:extLst>
              <a:ext uri="{FF2B5EF4-FFF2-40B4-BE49-F238E27FC236}">
                <a16:creationId xmlns:a16="http://schemas.microsoft.com/office/drawing/2014/main" id="{97955D30-786A-4AEB-86FE-A3519E7A70B3}"/>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89745" y="3429000"/>
            <a:ext cx="301752" cy="301752"/>
          </a:xfrm>
          <a:prstGeom prst="rect">
            <a:avLst/>
          </a:prstGeom>
        </p:spPr>
      </p:pic>
      <p:pic>
        <p:nvPicPr>
          <p:cNvPr id="48" name="Graphic 47" descr="Cursor with solid fill">
            <a:extLst>
              <a:ext uri="{FF2B5EF4-FFF2-40B4-BE49-F238E27FC236}">
                <a16:creationId xmlns:a16="http://schemas.microsoft.com/office/drawing/2014/main" id="{ED43D34F-A83F-43B1-8C20-DAF26A2FF661}"/>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172134" y="422328"/>
            <a:ext cx="301752" cy="301752"/>
          </a:xfrm>
          <a:prstGeom prst="rect">
            <a:avLst/>
          </a:prstGeom>
        </p:spPr>
      </p:pic>
      <p:pic>
        <p:nvPicPr>
          <p:cNvPr id="49" name="Graphic 48" descr="Cursor with solid fill">
            <a:extLst>
              <a:ext uri="{FF2B5EF4-FFF2-40B4-BE49-F238E27FC236}">
                <a16:creationId xmlns:a16="http://schemas.microsoft.com/office/drawing/2014/main" id="{191EDFBA-2D7F-4561-B8A8-EAF3EBDD7100}"/>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15432" y="1774508"/>
            <a:ext cx="301752" cy="301752"/>
          </a:xfrm>
          <a:prstGeom prst="rect">
            <a:avLst/>
          </a:prstGeom>
        </p:spPr>
      </p:pic>
      <p:pic>
        <p:nvPicPr>
          <p:cNvPr id="53" name="Graphic 52" descr="Cursor with solid fill">
            <a:extLst>
              <a:ext uri="{FF2B5EF4-FFF2-40B4-BE49-F238E27FC236}">
                <a16:creationId xmlns:a16="http://schemas.microsoft.com/office/drawing/2014/main" id="{8683978D-4C47-4479-8F76-057203677F38}"/>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15432" y="3330939"/>
            <a:ext cx="301752" cy="301752"/>
          </a:xfrm>
          <a:prstGeom prst="rect">
            <a:avLst/>
          </a:prstGeom>
        </p:spPr>
      </p:pic>
      <p:pic>
        <p:nvPicPr>
          <p:cNvPr id="54" name="Graphic 53" descr="Cursor with solid fill">
            <a:extLst>
              <a:ext uri="{FF2B5EF4-FFF2-40B4-BE49-F238E27FC236}">
                <a16:creationId xmlns:a16="http://schemas.microsoft.com/office/drawing/2014/main" id="{6F9A6259-E1A3-4CBE-8A30-6E83C9C6003B}"/>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29479" y="4406295"/>
            <a:ext cx="301752" cy="301752"/>
          </a:xfrm>
          <a:prstGeom prst="rect">
            <a:avLst/>
          </a:prstGeom>
        </p:spPr>
      </p:pic>
      <p:pic>
        <p:nvPicPr>
          <p:cNvPr id="55" name="Graphic 54" descr="Cursor with solid fill">
            <a:extLst>
              <a:ext uri="{FF2B5EF4-FFF2-40B4-BE49-F238E27FC236}">
                <a16:creationId xmlns:a16="http://schemas.microsoft.com/office/drawing/2014/main" id="{9F31B14F-2964-4592-867F-6E6084484756}"/>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15432" y="5950746"/>
            <a:ext cx="301752" cy="301752"/>
          </a:xfrm>
          <a:prstGeom prst="rect">
            <a:avLst/>
          </a:prstGeom>
        </p:spPr>
      </p:pic>
      <p:pic>
        <p:nvPicPr>
          <p:cNvPr id="56" name="Graphic 55" descr="Cursor with solid fill">
            <a:extLst>
              <a:ext uri="{FF2B5EF4-FFF2-40B4-BE49-F238E27FC236}">
                <a16:creationId xmlns:a16="http://schemas.microsoft.com/office/drawing/2014/main" id="{9000548D-4378-4F1A-AA20-95DF220969F3}"/>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33447" y="410657"/>
            <a:ext cx="301752" cy="301752"/>
          </a:xfrm>
          <a:prstGeom prst="rect">
            <a:avLst/>
          </a:prstGeom>
        </p:spPr>
      </p:pic>
      <p:pic>
        <p:nvPicPr>
          <p:cNvPr id="57" name="Graphic 56" descr="Cursor with solid fill">
            <a:extLst>
              <a:ext uri="{FF2B5EF4-FFF2-40B4-BE49-F238E27FC236}">
                <a16:creationId xmlns:a16="http://schemas.microsoft.com/office/drawing/2014/main" id="{5B927B6B-6F3F-4A56-BCBC-703A81A9FBD4}"/>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961364" y="428190"/>
            <a:ext cx="301752" cy="301752"/>
          </a:xfrm>
          <a:prstGeom prst="rect">
            <a:avLst/>
          </a:prstGeom>
        </p:spPr>
      </p:pic>
      <p:pic>
        <p:nvPicPr>
          <p:cNvPr id="58" name="Graphic 57" descr="Cursor with solid fill">
            <a:extLst>
              <a:ext uri="{FF2B5EF4-FFF2-40B4-BE49-F238E27FC236}">
                <a16:creationId xmlns:a16="http://schemas.microsoft.com/office/drawing/2014/main" id="{BAFE77A2-3914-43EB-89F8-D48D1495FBF7}"/>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33624" y="1733067"/>
            <a:ext cx="301752" cy="301752"/>
          </a:xfrm>
          <a:prstGeom prst="rect">
            <a:avLst/>
          </a:prstGeom>
        </p:spPr>
      </p:pic>
      <p:pic>
        <p:nvPicPr>
          <p:cNvPr id="59" name="Graphic 58" descr="Cursor with solid fill">
            <a:extLst>
              <a:ext uri="{FF2B5EF4-FFF2-40B4-BE49-F238E27FC236}">
                <a16:creationId xmlns:a16="http://schemas.microsoft.com/office/drawing/2014/main" id="{29E1954C-7EF5-4991-B7C2-B465C3F300CD}"/>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33624" y="2863883"/>
            <a:ext cx="301752" cy="301752"/>
          </a:xfrm>
          <a:prstGeom prst="rect">
            <a:avLst/>
          </a:prstGeom>
        </p:spPr>
      </p:pic>
      <p:pic>
        <p:nvPicPr>
          <p:cNvPr id="60" name="Graphic 59" descr="Cursor with solid fill">
            <a:extLst>
              <a:ext uri="{FF2B5EF4-FFF2-40B4-BE49-F238E27FC236}">
                <a16:creationId xmlns:a16="http://schemas.microsoft.com/office/drawing/2014/main" id="{FB43E9C2-2270-4BB2-8001-F4CCAE81CB6F}"/>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33624" y="3980610"/>
            <a:ext cx="301752" cy="301752"/>
          </a:xfrm>
          <a:prstGeom prst="rect">
            <a:avLst/>
          </a:prstGeom>
        </p:spPr>
      </p:pic>
      <p:pic>
        <p:nvPicPr>
          <p:cNvPr id="66" name="Graphic 65" descr="Cursor with solid fill">
            <a:extLst>
              <a:ext uri="{FF2B5EF4-FFF2-40B4-BE49-F238E27FC236}">
                <a16:creationId xmlns:a16="http://schemas.microsoft.com/office/drawing/2014/main" id="{1E18FC23-96B3-487A-AE2E-709E9DED4406}"/>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912363" y="5477117"/>
            <a:ext cx="301752" cy="301752"/>
          </a:xfrm>
          <a:prstGeom prst="rect">
            <a:avLst/>
          </a:prstGeom>
        </p:spPr>
      </p:pic>
      <p:pic>
        <p:nvPicPr>
          <p:cNvPr id="74" name="Graphic 73" descr="Cursor with solid fill">
            <a:extLst>
              <a:ext uri="{FF2B5EF4-FFF2-40B4-BE49-F238E27FC236}">
                <a16:creationId xmlns:a16="http://schemas.microsoft.com/office/drawing/2014/main" id="{515DE3EF-31BD-421C-9D26-D6F1EADD6329}"/>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912363" y="4440936"/>
            <a:ext cx="301752" cy="301752"/>
          </a:xfrm>
          <a:prstGeom prst="rect">
            <a:avLst/>
          </a:prstGeom>
        </p:spPr>
      </p:pic>
      <p:pic>
        <p:nvPicPr>
          <p:cNvPr id="77" name="Graphic 76" descr="Cursor with solid fill">
            <a:extLst>
              <a:ext uri="{FF2B5EF4-FFF2-40B4-BE49-F238E27FC236}">
                <a16:creationId xmlns:a16="http://schemas.microsoft.com/office/drawing/2014/main" id="{07AB75D6-0F3D-40F3-A41B-4097721F3D7A}"/>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912363" y="2897807"/>
            <a:ext cx="301752" cy="301752"/>
          </a:xfrm>
          <a:prstGeom prst="rect">
            <a:avLst/>
          </a:prstGeom>
        </p:spPr>
      </p:pic>
      <p:pic>
        <p:nvPicPr>
          <p:cNvPr id="79" name="Graphic 78" descr="Cursor with solid fill">
            <a:extLst>
              <a:ext uri="{FF2B5EF4-FFF2-40B4-BE49-F238E27FC236}">
                <a16:creationId xmlns:a16="http://schemas.microsoft.com/office/drawing/2014/main" id="{F257D90B-596D-4C47-BFB0-7C3AD9B0A3EC}"/>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912363" y="1595852"/>
            <a:ext cx="301752" cy="301752"/>
          </a:xfrm>
          <a:prstGeom prst="rect">
            <a:avLst/>
          </a:prstGeom>
        </p:spPr>
      </p:pic>
      <p:sp>
        <p:nvSpPr>
          <p:cNvPr id="61" name="Case 1 - Meds to avoid ?">
            <a:extLst>
              <a:ext uri="{FF2B5EF4-FFF2-40B4-BE49-F238E27FC236}">
                <a16:creationId xmlns:a16="http://schemas.microsoft.com/office/drawing/2014/main" id="{82F3525B-5CF7-4080-81E6-4F2EDC0FB697}"/>
              </a:ext>
            </a:extLst>
          </p:cNvPr>
          <p:cNvSpPr/>
          <p:nvPr/>
        </p:nvSpPr>
        <p:spPr>
          <a:xfrm>
            <a:off x="5442541" y="5527648"/>
            <a:ext cx="3017520" cy="365760"/>
          </a:xfrm>
          <a:prstGeom prst="roundRect">
            <a:avLst>
              <a:gd name="adj" fmla="val 18877"/>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sz="1600" dirty="0">
                <a:cs typeface="Calibri"/>
              </a:rPr>
              <a:t>Medications to avoid?</a:t>
            </a:r>
            <a:endParaRPr lang="en-US" sz="1600" dirty="0"/>
          </a:p>
        </p:txBody>
      </p:sp>
      <p:sp>
        <p:nvSpPr>
          <p:cNvPr id="62" name="case 1 contra I text">
            <a:extLst>
              <a:ext uri="{FF2B5EF4-FFF2-40B4-BE49-F238E27FC236}">
                <a16:creationId xmlns:a16="http://schemas.microsoft.com/office/drawing/2014/main" id="{15EB4D95-9737-453F-8C44-E619F9B27CFA}"/>
              </a:ext>
            </a:extLst>
          </p:cNvPr>
          <p:cNvSpPr txBox="1"/>
          <p:nvPr/>
        </p:nvSpPr>
        <p:spPr>
          <a:xfrm rot="-10800000" flipV="1">
            <a:off x="5477805" y="5974988"/>
            <a:ext cx="3011647"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ea typeface="+mn-lt"/>
                <a:cs typeface="+mn-lt"/>
              </a:rPr>
              <a:t>Cautious use of </a:t>
            </a:r>
            <a:r>
              <a:rPr lang="en-US" sz="1600" b="1" dirty="0">
                <a:ea typeface="+mn-lt"/>
                <a:cs typeface="+mn-lt"/>
              </a:rPr>
              <a:t>nitroprusside</a:t>
            </a:r>
            <a:r>
              <a:rPr lang="en-US" sz="1600" dirty="0">
                <a:ea typeface="+mn-lt"/>
                <a:cs typeface="+mn-lt"/>
              </a:rPr>
              <a:t> or </a:t>
            </a:r>
            <a:r>
              <a:rPr lang="en-US" sz="1600" b="1" dirty="0">
                <a:ea typeface="+mn-lt"/>
                <a:cs typeface="+mn-lt"/>
              </a:rPr>
              <a:t>hydralazine</a:t>
            </a:r>
            <a:r>
              <a:rPr lang="en-US" sz="1600" dirty="0">
                <a:ea typeface="+mn-lt"/>
                <a:cs typeface="+mn-lt"/>
              </a:rPr>
              <a:t> as both may ↑ ICP.</a:t>
            </a:r>
          </a:p>
        </p:txBody>
      </p:sp>
      <p:pic>
        <p:nvPicPr>
          <p:cNvPr id="63" name="Graphic 62" descr="Cursor with solid fill">
            <a:extLst>
              <a:ext uri="{FF2B5EF4-FFF2-40B4-BE49-F238E27FC236}">
                <a16:creationId xmlns:a16="http://schemas.microsoft.com/office/drawing/2014/main" id="{B0DC3C52-4D5B-4D88-B0F6-6AE33488C0A3}"/>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33624" y="5796257"/>
            <a:ext cx="301752" cy="301752"/>
          </a:xfrm>
          <a:prstGeom prst="rect">
            <a:avLst/>
          </a:prstGeom>
        </p:spPr>
      </p:pic>
      <p:sp>
        <p:nvSpPr>
          <p:cNvPr id="65" name="Question 2">
            <a:hlinkClick r:id="rId7" action="ppaction://hlinksldjump"/>
            <a:extLst>
              <a:ext uri="{FF2B5EF4-FFF2-40B4-BE49-F238E27FC236}">
                <a16:creationId xmlns:a16="http://schemas.microsoft.com/office/drawing/2014/main" id="{9E616206-2C86-4DAE-AD63-73A301927B9F}"/>
              </a:ext>
            </a:extLst>
          </p:cNvPr>
          <p:cNvSpPr txBox="1"/>
          <p:nvPr/>
        </p:nvSpPr>
        <p:spPr>
          <a:xfrm>
            <a:off x="169021" y="743081"/>
            <a:ext cx="137160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solidFill>
                  <a:sysClr val="windowText" lastClr="000000"/>
                </a:solidFill>
              </a:rPr>
              <a:t>Tx Goals</a:t>
            </a:r>
          </a:p>
        </p:txBody>
      </p:sp>
      <p:pic>
        <p:nvPicPr>
          <p:cNvPr id="67" name="Graphic 66" descr="Cursor with solid fill">
            <a:extLst>
              <a:ext uri="{FF2B5EF4-FFF2-40B4-BE49-F238E27FC236}">
                <a16:creationId xmlns:a16="http://schemas.microsoft.com/office/drawing/2014/main" id="{DF4BBED7-0AB5-4802-8686-4B810AEDA9D9}"/>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89745" y="983985"/>
            <a:ext cx="301752" cy="301752"/>
          </a:xfrm>
          <a:prstGeom prst="rect">
            <a:avLst/>
          </a:prstGeom>
        </p:spPr>
      </p:pic>
      <p:sp>
        <p:nvSpPr>
          <p:cNvPr id="68" name="question 3">
            <a:hlinkClick r:id="rId8" action="ppaction://hlinksldjump"/>
            <a:extLst>
              <a:ext uri="{FF2B5EF4-FFF2-40B4-BE49-F238E27FC236}">
                <a16:creationId xmlns:a16="http://schemas.microsoft.com/office/drawing/2014/main" id="{5CBADC54-0E4D-4F5F-A16E-34CCCB6D1318}"/>
              </a:ext>
            </a:extLst>
          </p:cNvPr>
          <p:cNvSpPr txBox="1"/>
          <p:nvPr/>
        </p:nvSpPr>
        <p:spPr>
          <a:xfrm>
            <a:off x="169021" y="1354579"/>
            <a:ext cx="137160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solidFill>
                  <a:sysClr val="windowText" lastClr="000000"/>
                </a:solidFill>
              </a:rPr>
              <a:t>Medications</a:t>
            </a:r>
          </a:p>
        </p:txBody>
      </p:sp>
      <p:pic>
        <p:nvPicPr>
          <p:cNvPr id="80" name="Graphic 79" descr="Cursor with solid fill">
            <a:extLst>
              <a:ext uri="{FF2B5EF4-FFF2-40B4-BE49-F238E27FC236}">
                <a16:creationId xmlns:a16="http://schemas.microsoft.com/office/drawing/2014/main" id="{BD94624E-E06B-40C3-935D-42FEBCAC3387}"/>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89745" y="1603571"/>
            <a:ext cx="301752" cy="301752"/>
          </a:xfrm>
          <a:prstGeom prst="rect">
            <a:avLst/>
          </a:prstGeom>
        </p:spPr>
      </p:pic>
      <p:sp>
        <p:nvSpPr>
          <p:cNvPr id="82" name="Cases">
            <a:hlinkClick r:id="rId3" action="ppaction://hlinksldjump"/>
            <a:extLst>
              <a:ext uri="{FF2B5EF4-FFF2-40B4-BE49-F238E27FC236}">
                <a16:creationId xmlns:a16="http://schemas.microsoft.com/office/drawing/2014/main" id="{139BD12E-B442-4F41-9BE4-EDCE5DBE2BD5}"/>
              </a:ext>
            </a:extLst>
          </p:cNvPr>
          <p:cNvSpPr txBox="1"/>
          <p:nvPr/>
        </p:nvSpPr>
        <p:spPr>
          <a:xfrm>
            <a:off x="169021" y="1959284"/>
            <a:ext cx="1371600" cy="408623"/>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wrap="square" rtlCol="0" anchor="ctr">
            <a:spAutoFit/>
          </a:bodyPr>
          <a:lstStyle/>
          <a:p>
            <a:pPr algn="ctr"/>
            <a:r>
              <a:rPr lang="en-US" dirty="0">
                <a:solidFill>
                  <a:schemeClr val="bg1"/>
                </a:solidFill>
              </a:rPr>
              <a:t>Cases</a:t>
            </a:r>
          </a:p>
        </p:txBody>
      </p:sp>
      <p:sp>
        <p:nvSpPr>
          <p:cNvPr id="84" name="question 1">
            <a:hlinkClick r:id="rId9" action="ppaction://hlinksldjump"/>
            <a:extLst>
              <a:ext uri="{FF2B5EF4-FFF2-40B4-BE49-F238E27FC236}">
                <a16:creationId xmlns:a16="http://schemas.microsoft.com/office/drawing/2014/main" id="{80F5B4D0-6867-4CC4-ADA1-0474468EE338}"/>
              </a:ext>
            </a:extLst>
          </p:cNvPr>
          <p:cNvSpPr txBox="1"/>
          <p:nvPr/>
        </p:nvSpPr>
        <p:spPr>
          <a:xfrm>
            <a:off x="169021" y="151133"/>
            <a:ext cx="137160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solidFill>
                  <a:sysClr val="windowText" lastClr="000000"/>
                </a:solidFill>
              </a:rPr>
              <a:t>Definition</a:t>
            </a:r>
          </a:p>
        </p:txBody>
      </p:sp>
      <p:pic>
        <p:nvPicPr>
          <p:cNvPr id="85" name="Graphic 84" descr="Cursor with solid fill">
            <a:extLst>
              <a:ext uri="{FF2B5EF4-FFF2-40B4-BE49-F238E27FC236}">
                <a16:creationId xmlns:a16="http://schemas.microsoft.com/office/drawing/2014/main" id="{6CDEE1E4-89FA-46B5-9846-514B5B56696F}"/>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89745" y="420394"/>
            <a:ext cx="301752" cy="301752"/>
          </a:xfrm>
          <a:prstGeom prst="rect">
            <a:avLst/>
          </a:prstGeom>
        </p:spPr>
      </p:pic>
    </p:spTree>
    <p:extLst>
      <p:ext uri="{BB962C8B-B14F-4D97-AF65-F5344CB8AC3E}">
        <p14:creationId xmlns:p14="http://schemas.microsoft.com/office/powerpoint/2010/main" val="284821626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8"/>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48"/>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5"/>
                                        </p:tgtEl>
                                        <p:attrNameLst>
                                          <p:attrName>style.visibility</p:attrName>
                                        </p:attrNameLst>
                                      </p:cBhvr>
                                      <p:to>
                                        <p:strVal val="visible"/>
                                      </p:to>
                                    </p:set>
                                  </p:childTnLst>
                                </p:cTn>
                              </p:par>
                            </p:childTnLst>
                          </p:cTn>
                        </p:par>
                      </p:childTnLst>
                    </p:cTn>
                  </p:par>
                </p:childTnLst>
              </p:cTn>
              <p:nextCondLst>
                <p:cond evt="onClick" delay="0">
                  <p:tgtEl>
                    <p:spTgt spid="38"/>
                  </p:tgtEl>
                </p:cond>
              </p:nextCondLst>
            </p:seq>
            <p:seq concurrent="1" nextAc="seek">
              <p:cTn id="25" restart="whenNotActive" fill="hold" evtFilter="cancelBubble" nodeType="interactiveSeq">
                <p:stCondLst>
                  <p:cond evt="onClick" delay="0">
                    <p:tgtEl>
                      <p:spTgt spid="27"/>
                    </p:tgtEl>
                  </p:cond>
                </p:stCondLst>
                <p:endSync evt="end" delay="0">
                  <p:rtn val="all"/>
                </p:endSync>
                <p:childTnLst>
                  <p:par>
                    <p:cTn id="26" fill="hold">
                      <p:stCondLst>
                        <p:cond delay="0"/>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childTnLst>
                                </p:cTn>
                              </p:par>
                              <p:par>
                                <p:cTn id="30" presetID="1" presetClass="exit" presetSubtype="0" fill="hold" nodeType="withEffect">
                                  <p:stCondLst>
                                    <p:cond delay="0"/>
                                  </p:stCondLst>
                                  <p:childTnLst>
                                    <p:set>
                                      <p:cBhvr>
                                        <p:cTn id="31" dur="1" fill="hold">
                                          <p:stCondLst>
                                            <p:cond delay="0"/>
                                          </p:stCondLst>
                                        </p:cTn>
                                        <p:tgtEl>
                                          <p:spTgt spid="49"/>
                                        </p:tgtEl>
                                        <p:attrNameLst>
                                          <p:attrName>style.visibility</p:attrName>
                                        </p:attrNameLst>
                                      </p:cBhvr>
                                      <p:to>
                                        <p:strVal val="hidden"/>
                                      </p:to>
                                    </p:set>
                                  </p:childTnLst>
                                </p:cTn>
                              </p:par>
                            </p:childTnLst>
                          </p:cTn>
                        </p:par>
                      </p:childTnLst>
                    </p:cTn>
                  </p:par>
                </p:childTnLst>
              </p:cTn>
              <p:nextCondLst>
                <p:cond evt="onClick" delay="0">
                  <p:tgtEl>
                    <p:spTgt spid="27"/>
                  </p:tgtEl>
                </p:cond>
              </p:nextCondLst>
            </p:seq>
            <p:seq concurrent="1" nextAc="seek">
              <p:cTn id="32" restart="whenNotActive" fill="hold" evtFilter="cancelBubble" nodeType="interactiveSeq">
                <p:stCondLst>
                  <p:cond evt="onClick" delay="0">
                    <p:tgtEl>
                      <p:spTgt spid="28"/>
                    </p:tgtEl>
                  </p:cond>
                </p:stCondLst>
                <p:endSync evt="end" delay="0">
                  <p:rtn val="all"/>
                </p:endSync>
                <p:childTnLst>
                  <p:par>
                    <p:cTn id="33" fill="hold">
                      <p:stCondLst>
                        <p:cond delay="0"/>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53"/>
                                        </p:tgtEl>
                                        <p:attrNameLst>
                                          <p:attrName>style.visibility</p:attrName>
                                        </p:attrNameLst>
                                      </p:cBhvr>
                                      <p:to>
                                        <p:strVal val="hidden"/>
                                      </p:to>
                                    </p:set>
                                  </p:childTnLst>
                                </p:cTn>
                              </p:par>
                            </p:childTnLst>
                          </p:cTn>
                        </p:par>
                      </p:childTnLst>
                    </p:cTn>
                  </p:par>
                </p:childTnLst>
              </p:cTn>
              <p:nextCondLst>
                <p:cond evt="onClick" delay="0">
                  <p:tgtEl>
                    <p:spTgt spid="28"/>
                  </p:tgtEl>
                </p:cond>
              </p:nextCondLst>
            </p:seq>
            <p:seq concurrent="1" nextAc="seek">
              <p:cTn id="39" restart="whenNotActive" fill="hold" evtFilter="cancelBubble" nodeType="interactiveSeq">
                <p:stCondLst>
                  <p:cond evt="onClick" delay="0">
                    <p:tgtEl>
                      <p:spTgt spid="29"/>
                    </p:tgtEl>
                  </p:cond>
                </p:stCondLst>
                <p:endSync evt="end" delay="0">
                  <p:rtn val="all"/>
                </p:endSync>
                <p:childTnLst>
                  <p:par>
                    <p:cTn id="40" fill="hold">
                      <p:stCondLst>
                        <p:cond delay="0"/>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6"/>
                                        </p:tgtEl>
                                        <p:attrNameLst>
                                          <p:attrName>style.visibility</p:attrName>
                                        </p:attrNameLst>
                                      </p:cBhvr>
                                      <p:to>
                                        <p:strVal val="visible"/>
                                      </p:to>
                                    </p:set>
                                  </p:childTnLst>
                                </p:cTn>
                              </p:par>
                              <p:par>
                                <p:cTn id="44" presetID="1" presetClass="exit" presetSubtype="0" fill="hold" nodeType="withEffect">
                                  <p:stCondLst>
                                    <p:cond delay="0"/>
                                  </p:stCondLst>
                                  <p:childTnLst>
                                    <p:set>
                                      <p:cBhvr>
                                        <p:cTn id="45" dur="1" fill="hold">
                                          <p:stCondLst>
                                            <p:cond delay="0"/>
                                          </p:stCondLst>
                                        </p:cTn>
                                        <p:tgtEl>
                                          <p:spTgt spid="54"/>
                                        </p:tgtEl>
                                        <p:attrNameLst>
                                          <p:attrName>style.visibility</p:attrName>
                                        </p:attrNameLst>
                                      </p:cBhvr>
                                      <p:to>
                                        <p:strVal val="hidden"/>
                                      </p:to>
                                    </p:set>
                                  </p:childTnLst>
                                </p:cTn>
                              </p:par>
                            </p:childTnLst>
                          </p:cTn>
                        </p:par>
                      </p:childTnLst>
                    </p:cTn>
                  </p:par>
                </p:childTnLst>
              </p:cTn>
              <p:nextCondLst>
                <p:cond evt="onClick" delay="0">
                  <p:tgtEl>
                    <p:spTgt spid="29"/>
                  </p:tgtEl>
                </p:cond>
              </p:nextCondLst>
            </p:seq>
            <p:seq concurrent="1" nextAc="seek">
              <p:cTn id="46" restart="whenNotActive" fill="hold" evtFilter="cancelBubble" nodeType="interactiveSeq">
                <p:stCondLst>
                  <p:cond evt="onClick" delay="0">
                    <p:tgtEl>
                      <p:spTgt spid="46"/>
                    </p:tgtEl>
                  </p:cond>
                </p:stCondLst>
                <p:endSync evt="end" delay="0">
                  <p:rtn val="all"/>
                </p:endSync>
                <p:childTnLst>
                  <p:par>
                    <p:cTn id="47" fill="hold">
                      <p:stCondLst>
                        <p:cond delay="0"/>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4"/>
                                        </p:tgtEl>
                                        <p:attrNameLst>
                                          <p:attrName>style.visibility</p:attrName>
                                        </p:attrNameLst>
                                      </p:cBhvr>
                                      <p:to>
                                        <p:strVal val="visible"/>
                                      </p:to>
                                    </p:set>
                                  </p:childTnLst>
                                </p:cTn>
                              </p:par>
                              <p:par>
                                <p:cTn id="51" presetID="1" presetClass="exit" presetSubtype="0" fill="hold" nodeType="withEffect">
                                  <p:stCondLst>
                                    <p:cond delay="0"/>
                                  </p:stCondLst>
                                  <p:childTnLst>
                                    <p:set>
                                      <p:cBhvr>
                                        <p:cTn id="52" dur="1" fill="hold">
                                          <p:stCondLst>
                                            <p:cond delay="0"/>
                                          </p:stCondLst>
                                        </p:cTn>
                                        <p:tgtEl>
                                          <p:spTgt spid="55"/>
                                        </p:tgtEl>
                                        <p:attrNameLst>
                                          <p:attrName>style.visibility</p:attrName>
                                        </p:attrNameLst>
                                      </p:cBhvr>
                                      <p:to>
                                        <p:strVal val="hidden"/>
                                      </p:to>
                                    </p:set>
                                  </p:childTnLst>
                                </p:cTn>
                              </p:par>
                            </p:childTnLst>
                          </p:cTn>
                        </p:par>
                      </p:childTnLst>
                    </p:cTn>
                  </p:par>
                </p:childTnLst>
              </p:cTn>
              <p:nextCondLst>
                <p:cond evt="onClick" delay="0">
                  <p:tgtEl>
                    <p:spTgt spid="46"/>
                  </p:tgtEl>
                </p:cond>
              </p:nextCondLst>
            </p:seq>
            <p:seq concurrent="1" nextAc="seek">
              <p:cTn id="53" restart="whenNotActive" fill="hold" evtFilter="cancelBubble" nodeType="interactiveSeq">
                <p:stCondLst>
                  <p:cond evt="onClick" delay="0">
                    <p:tgtEl>
                      <p:spTgt spid="39"/>
                    </p:tgtEl>
                  </p:cond>
                </p:stCondLst>
                <p:endSync evt="end" delay="0">
                  <p:rtn val="all"/>
                </p:endSync>
                <p:childTnLst>
                  <p:par>
                    <p:cTn id="54" fill="hold">
                      <p:stCondLst>
                        <p:cond delay="0"/>
                      </p:stCondLst>
                      <p:childTnLst>
                        <p:par>
                          <p:cTn id="55" fill="hold">
                            <p:stCondLst>
                              <p:cond delay="0"/>
                            </p:stCondLst>
                            <p:childTnLst>
                              <p:par>
                                <p:cTn id="56" presetID="1" presetClass="exit" presetSubtype="0" fill="hold" nodeType="withEffect">
                                  <p:stCondLst>
                                    <p:cond delay="0"/>
                                  </p:stCondLst>
                                  <p:childTnLst>
                                    <p:set>
                                      <p:cBhvr>
                                        <p:cTn id="57" dur="1" fill="hold">
                                          <p:stCondLst>
                                            <p:cond delay="0"/>
                                          </p:stCondLst>
                                        </p:cTn>
                                        <p:tgtEl>
                                          <p:spTgt spid="56"/>
                                        </p:tgtEl>
                                        <p:attrNameLst>
                                          <p:attrName>style.visibility</p:attrName>
                                        </p:attrNameLst>
                                      </p:cBhvr>
                                      <p:to>
                                        <p:strVal val="hidden"/>
                                      </p:to>
                                    </p:set>
                                  </p:childTnLst>
                                </p:cTn>
                              </p:par>
                              <p:par>
                                <p:cTn id="58" presetID="1" presetClass="entr" presetSubtype="0" fill="hold" nodeType="withEffect">
                                  <p:stCondLst>
                                    <p:cond delay="0"/>
                                  </p:stCondLst>
                                  <p:childTnLst>
                                    <p:set>
                                      <p:cBhvr>
                                        <p:cTn id="59" dur="1" fill="hold">
                                          <p:stCondLst>
                                            <p:cond delay="0"/>
                                          </p:stCondLst>
                                        </p:cTn>
                                        <p:tgtEl>
                                          <p:spTgt spid="59"/>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58"/>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36"/>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61"/>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63"/>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60"/>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51"/>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34"/>
                                        </p:tgtEl>
                                        <p:attrNameLst>
                                          <p:attrName>style.visibility</p:attrName>
                                        </p:attrNameLst>
                                      </p:cBhvr>
                                      <p:to>
                                        <p:strVal val="visible"/>
                                      </p:to>
                                    </p:set>
                                  </p:childTnLst>
                                </p:cTn>
                              </p:par>
                            </p:childTnLst>
                          </p:cTn>
                        </p:par>
                      </p:childTnLst>
                    </p:cTn>
                  </p:par>
                </p:childTnLst>
              </p:cTn>
              <p:nextCondLst>
                <p:cond evt="onClick" delay="0">
                  <p:tgtEl>
                    <p:spTgt spid="39"/>
                  </p:tgtEl>
                </p:cond>
              </p:nextCondLst>
            </p:seq>
            <p:seq concurrent="1" nextAc="seek">
              <p:cTn id="76" restart="whenNotActive" fill="hold" evtFilter="cancelBubble" nodeType="interactiveSeq">
                <p:stCondLst>
                  <p:cond evt="onClick" delay="0">
                    <p:tgtEl>
                      <p:spTgt spid="32"/>
                    </p:tgtEl>
                  </p:cond>
                </p:stCondLst>
                <p:endSync evt="end" delay="0">
                  <p:rtn val="all"/>
                </p:endSync>
                <p:childTnLst>
                  <p:par>
                    <p:cTn id="77" fill="hold">
                      <p:stCondLst>
                        <p:cond delay="0"/>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
                                        </p:tgtEl>
                                        <p:attrNameLst>
                                          <p:attrName>style.visibility</p:attrName>
                                        </p:attrNameLst>
                                      </p:cBhvr>
                                      <p:to>
                                        <p:strVal val="visible"/>
                                      </p:to>
                                    </p:set>
                                  </p:childTnLst>
                                </p:cTn>
                              </p:par>
                              <p:par>
                                <p:cTn id="81" presetID="1" presetClass="exit" presetSubtype="0" fill="hold" nodeType="withEffect">
                                  <p:stCondLst>
                                    <p:cond delay="0"/>
                                  </p:stCondLst>
                                  <p:childTnLst>
                                    <p:set>
                                      <p:cBhvr>
                                        <p:cTn id="82" dur="1" fill="hold">
                                          <p:stCondLst>
                                            <p:cond delay="0"/>
                                          </p:stCondLst>
                                        </p:cTn>
                                        <p:tgtEl>
                                          <p:spTgt spid="58"/>
                                        </p:tgtEl>
                                        <p:attrNameLst>
                                          <p:attrName>style.visibility</p:attrName>
                                        </p:attrNameLst>
                                      </p:cBhvr>
                                      <p:to>
                                        <p:strVal val="hidden"/>
                                      </p:to>
                                    </p:set>
                                  </p:childTnLst>
                                </p:cTn>
                              </p:par>
                            </p:childTnLst>
                          </p:cTn>
                        </p:par>
                      </p:childTnLst>
                    </p:cTn>
                  </p:par>
                </p:childTnLst>
              </p:cTn>
              <p:nextCondLst>
                <p:cond evt="onClick" delay="0">
                  <p:tgtEl>
                    <p:spTgt spid="32"/>
                  </p:tgtEl>
                </p:cond>
              </p:nextCondLst>
            </p:seq>
            <p:seq concurrent="1" nextAc="seek">
              <p:cTn id="83" restart="whenNotActive" fill="hold" evtFilter="cancelBubble" nodeType="interactiveSeq">
                <p:stCondLst>
                  <p:cond evt="onClick" delay="0">
                    <p:tgtEl>
                      <p:spTgt spid="34"/>
                    </p:tgtEl>
                  </p:cond>
                </p:stCondLst>
                <p:endSync evt="end" delay="0">
                  <p:rtn val="all"/>
                </p:endSync>
                <p:childTnLst>
                  <p:par>
                    <p:cTn id="84" fill="hold">
                      <p:stCondLst>
                        <p:cond delay="0"/>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5"/>
                                        </p:tgtEl>
                                        <p:attrNameLst>
                                          <p:attrName>style.visibility</p:attrName>
                                        </p:attrNameLst>
                                      </p:cBhvr>
                                      <p:to>
                                        <p:strVal val="visible"/>
                                      </p:to>
                                    </p:set>
                                  </p:childTnLst>
                                </p:cTn>
                              </p:par>
                              <p:par>
                                <p:cTn id="88" presetID="1" presetClass="exit" presetSubtype="0" fill="hold" nodeType="withEffect">
                                  <p:stCondLst>
                                    <p:cond delay="0"/>
                                  </p:stCondLst>
                                  <p:childTnLst>
                                    <p:set>
                                      <p:cBhvr>
                                        <p:cTn id="89" dur="1" fill="hold">
                                          <p:stCondLst>
                                            <p:cond delay="0"/>
                                          </p:stCondLst>
                                        </p:cTn>
                                        <p:tgtEl>
                                          <p:spTgt spid="59"/>
                                        </p:tgtEl>
                                        <p:attrNameLst>
                                          <p:attrName>style.visibility</p:attrName>
                                        </p:attrNameLst>
                                      </p:cBhvr>
                                      <p:to>
                                        <p:strVal val="hidden"/>
                                      </p:to>
                                    </p:set>
                                  </p:childTnLst>
                                </p:cTn>
                              </p:par>
                            </p:childTnLst>
                          </p:cTn>
                        </p:par>
                      </p:childTnLst>
                    </p:cTn>
                  </p:par>
                </p:childTnLst>
              </p:cTn>
              <p:nextCondLst>
                <p:cond evt="onClick" delay="0">
                  <p:tgtEl>
                    <p:spTgt spid="34"/>
                  </p:tgtEl>
                </p:cond>
              </p:nextCondLst>
            </p:seq>
            <p:seq concurrent="1" nextAc="seek">
              <p:cTn id="90" restart="whenNotActive" fill="hold" evtFilter="cancelBubble" nodeType="interactiveSeq">
                <p:stCondLst>
                  <p:cond evt="onClick" delay="0">
                    <p:tgtEl>
                      <p:spTgt spid="36"/>
                    </p:tgtEl>
                  </p:cond>
                </p:stCondLst>
                <p:endSync evt="end" delay="0">
                  <p:rtn val="all"/>
                </p:endSync>
                <p:childTnLst>
                  <p:par>
                    <p:cTn id="91" fill="hold">
                      <p:stCondLst>
                        <p:cond delay="0"/>
                      </p:stCondLst>
                      <p:childTnLst>
                        <p:par>
                          <p:cTn id="92" fill="hold">
                            <p:stCondLst>
                              <p:cond delay="0"/>
                            </p:stCondLst>
                            <p:childTnLst>
                              <p:par>
                                <p:cTn id="93" presetID="1" presetClass="exit" presetSubtype="0" fill="hold" nodeType="withEffect">
                                  <p:stCondLst>
                                    <p:cond delay="0"/>
                                  </p:stCondLst>
                                  <p:childTnLst>
                                    <p:set>
                                      <p:cBhvr>
                                        <p:cTn id="94" dur="1" fill="hold">
                                          <p:stCondLst>
                                            <p:cond delay="0"/>
                                          </p:stCondLst>
                                        </p:cTn>
                                        <p:tgtEl>
                                          <p:spTgt spid="60"/>
                                        </p:tgtEl>
                                        <p:attrNameLst>
                                          <p:attrName>style.visibility</p:attrName>
                                        </p:attrNameLst>
                                      </p:cBhvr>
                                      <p:to>
                                        <p:strVal val="hidden"/>
                                      </p:to>
                                    </p:set>
                                  </p:childTnLst>
                                </p:cTn>
                              </p:par>
                              <p:par>
                                <p:cTn id="95" presetID="1" presetClass="entr" presetSubtype="0" fill="hold" grpId="0" nodeType="withEffect">
                                  <p:stCondLst>
                                    <p:cond delay="0"/>
                                  </p:stCondLst>
                                  <p:childTnLst>
                                    <p:set>
                                      <p:cBhvr>
                                        <p:cTn id="96" dur="1" fill="hold">
                                          <p:stCondLst>
                                            <p:cond delay="0"/>
                                          </p:stCondLst>
                                        </p:cTn>
                                        <p:tgtEl>
                                          <p:spTgt spid="7"/>
                                        </p:tgtEl>
                                        <p:attrNameLst>
                                          <p:attrName>style.visibility</p:attrName>
                                        </p:attrNameLst>
                                      </p:cBhvr>
                                      <p:to>
                                        <p:strVal val="visible"/>
                                      </p:to>
                                    </p:set>
                                  </p:childTnLst>
                                </p:cTn>
                              </p:par>
                            </p:childTnLst>
                          </p:cTn>
                        </p:par>
                      </p:childTnLst>
                    </p:cTn>
                  </p:par>
                </p:childTnLst>
              </p:cTn>
              <p:nextCondLst>
                <p:cond evt="onClick" delay="0">
                  <p:tgtEl>
                    <p:spTgt spid="36"/>
                  </p:tgtEl>
                </p:cond>
              </p:nextCondLst>
            </p:seq>
            <p:seq concurrent="1" nextAc="seek">
              <p:cTn id="97" restart="whenNotActive" fill="hold" evtFilter="cancelBubble" nodeType="interactiveSeq">
                <p:stCondLst>
                  <p:cond evt="onClick" delay="0">
                    <p:tgtEl>
                      <p:spTgt spid="40"/>
                    </p:tgtEl>
                  </p:cond>
                </p:stCondLst>
                <p:endSync evt="end" delay="0">
                  <p:rtn val="all"/>
                </p:endSync>
                <p:childTnLst>
                  <p:par>
                    <p:cTn id="98" fill="hold">
                      <p:stCondLst>
                        <p:cond delay="0"/>
                      </p:stCondLst>
                      <p:childTnLst>
                        <p:par>
                          <p:cTn id="99" fill="hold">
                            <p:stCondLst>
                              <p:cond delay="0"/>
                            </p:stCondLst>
                            <p:childTnLst>
                              <p:par>
                                <p:cTn id="100" presetID="1" presetClass="entr" presetSubtype="0" fill="hold" nodeType="clickEffect">
                                  <p:stCondLst>
                                    <p:cond delay="0"/>
                                  </p:stCondLst>
                                  <p:childTnLst>
                                    <p:set>
                                      <p:cBhvr>
                                        <p:cTn id="101" dur="1" fill="hold">
                                          <p:stCondLst>
                                            <p:cond delay="0"/>
                                          </p:stCondLst>
                                        </p:cTn>
                                        <p:tgtEl>
                                          <p:spTgt spid="66"/>
                                        </p:tgtEl>
                                        <p:attrNameLst>
                                          <p:attrName>style.visibility</p:attrName>
                                        </p:attrNameLst>
                                      </p:cBhvr>
                                      <p:to>
                                        <p:strVal val="visible"/>
                                      </p:to>
                                    </p:set>
                                  </p:childTnLst>
                                </p:cTn>
                              </p:par>
                              <p:par>
                                <p:cTn id="102" presetID="1" presetClass="exit" presetSubtype="0" fill="hold" nodeType="withEffect">
                                  <p:stCondLst>
                                    <p:cond delay="0"/>
                                  </p:stCondLst>
                                  <p:childTnLst>
                                    <p:set>
                                      <p:cBhvr>
                                        <p:cTn id="103" dur="1" fill="hold">
                                          <p:stCondLst>
                                            <p:cond delay="0"/>
                                          </p:stCondLst>
                                        </p:cTn>
                                        <p:tgtEl>
                                          <p:spTgt spid="57"/>
                                        </p:tgtEl>
                                        <p:attrNameLst>
                                          <p:attrName>style.visibility</p:attrName>
                                        </p:attrNameLst>
                                      </p:cBhvr>
                                      <p:to>
                                        <p:strVal val="hidden"/>
                                      </p:to>
                                    </p:set>
                                  </p:childTnLst>
                                </p:cTn>
                              </p:par>
                              <p:par>
                                <p:cTn id="104" presetID="1" presetClass="entr" presetSubtype="0" fill="hold" nodeType="withEffect">
                                  <p:stCondLst>
                                    <p:cond delay="0"/>
                                  </p:stCondLst>
                                  <p:childTnLst>
                                    <p:set>
                                      <p:cBhvr>
                                        <p:cTn id="105" dur="1" fill="hold">
                                          <p:stCondLst>
                                            <p:cond delay="0"/>
                                          </p:stCondLst>
                                        </p:cTn>
                                        <p:tgtEl>
                                          <p:spTgt spid="74"/>
                                        </p:tgtEl>
                                        <p:attrNameLst>
                                          <p:attrName>style.visibility</p:attrName>
                                        </p:attrNameLst>
                                      </p:cBhvr>
                                      <p:to>
                                        <p:strVal val="visible"/>
                                      </p:to>
                                    </p:set>
                                  </p:childTnLst>
                                </p:cTn>
                              </p:par>
                              <p:par>
                                <p:cTn id="106" presetID="1" presetClass="entr" presetSubtype="0" fill="hold" nodeType="withEffect">
                                  <p:stCondLst>
                                    <p:cond delay="0"/>
                                  </p:stCondLst>
                                  <p:childTnLst>
                                    <p:set>
                                      <p:cBhvr>
                                        <p:cTn id="107" dur="1" fill="hold">
                                          <p:stCondLst>
                                            <p:cond delay="0"/>
                                          </p:stCondLst>
                                        </p:cTn>
                                        <p:tgtEl>
                                          <p:spTgt spid="77"/>
                                        </p:tgtEl>
                                        <p:attrNameLst>
                                          <p:attrName>style.visibility</p:attrName>
                                        </p:attrNameLst>
                                      </p:cBhvr>
                                      <p:to>
                                        <p:strVal val="visible"/>
                                      </p:to>
                                    </p:set>
                                  </p:childTnLst>
                                </p:cTn>
                              </p:par>
                              <p:par>
                                <p:cTn id="108" presetID="1" presetClass="entr" presetSubtype="0" fill="hold" nodeType="withEffect">
                                  <p:stCondLst>
                                    <p:cond delay="0"/>
                                  </p:stCondLst>
                                  <p:childTnLst>
                                    <p:set>
                                      <p:cBhvr>
                                        <p:cTn id="109" dur="1" fill="hold">
                                          <p:stCondLst>
                                            <p:cond delay="0"/>
                                          </p:stCondLst>
                                        </p:cTn>
                                        <p:tgtEl>
                                          <p:spTgt spid="79"/>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33"/>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35"/>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95"/>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37"/>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52"/>
                                        </p:tgtEl>
                                        <p:attrNameLst>
                                          <p:attrName>style.visibility</p:attrName>
                                        </p:attrNameLst>
                                      </p:cBhvr>
                                      <p:to>
                                        <p:strVal val="visible"/>
                                      </p:to>
                                    </p:set>
                                  </p:childTnLst>
                                </p:cTn>
                              </p:par>
                            </p:childTnLst>
                          </p:cTn>
                        </p:par>
                      </p:childTnLst>
                    </p:cTn>
                  </p:par>
                </p:childTnLst>
              </p:cTn>
              <p:nextCondLst>
                <p:cond evt="onClick" delay="0">
                  <p:tgtEl>
                    <p:spTgt spid="40"/>
                  </p:tgtEl>
                </p:cond>
              </p:nextCondLst>
            </p:seq>
            <p:seq concurrent="1" nextAc="seek">
              <p:cTn id="120" restart="whenNotActive" fill="hold" evtFilter="cancelBubble" nodeType="interactiveSeq">
                <p:stCondLst>
                  <p:cond evt="onClick" delay="0">
                    <p:tgtEl>
                      <p:spTgt spid="95"/>
                    </p:tgtEl>
                  </p:cond>
                </p:stCondLst>
                <p:endSync evt="end" delay="0">
                  <p:rtn val="all"/>
                </p:endSync>
                <p:childTnLst>
                  <p:par>
                    <p:cTn id="121" fill="hold">
                      <p:stCondLst>
                        <p:cond delay="0"/>
                      </p:stCondLst>
                      <p:childTnLst>
                        <p:par>
                          <p:cTn id="122" fill="hold">
                            <p:stCondLst>
                              <p:cond delay="0"/>
                            </p:stCondLst>
                            <p:childTnLst>
                              <p:par>
                                <p:cTn id="123" presetID="1" presetClass="entr" presetSubtype="0" fill="hold" grpId="0" nodeType="withEffect">
                                  <p:stCondLst>
                                    <p:cond delay="0"/>
                                  </p:stCondLst>
                                  <p:childTnLst>
                                    <p:set>
                                      <p:cBhvr>
                                        <p:cTn id="124" dur="1" fill="hold">
                                          <p:stCondLst>
                                            <p:cond delay="0"/>
                                          </p:stCondLst>
                                        </p:cTn>
                                        <p:tgtEl>
                                          <p:spTgt spid="96"/>
                                        </p:tgtEl>
                                        <p:attrNameLst>
                                          <p:attrName>style.visibility</p:attrName>
                                        </p:attrNameLst>
                                      </p:cBhvr>
                                      <p:to>
                                        <p:strVal val="visible"/>
                                      </p:to>
                                    </p:set>
                                  </p:childTnLst>
                                </p:cTn>
                              </p:par>
                              <p:par>
                                <p:cTn id="125" presetID="1" presetClass="exit" presetSubtype="0" fill="hold" nodeType="withEffect">
                                  <p:stCondLst>
                                    <p:cond delay="0"/>
                                  </p:stCondLst>
                                  <p:childTnLst>
                                    <p:set>
                                      <p:cBhvr>
                                        <p:cTn id="126" dur="1" fill="hold">
                                          <p:stCondLst>
                                            <p:cond delay="0"/>
                                          </p:stCondLst>
                                        </p:cTn>
                                        <p:tgtEl>
                                          <p:spTgt spid="79"/>
                                        </p:tgtEl>
                                        <p:attrNameLst>
                                          <p:attrName>style.visibility</p:attrName>
                                        </p:attrNameLst>
                                      </p:cBhvr>
                                      <p:to>
                                        <p:strVal val="hidden"/>
                                      </p:to>
                                    </p:set>
                                  </p:childTnLst>
                                </p:cTn>
                              </p:par>
                            </p:childTnLst>
                          </p:cTn>
                        </p:par>
                      </p:childTnLst>
                    </p:cTn>
                  </p:par>
                </p:childTnLst>
              </p:cTn>
              <p:nextCondLst>
                <p:cond evt="onClick" delay="0">
                  <p:tgtEl>
                    <p:spTgt spid="95"/>
                  </p:tgtEl>
                </p:cond>
              </p:nextCondLst>
            </p:seq>
            <p:seq concurrent="1" nextAc="seek">
              <p:cTn id="127" restart="whenNotActive" fill="hold" evtFilter="cancelBubble" nodeType="interactiveSeq">
                <p:stCondLst>
                  <p:cond evt="onClick" delay="0">
                    <p:tgtEl>
                      <p:spTgt spid="35"/>
                    </p:tgtEl>
                  </p:cond>
                </p:stCondLst>
                <p:endSync evt="end" delay="0">
                  <p:rtn val="all"/>
                </p:endSync>
                <p:childTnLst>
                  <p:par>
                    <p:cTn id="128" fill="hold">
                      <p:stCondLst>
                        <p:cond delay="0"/>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9"/>
                                        </p:tgtEl>
                                        <p:attrNameLst>
                                          <p:attrName>style.visibility</p:attrName>
                                        </p:attrNameLst>
                                      </p:cBhvr>
                                      <p:to>
                                        <p:strVal val="visible"/>
                                      </p:to>
                                    </p:set>
                                  </p:childTnLst>
                                </p:cTn>
                              </p:par>
                              <p:par>
                                <p:cTn id="132" presetID="1" presetClass="exit" presetSubtype="0" fill="hold" nodeType="withEffect">
                                  <p:stCondLst>
                                    <p:cond delay="0"/>
                                  </p:stCondLst>
                                  <p:childTnLst>
                                    <p:set>
                                      <p:cBhvr>
                                        <p:cTn id="133" dur="1" fill="hold">
                                          <p:stCondLst>
                                            <p:cond delay="0"/>
                                          </p:stCondLst>
                                        </p:cTn>
                                        <p:tgtEl>
                                          <p:spTgt spid="74"/>
                                        </p:tgtEl>
                                        <p:attrNameLst>
                                          <p:attrName>style.visibility</p:attrName>
                                        </p:attrNameLst>
                                      </p:cBhvr>
                                      <p:to>
                                        <p:strVal val="hidden"/>
                                      </p:to>
                                    </p:set>
                                  </p:childTnLst>
                                </p:cTn>
                              </p:par>
                            </p:childTnLst>
                          </p:cTn>
                        </p:par>
                      </p:childTnLst>
                    </p:cTn>
                  </p:par>
                </p:childTnLst>
              </p:cTn>
              <p:nextCondLst>
                <p:cond evt="onClick" delay="0">
                  <p:tgtEl>
                    <p:spTgt spid="35"/>
                  </p:tgtEl>
                </p:cond>
              </p:nextCondLst>
            </p:seq>
            <p:seq concurrent="1" nextAc="seek">
              <p:cTn id="134" restart="whenNotActive" fill="hold" evtFilter="cancelBubble" nodeType="interactiveSeq">
                <p:stCondLst>
                  <p:cond evt="onClick" delay="0">
                    <p:tgtEl>
                      <p:spTgt spid="37"/>
                    </p:tgtEl>
                  </p:cond>
                </p:stCondLst>
                <p:endSync evt="end" delay="0">
                  <p:rtn val="all"/>
                </p:endSync>
                <p:childTnLst>
                  <p:par>
                    <p:cTn id="135" fill="hold">
                      <p:stCondLst>
                        <p:cond delay="0"/>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0"/>
                                        </p:tgtEl>
                                        <p:attrNameLst>
                                          <p:attrName>style.visibility</p:attrName>
                                        </p:attrNameLst>
                                      </p:cBhvr>
                                      <p:to>
                                        <p:strVal val="visible"/>
                                      </p:to>
                                    </p:set>
                                  </p:childTnLst>
                                </p:cTn>
                              </p:par>
                              <p:par>
                                <p:cTn id="139" presetID="1" presetClass="exit" presetSubtype="0" fill="hold" nodeType="withEffect">
                                  <p:stCondLst>
                                    <p:cond delay="0"/>
                                  </p:stCondLst>
                                  <p:childTnLst>
                                    <p:set>
                                      <p:cBhvr>
                                        <p:cTn id="140" dur="1" fill="hold">
                                          <p:stCondLst>
                                            <p:cond delay="0"/>
                                          </p:stCondLst>
                                        </p:cTn>
                                        <p:tgtEl>
                                          <p:spTgt spid="66"/>
                                        </p:tgtEl>
                                        <p:attrNameLst>
                                          <p:attrName>style.visibility</p:attrName>
                                        </p:attrNameLst>
                                      </p:cBhvr>
                                      <p:to>
                                        <p:strVal val="hidden"/>
                                      </p:to>
                                    </p:set>
                                  </p:childTnLst>
                                </p:cTn>
                              </p:par>
                            </p:childTnLst>
                          </p:cTn>
                        </p:par>
                      </p:childTnLst>
                    </p:cTn>
                  </p:par>
                </p:childTnLst>
              </p:cTn>
              <p:nextCondLst>
                <p:cond evt="onClick" delay="0">
                  <p:tgtEl>
                    <p:spTgt spid="37"/>
                  </p:tgtEl>
                </p:cond>
              </p:nextCondLst>
            </p:seq>
            <p:seq concurrent="1" nextAc="seek">
              <p:cTn id="141" restart="whenNotActive" fill="hold" evtFilter="cancelBubble" nodeType="interactiveSeq">
                <p:stCondLst>
                  <p:cond evt="onClick" delay="0">
                    <p:tgtEl>
                      <p:spTgt spid="33"/>
                    </p:tgtEl>
                  </p:cond>
                </p:stCondLst>
                <p:endSync evt="end" delay="0">
                  <p:rtn val="all"/>
                </p:endSync>
                <p:childTnLst>
                  <p:par>
                    <p:cTn id="142" fill="hold">
                      <p:stCondLst>
                        <p:cond delay="0"/>
                      </p:stCondLst>
                      <p:childTnLst>
                        <p:par>
                          <p:cTn id="143" fill="hold">
                            <p:stCondLst>
                              <p:cond delay="0"/>
                            </p:stCondLst>
                            <p:childTnLst>
                              <p:par>
                                <p:cTn id="144" presetID="1" presetClass="entr" presetSubtype="0" fill="hold" grpId="0" nodeType="clickEffect">
                                  <p:stCondLst>
                                    <p:cond delay="0"/>
                                  </p:stCondLst>
                                  <p:childTnLst>
                                    <p:set>
                                      <p:cBhvr>
                                        <p:cTn id="145" dur="1" fill="hold">
                                          <p:stCondLst>
                                            <p:cond delay="0"/>
                                          </p:stCondLst>
                                        </p:cTn>
                                        <p:tgtEl>
                                          <p:spTgt spid="8"/>
                                        </p:tgtEl>
                                        <p:attrNameLst>
                                          <p:attrName>style.visibility</p:attrName>
                                        </p:attrNameLst>
                                      </p:cBhvr>
                                      <p:to>
                                        <p:strVal val="visible"/>
                                      </p:to>
                                    </p:set>
                                  </p:childTnLst>
                                </p:cTn>
                              </p:par>
                              <p:par>
                                <p:cTn id="146" presetID="1" presetClass="exit" presetSubtype="0" fill="hold" nodeType="withEffect">
                                  <p:stCondLst>
                                    <p:cond delay="0"/>
                                  </p:stCondLst>
                                  <p:childTnLst>
                                    <p:set>
                                      <p:cBhvr>
                                        <p:cTn id="147" dur="1" fill="hold">
                                          <p:stCondLst>
                                            <p:cond delay="0"/>
                                          </p:stCondLst>
                                        </p:cTn>
                                        <p:tgtEl>
                                          <p:spTgt spid="77"/>
                                        </p:tgtEl>
                                        <p:attrNameLst>
                                          <p:attrName>style.visibility</p:attrName>
                                        </p:attrNameLst>
                                      </p:cBhvr>
                                      <p:to>
                                        <p:strVal val="hidden"/>
                                      </p:to>
                                    </p:set>
                                  </p:childTnLst>
                                </p:cTn>
                              </p:par>
                            </p:childTnLst>
                          </p:cTn>
                        </p:par>
                      </p:childTnLst>
                    </p:cTn>
                  </p:par>
                </p:childTnLst>
              </p:cTn>
              <p:nextCondLst>
                <p:cond evt="onClick" delay="0">
                  <p:tgtEl>
                    <p:spTgt spid="33"/>
                  </p:tgtEl>
                </p:cond>
              </p:nextCondLst>
            </p:seq>
            <p:seq concurrent="1" nextAc="seek">
              <p:cTn id="148" restart="whenNotActive" fill="hold" evtFilter="cancelBubble" nodeType="interactiveSeq">
                <p:stCondLst>
                  <p:cond evt="onClick" delay="0">
                    <p:tgtEl>
                      <p:spTgt spid="61"/>
                    </p:tgtEl>
                  </p:cond>
                </p:stCondLst>
                <p:endSync evt="end" delay="0">
                  <p:rtn val="all"/>
                </p:endSync>
                <p:childTnLst>
                  <p:par>
                    <p:cTn id="149" fill="hold">
                      <p:stCondLst>
                        <p:cond delay="0"/>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62"/>
                                        </p:tgtEl>
                                        <p:attrNameLst>
                                          <p:attrName>style.visibility</p:attrName>
                                        </p:attrNameLst>
                                      </p:cBhvr>
                                      <p:to>
                                        <p:strVal val="visible"/>
                                      </p:to>
                                    </p:set>
                                  </p:childTnLst>
                                </p:cTn>
                              </p:par>
                              <p:par>
                                <p:cTn id="153" presetID="1" presetClass="exit" presetSubtype="0" fill="hold" nodeType="withEffect">
                                  <p:stCondLst>
                                    <p:cond delay="0"/>
                                  </p:stCondLst>
                                  <p:childTnLst>
                                    <p:set>
                                      <p:cBhvr>
                                        <p:cTn id="154" dur="1" fill="hold">
                                          <p:stCondLst>
                                            <p:cond delay="0"/>
                                          </p:stCondLst>
                                        </p:cTn>
                                        <p:tgtEl>
                                          <p:spTgt spid="63"/>
                                        </p:tgtEl>
                                        <p:attrNameLst>
                                          <p:attrName>style.visibility</p:attrName>
                                        </p:attrNameLst>
                                      </p:cBhvr>
                                      <p:to>
                                        <p:strVal val="hidden"/>
                                      </p:to>
                                    </p:set>
                                  </p:childTnLst>
                                </p:cTn>
                              </p:par>
                            </p:childTnLst>
                          </p:cTn>
                        </p:par>
                      </p:childTnLst>
                    </p:cTn>
                  </p:par>
                </p:childTnLst>
              </p:cTn>
              <p:nextCondLst>
                <p:cond evt="onClick" delay="0">
                  <p:tgtEl>
                    <p:spTgt spid="61"/>
                  </p:tgtEl>
                </p:cond>
              </p:nextCondLst>
            </p:seq>
          </p:childTnLst>
        </p:cTn>
      </p:par>
    </p:tnLst>
    <p:bldLst>
      <p:bldP spid="46" grpId="0" animBg="1"/>
      <p:bldP spid="27" grpId="0" animBg="1"/>
      <p:bldP spid="28" grpId="0" animBg="1"/>
      <p:bldP spid="29" grpId="0" animBg="1"/>
      <p:bldP spid="32" grpId="0" animBg="1"/>
      <p:bldP spid="36" grpId="0" animBg="1"/>
      <p:bldP spid="33" grpId="0" animBg="1"/>
      <p:bldP spid="35" grpId="0" animBg="1"/>
      <p:bldP spid="37" grpId="0" animBg="1"/>
      <p:bldP spid="50" grpId="0"/>
      <p:bldP spid="51" grpId="0"/>
      <p:bldP spid="52" grpId="0"/>
      <p:bldP spid="2" grpId="0" animBg="1"/>
      <p:bldP spid="3" grpId="0" animBg="1"/>
      <p:bldP spid="4" grpId="0" animBg="1"/>
      <p:bldP spid="6" grpId="0" animBg="1"/>
      <p:bldP spid="7" grpId="0" animBg="1"/>
      <p:bldP spid="8" grpId="0" animBg="1"/>
      <p:bldP spid="9" grpId="0" animBg="1"/>
      <p:bldP spid="10" grpId="0" animBg="1"/>
      <p:bldP spid="34" grpId="0" animBg="1"/>
      <p:bldP spid="5" grpId="0" animBg="1"/>
      <p:bldP spid="64" grpId="0" animBg="1"/>
      <p:bldP spid="95" grpId="0" animBg="1"/>
      <p:bldP spid="96" grpId="0" animBg="1"/>
      <p:bldP spid="61" grpId="0" animBg="1"/>
      <p:bldP spid="6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 name="Straight Arrow Connector 29">
            <a:extLst>
              <a:ext uri="{FF2B5EF4-FFF2-40B4-BE49-F238E27FC236}">
                <a16:creationId xmlns:a16="http://schemas.microsoft.com/office/drawing/2014/main" id="{CD8FADEA-923E-43D8-841D-31FB158A8A34}"/>
              </a:ext>
            </a:extLst>
          </p:cNvPr>
          <p:cNvCxnSpPr>
            <a:cxnSpLocks/>
          </p:cNvCxnSpPr>
          <p:nvPr/>
        </p:nvCxnSpPr>
        <p:spPr>
          <a:xfrm>
            <a:off x="5469416" y="165118"/>
            <a:ext cx="35682" cy="6518408"/>
          </a:xfrm>
          <a:prstGeom prst="straightConnector1">
            <a:avLst/>
          </a:prstGeom>
          <a:ln w="38100"/>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E90A6E1-1606-40AE-8EE2-6B4CA2140CD7}"/>
              </a:ext>
            </a:extLst>
          </p:cNvPr>
          <p:cNvCxnSpPr>
            <a:cxnSpLocks/>
          </p:cNvCxnSpPr>
          <p:nvPr/>
        </p:nvCxnSpPr>
        <p:spPr>
          <a:xfrm>
            <a:off x="9023553" y="151378"/>
            <a:ext cx="77499" cy="6598553"/>
          </a:xfrm>
          <a:prstGeom prst="straightConnector1">
            <a:avLst/>
          </a:prstGeom>
          <a:ln w="38100"/>
        </p:spPr>
        <p:style>
          <a:lnRef idx="1">
            <a:schemeClr val="accent1"/>
          </a:lnRef>
          <a:fillRef idx="0">
            <a:schemeClr val="accent1"/>
          </a:fillRef>
          <a:effectRef idx="0">
            <a:schemeClr val="accent1"/>
          </a:effectRef>
          <a:fontRef idx="minor">
            <a:schemeClr val="tx1"/>
          </a:fontRef>
        </p:style>
      </p:cxnSp>
      <p:sp>
        <p:nvSpPr>
          <p:cNvPr id="32" name="Case 5- lab/imaging?">
            <a:extLst>
              <a:ext uri="{FF2B5EF4-FFF2-40B4-BE49-F238E27FC236}">
                <a16:creationId xmlns:a16="http://schemas.microsoft.com/office/drawing/2014/main" id="{D046D7B6-459E-43A3-BC52-14B6F3C72E5E}"/>
              </a:ext>
            </a:extLst>
          </p:cNvPr>
          <p:cNvSpPr/>
          <p:nvPr/>
        </p:nvSpPr>
        <p:spPr>
          <a:xfrm>
            <a:off x="5628623" y="1727159"/>
            <a:ext cx="3200400" cy="365760"/>
          </a:xfrm>
          <a:prstGeom prst="roundRect">
            <a:avLst>
              <a:gd name="adj" fmla="val 14118"/>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sz="1600" dirty="0">
                <a:cs typeface="Calibri"/>
              </a:rPr>
              <a:t>Lab/Imaging?</a:t>
            </a:r>
            <a:endParaRPr lang="en-US" sz="1600" dirty="0"/>
          </a:p>
        </p:txBody>
      </p:sp>
      <p:sp>
        <p:nvSpPr>
          <p:cNvPr id="36" name="Case 5 - treatment and BP goal?">
            <a:extLst>
              <a:ext uri="{FF2B5EF4-FFF2-40B4-BE49-F238E27FC236}">
                <a16:creationId xmlns:a16="http://schemas.microsoft.com/office/drawing/2014/main" id="{E7228AC6-2215-409D-AED8-E79F8E674E39}"/>
              </a:ext>
            </a:extLst>
          </p:cNvPr>
          <p:cNvSpPr/>
          <p:nvPr/>
        </p:nvSpPr>
        <p:spPr>
          <a:xfrm>
            <a:off x="5628623" y="4172610"/>
            <a:ext cx="3200400" cy="365760"/>
          </a:xfrm>
          <a:prstGeom prst="roundRect">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sz="1600" dirty="0">
                <a:cs typeface="Calibri"/>
              </a:rPr>
              <a:t>Treatment and BP goal?</a:t>
            </a:r>
            <a:endParaRPr lang="en-US" sz="1600" dirty="0"/>
          </a:p>
        </p:txBody>
      </p:sp>
      <p:sp>
        <p:nvSpPr>
          <p:cNvPr id="33" name="Case 4 - labs and imaging?">
            <a:extLst>
              <a:ext uri="{FF2B5EF4-FFF2-40B4-BE49-F238E27FC236}">
                <a16:creationId xmlns:a16="http://schemas.microsoft.com/office/drawing/2014/main" id="{425E8F12-5EFA-4ED7-81D8-B82562BE403D}"/>
              </a:ext>
            </a:extLst>
          </p:cNvPr>
          <p:cNvSpPr/>
          <p:nvPr/>
        </p:nvSpPr>
        <p:spPr>
          <a:xfrm>
            <a:off x="1840737" y="3530699"/>
            <a:ext cx="3474720" cy="365760"/>
          </a:xfrm>
          <a:prstGeom prst="roundRect">
            <a:avLst>
              <a:gd name="adj" fmla="val 13268"/>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sz="1600" dirty="0">
                <a:cs typeface="Calibri"/>
              </a:rPr>
              <a:t>Labs/Imaging</a:t>
            </a:r>
            <a:endParaRPr lang="en-US" sz="1600" dirty="0"/>
          </a:p>
        </p:txBody>
      </p:sp>
      <p:sp>
        <p:nvSpPr>
          <p:cNvPr id="35" name="Case 4 - diagnosis?">
            <a:extLst>
              <a:ext uri="{FF2B5EF4-FFF2-40B4-BE49-F238E27FC236}">
                <a16:creationId xmlns:a16="http://schemas.microsoft.com/office/drawing/2014/main" id="{B7DE69C1-7A0E-48AB-895D-8DF8B5EE749F}"/>
              </a:ext>
            </a:extLst>
          </p:cNvPr>
          <p:cNvSpPr/>
          <p:nvPr/>
        </p:nvSpPr>
        <p:spPr>
          <a:xfrm>
            <a:off x="834897" y="4848016"/>
            <a:ext cx="4480560" cy="365760"/>
          </a:xfrm>
          <a:prstGeom prst="roundRect">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sz="1600" dirty="0">
                <a:cs typeface="Calibri"/>
              </a:rPr>
              <a:t>Diagnosis?</a:t>
            </a:r>
            <a:endParaRPr lang="en-US" sz="1600" dirty="0"/>
          </a:p>
        </p:txBody>
      </p:sp>
      <p:sp>
        <p:nvSpPr>
          <p:cNvPr id="51" name="case 2 presentation text">
            <a:extLst>
              <a:ext uri="{FF2B5EF4-FFF2-40B4-BE49-F238E27FC236}">
                <a16:creationId xmlns:a16="http://schemas.microsoft.com/office/drawing/2014/main" id="{5E7B4219-DAB3-4422-BBC5-D5A316975DB4}"/>
              </a:ext>
            </a:extLst>
          </p:cNvPr>
          <p:cNvSpPr txBox="1"/>
          <p:nvPr/>
        </p:nvSpPr>
        <p:spPr>
          <a:xfrm>
            <a:off x="5588256" y="601780"/>
            <a:ext cx="3333221"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ea typeface="+mn-lt"/>
                <a:cs typeface="+mn-lt"/>
              </a:rPr>
              <a:t>47 yo with episodic headaches palpitations, diaphoresis presents with confusion, and fevers. T 40C, BP 243/143, HR 140s. </a:t>
            </a:r>
            <a:endParaRPr lang="en-US" sz="1600" dirty="0"/>
          </a:p>
        </p:txBody>
      </p:sp>
      <p:sp>
        <p:nvSpPr>
          <p:cNvPr id="52" name="case 3 presentation text">
            <a:extLst>
              <a:ext uri="{FF2B5EF4-FFF2-40B4-BE49-F238E27FC236}">
                <a16:creationId xmlns:a16="http://schemas.microsoft.com/office/drawing/2014/main" id="{3F0E4B0A-68D9-4F4E-AEFE-4C4D30735F8C}"/>
              </a:ext>
            </a:extLst>
          </p:cNvPr>
          <p:cNvSpPr txBox="1"/>
          <p:nvPr/>
        </p:nvSpPr>
        <p:spPr>
          <a:xfrm>
            <a:off x="1768418" y="601780"/>
            <a:ext cx="3653522"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ea typeface="+mn-lt"/>
                <a:cs typeface="+mn-lt"/>
              </a:rPr>
              <a:t>67 yo with hypertension presents with nausea/ vomiting x 3 days. BP is 190/125. Home meds include lisinopril 40 mg, amlodipine 10 mg and HCTZ 12.5 mg daily. No meds in the last 3 days. </a:t>
            </a:r>
            <a:endParaRPr lang="en-US" sz="1600" dirty="0"/>
          </a:p>
        </p:txBody>
      </p:sp>
      <p:sp>
        <p:nvSpPr>
          <p:cNvPr id="3" name="case 5 labs/imaging text">
            <a:extLst>
              <a:ext uri="{FF2B5EF4-FFF2-40B4-BE49-F238E27FC236}">
                <a16:creationId xmlns:a16="http://schemas.microsoft.com/office/drawing/2014/main" id="{3D129CFC-E3CA-4B40-B61A-D05D40A75D11}"/>
              </a:ext>
            </a:extLst>
          </p:cNvPr>
          <p:cNvSpPr txBox="1"/>
          <p:nvPr/>
        </p:nvSpPr>
        <p:spPr>
          <a:xfrm>
            <a:off x="5656170" y="2141263"/>
            <a:ext cx="3252243" cy="1077218"/>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11125" indent="-111125"/>
            <a:r>
              <a:rPr lang="en-US" sz="1600" dirty="0">
                <a:cs typeface="Calibri"/>
              </a:rPr>
              <a:t>EKG: sinus tachycardia </a:t>
            </a:r>
          </a:p>
          <a:p>
            <a:pPr marL="111125" indent="-111125"/>
            <a:r>
              <a:rPr lang="en-US" sz="1600" dirty="0">
                <a:cs typeface="Calibri"/>
              </a:rPr>
              <a:t>Cr 2.4 (previously normal)</a:t>
            </a:r>
          </a:p>
          <a:p>
            <a:pPr marL="111125" indent="-111125"/>
            <a:r>
              <a:rPr lang="en-US" sz="1600" dirty="0">
                <a:cs typeface="Calibri"/>
              </a:rPr>
              <a:t>CT A/P: 1.4 cm R adrenal mass</a:t>
            </a:r>
          </a:p>
          <a:p>
            <a:pPr marL="111125" indent="-111125"/>
            <a:r>
              <a:rPr lang="en-US" sz="1600" dirty="0">
                <a:cs typeface="Calibri"/>
              </a:rPr>
              <a:t>↑ plasma and urine </a:t>
            </a:r>
            <a:r>
              <a:rPr lang="en-US" sz="1600" dirty="0" err="1">
                <a:cs typeface="Calibri"/>
              </a:rPr>
              <a:t>metanephrines</a:t>
            </a:r>
            <a:r>
              <a:rPr lang="en-US" sz="1600" dirty="0">
                <a:cs typeface="Calibri"/>
              </a:rPr>
              <a:t> </a:t>
            </a:r>
          </a:p>
        </p:txBody>
      </p:sp>
      <p:sp>
        <p:nvSpPr>
          <p:cNvPr id="7" name="case 5 treatment text">
            <a:extLst>
              <a:ext uri="{FF2B5EF4-FFF2-40B4-BE49-F238E27FC236}">
                <a16:creationId xmlns:a16="http://schemas.microsoft.com/office/drawing/2014/main" id="{BEF96E89-F2C3-4A93-BC4C-3A451F9229F1}"/>
              </a:ext>
            </a:extLst>
          </p:cNvPr>
          <p:cNvSpPr txBox="1"/>
          <p:nvPr/>
        </p:nvSpPr>
        <p:spPr>
          <a:xfrm>
            <a:off x="5676874" y="4592926"/>
            <a:ext cx="3215005" cy="83099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dirty="0">
                <a:cs typeface="Calibri"/>
              </a:rPr>
              <a:t>Phentolamine, nicardipine </a:t>
            </a:r>
            <a:r>
              <a:rPr lang="en-US" sz="1600" dirty="0">
                <a:cs typeface="Calibri"/>
              </a:rPr>
              <a:t>or </a:t>
            </a:r>
            <a:r>
              <a:rPr lang="en-US" sz="1600" b="1" dirty="0">
                <a:cs typeface="Calibri"/>
              </a:rPr>
              <a:t>nitroprusside</a:t>
            </a:r>
            <a:r>
              <a:rPr lang="en-US" sz="1600" dirty="0">
                <a:cs typeface="Calibri"/>
              </a:rPr>
              <a:t>.</a:t>
            </a:r>
          </a:p>
          <a:p>
            <a:pPr algn="ctr"/>
            <a:r>
              <a:rPr lang="en-US" sz="1600" b="1" dirty="0">
                <a:cs typeface="Calibri"/>
              </a:rPr>
              <a:t>↓</a:t>
            </a:r>
            <a:r>
              <a:rPr lang="en-US" sz="1600" b="1" dirty="0">
                <a:ea typeface="+mn-lt"/>
                <a:cs typeface="+mn-lt"/>
              </a:rPr>
              <a:t> SBP to &lt;140 </a:t>
            </a:r>
            <a:r>
              <a:rPr lang="en-US" sz="1600" dirty="0">
                <a:ea typeface="+mn-lt"/>
                <a:cs typeface="+mn-lt"/>
              </a:rPr>
              <a:t>in first 1hr</a:t>
            </a:r>
          </a:p>
        </p:txBody>
      </p:sp>
      <p:sp>
        <p:nvSpPr>
          <p:cNvPr id="8" name="case 4 labs/imaging text">
            <a:extLst>
              <a:ext uri="{FF2B5EF4-FFF2-40B4-BE49-F238E27FC236}">
                <a16:creationId xmlns:a16="http://schemas.microsoft.com/office/drawing/2014/main" id="{37EB185D-C37E-49DA-B975-86FA9A15AEC2}"/>
              </a:ext>
            </a:extLst>
          </p:cNvPr>
          <p:cNvSpPr txBox="1"/>
          <p:nvPr/>
        </p:nvSpPr>
        <p:spPr>
          <a:xfrm>
            <a:off x="1838842" y="3961981"/>
            <a:ext cx="3418361" cy="83099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cs typeface="Calibri"/>
              </a:rPr>
              <a:t>EKG: No ischemic changes </a:t>
            </a:r>
          </a:p>
          <a:p>
            <a:r>
              <a:rPr lang="en-US" sz="1600" dirty="0">
                <a:cs typeface="Calibri"/>
              </a:rPr>
              <a:t>Troponin 0.01 ng/</a:t>
            </a:r>
            <a:r>
              <a:rPr lang="en-US" sz="1600" dirty="0" err="1">
                <a:cs typeface="Calibri"/>
              </a:rPr>
              <a:t>mL.</a:t>
            </a:r>
            <a:r>
              <a:rPr lang="en-US" sz="1600" dirty="0">
                <a:cs typeface="Calibri"/>
              </a:rPr>
              <a:t> Cr: 1.0</a:t>
            </a:r>
          </a:p>
          <a:p>
            <a:r>
              <a:rPr lang="en-US" sz="1600" dirty="0">
                <a:cs typeface="Calibri"/>
              </a:rPr>
              <a:t>CXR: no focal infiltrates. </a:t>
            </a:r>
            <a:endParaRPr lang="en-US" sz="1600" dirty="0"/>
          </a:p>
        </p:txBody>
      </p:sp>
      <p:sp>
        <p:nvSpPr>
          <p:cNvPr id="9" name="case 4 diagnosis text">
            <a:extLst>
              <a:ext uri="{FF2B5EF4-FFF2-40B4-BE49-F238E27FC236}">
                <a16:creationId xmlns:a16="http://schemas.microsoft.com/office/drawing/2014/main" id="{365F3A85-A0FE-4E55-B307-F35B50B81031}"/>
              </a:ext>
            </a:extLst>
          </p:cNvPr>
          <p:cNvSpPr txBox="1"/>
          <p:nvPr/>
        </p:nvSpPr>
        <p:spPr>
          <a:xfrm>
            <a:off x="862934" y="5262677"/>
            <a:ext cx="4396247" cy="33855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t>HTN urgency (or uncontrolled severe HTN).</a:t>
            </a:r>
          </a:p>
        </p:txBody>
      </p:sp>
      <p:sp>
        <p:nvSpPr>
          <p:cNvPr id="39" name="Case 5 button">
            <a:extLst>
              <a:ext uri="{FF2B5EF4-FFF2-40B4-BE49-F238E27FC236}">
                <a16:creationId xmlns:a16="http://schemas.microsoft.com/office/drawing/2014/main" id="{4E1BE8FA-1ABA-4C33-A4D4-F9EFFFA33D70}"/>
              </a:ext>
            </a:extLst>
          </p:cNvPr>
          <p:cNvSpPr/>
          <p:nvPr/>
        </p:nvSpPr>
        <p:spPr>
          <a:xfrm>
            <a:off x="6478133" y="165118"/>
            <a:ext cx="1371600" cy="365760"/>
          </a:xfrm>
          <a:prstGeom prst="roundRect">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dirty="0">
                <a:cs typeface="Calibri"/>
              </a:rPr>
              <a:t>Case 5</a:t>
            </a:r>
            <a:endParaRPr lang="en-US" dirty="0"/>
          </a:p>
        </p:txBody>
      </p:sp>
      <p:sp>
        <p:nvSpPr>
          <p:cNvPr id="40" name="Case 4 button">
            <a:extLst>
              <a:ext uri="{FF2B5EF4-FFF2-40B4-BE49-F238E27FC236}">
                <a16:creationId xmlns:a16="http://schemas.microsoft.com/office/drawing/2014/main" id="{A9973223-8953-4226-B8C4-22E8A52A2BDA}"/>
              </a:ext>
            </a:extLst>
          </p:cNvPr>
          <p:cNvSpPr/>
          <p:nvPr/>
        </p:nvSpPr>
        <p:spPr>
          <a:xfrm>
            <a:off x="2893092" y="165118"/>
            <a:ext cx="1371600" cy="365760"/>
          </a:xfrm>
          <a:prstGeom prst="roundRect">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dirty="0">
                <a:cs typeface="Calibri"/>
              </a:rPr>
              <a:t>Case 4</a:t>
            </a:r>
            <a:endParaRPr lang="en-US" dirty="0"/>
          </a:p>
        </p:txBody>
      </p:sp>
      <p:sp>
        <p:nvSpPr>
          <p:cNvPr id="34" name="Case 5 - diagnsosi?">
            <a:extLst>
              <a:ext uri="{FF2B5EF4-FFF2-40B4-BE49-F238E27FC236}">
                <a16:creationId xmlns:a16="http://schemas.microsoft.com/office/drawing/2014/main" id="{59E2CC23-7EB5-49A0-960A-CD155A9F001D}"/>
              </a:ext>
            </a:extLst>
          </p:cNvPr>
          <p:cNvSpPr/>
          <p:nvPr/>
        </p:nvSpPr>
        <p:spPr>
          <a:xfrm>
            <a:off x="5628623" y="3315762"/>
            <a:ext cx="3200400" cy="365760"/>
          </a:xfrm>
          <a:prstGeom prst="roundRect">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sz="1600" dirty="0">
                <a:cs typeface="Calibri"/>
              </a:rPr>
              <a:t>Diagnosis?</a:t>
            </a:r>
            <a:endParaRPr lang="en-US" sz="1600" dirty="0"/>
          </a:p>
        </p:txBody>
      </p:sp>
      <p:sp>
        <p:nvSpPr>
          <p:cNvPr id="95" name="Case 4 - hx and exam?">
            <a:extLst>
              <a:ext uri="{FF2B5EF4-FFF2-40B4-BE49-F238E27FC236}">
                <a16:creationId xmlns:a16="http://schemas.microsoft.com/office/drawing/2014/main" id="{DCC68F45-F2F1-460F-8648-58F4EB6C6CB2}"/>
              </a:ext>
            </a:extLst>
          </p:cNvPr>
          <p:cNvSpPr/>
          <p:nvPr/>
        </p:nvSpPr>
        <p:spPr>
          <a:xfrm>
            <a:off x="1840737" y="1961250"/>
            <a:ext cx="3474720" cy="365760"/>
          </a:xfrm>
          <a:prstGeom prst="roundRect">
            <a:avLst>
              <a:gd name="adj" fmla="val 13268"/>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sz="1600" dirty="0">
                <a:cs typeface="Calibri"/>
              </a:rPr>
              <a:t>Additional history and exam?</a:t>
            </a:r>
            <a:endParaRPr lang="en-US" sz="1600" dirty="0"/>
          </a:p>
        </p:txBody>
      </p:sp>
      <p:sp>
        <p:nvSpPr>
          <p:cNvPr id="96" name="case 3 hx and exam text">
            <a:extLst>
              <a:ext uri="{FF2B5EF4-FFF2-40B4-BE49-F238E27FC236}">
                <a16:creationId xmlns:a16="http://schemas.microsoft.com/office/drawing/2014/main" id="{CD3929CC-98C7-4BA6-B690-005F36FFDC6B}"/>
              </a:ext>
            </a:extLst>
          </p:cNvPr>
          <p:cNvSpPr txBox="1"/>
          <p:nvPr/>
        </p:nvSpPr>
        <p:spPr>
          <a:xfrm>
            <a:off x="1865643" y="2392428"/>
            <a:ext cx="3400275" cy="1077218"/>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cs typeface="Calibri"/>
              </a:rPr>
              <a:t>Reports headache. Denies blurry vision, chest pain, SOB, numbness/ weakness, or confusion. No focal neurologic deficits on exam. </a:t>
            </a:r>
          </a:p>
        </p:txBody>
      </p:sp>
      <p:sp>
        <p:nvSpPr>
          <p:cNvPr id="46" name="Case 5 - meds to avoid?">
            <a:extLst>
              <a:ext uri="{FF2B5EF4-FFF2-40B4-BE49-F238E27FC236}">
                <a16:creationId xmlns:a16="http://schemas.microsoft.com/office/drawing/2014/main" id="{D76F6815-A902-44A7-97B5-6245559EEBB8}"/>
              </a:ext>
            </a:extLst>
          </p:cNvPr>
          <p:cNvSpPr/>
          <p:nvPr/>
        </p:nvSpPr>
        <p:spPr>
          <a:xfrm>
            <a:off x="5628623" y="5487120"/>
            <a:ext cx="3200400" cy="365760"/>
          </a:xfrm>
          <a:prstGeom prst="roundRect">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sz="1600" dirty="0">
                <a:cs typeface="Calibri"/>
              </a:rPr>
              <a:t>Medications to avoid?</a:t>
            </a:r>
            <a:endParaRPr lang="en-US" sz="1600" dirty="0"/>
          </a:p>
        </p:txBody>
      </p:sp>
      <p:sp>
        <p:nvSpPr>
          <p:cNvPr id="64" name="case 5 - meds to avoid text">
            <a:extLst>
              <a:ext uri="{FF2B5EF4-FFF2-40B4-BE49-F238E27FC236}">
                <a16:creationId xmlns:a16="http://schemas.microsoft.com/office/drawing/2014/main" id="{B51E1E88-2F5F-4402-8B14-272F237AE5D7}"/>
              </a:ext>
            </a:extLst>
          </p:cNvPr>
          <p:cNvSpPr txBox="1"/>
          <p:nvPr/>
        </p:nvSpPr>
        <p:spPr>
          <a:xfrm rot="-10800000" flipV="1">
            <a:off x="5620717" y="5896718"/>
            <a:ext cx="3293243" cy="83099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ea typeface="+mn-lt"/>
                <a:cs typeface="+mn-lt"/>
              </a:rPr>
              <a:t>Avoid </a:t>
            </a:r>
            <a:r>
              <a:rPr lang="el-GR" sz="1600" dirty="0">
                <a:ea typeface="+mn-lt"/>
                <a:cs typeface="+mn-lt"/>
              </a:rPr>
              <a:t>β</a:t>
            </a:r>
            <a:r>
              <a:rPr lang="en-US" sz="1600" dirty="0">
                <a:ea typeface="+mn-lt"/>
                <a:cs typeface="+mn-lt"/>
              </a:rPr>
              <a:t>-blockers as the initial therapy as this can lead to unopposed </a:t>
            </a:r>
            <a:r>
              <a:rPr lang="el-GR" sz="1600" dirty="0">
                <a:ea typeface="+mn-lt"/>
                <a:cs typeface="+mn-lt"/>
              </a:rPr>
              <a:t>α</a:t>
            </a:r>
            <a:r>
              <a:rPr lang="en-US" sz="1600" dirty="0">
                <a:ea typeface="+mn-lt"/>
                <a:cs typeface="+mn-lt"/>
              </a:rPr>
              <a:t>-adrenergic activity. </a:t>
            </a:r>
          </a:p>
        </p:txBody>
      </p:sp>
      <p:sp>
        <p:nvSpPr>
          <p:cNvPr id="48" name="Case 6 - labs/imaging?">
            <a:extLst>
              <a:ext uri="{FF2B5EF4-FFF2-40B4-BE49-F238E27FC236}">
                <a16:creationId xmlns:a16="http://schemas.microsoft.com/office/drawing/2014/main" id="{081E9B40-9EC1-44CB-A4A7-E763EA4F959D}"/>
              </a:ext>
            </a:extLst>
          </p:cNvPr>
          <p:cNvSpPr/>
          <p:nvPr/>
        </p:nvSpPr>
        <p:spPr>
          <a:xfrm>
            <a:off x="9163284" y="1537419"/>
            <a:ext cx="2834640" cy="365760"/>
          </a:xfrm>
          <a:prstGeom prst="roundRect">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cs typeface="Calibri"/>
              </a:rPr>
              <a:t>Labs/Imaging?</a:t>
            </a:r>
            <a:endParaRPr lang="en-US" sz="1600" dirty="0"/>
          </a:p>
        </p:txBody>
      </p:sp>
      <p:sp>
        <p:nvSpPr>
          <p:cNvPr id="49" name="Case 6 - diagnoses?">
            <a:extLst>
              <a:ext uri="{FF2B5EF4-FFF2-40B4-BE49-F238E27FC236}">
                <a16:creationId xmlns:a16="http://schemas.microsoft.com/office/drawing/2014/main" id="{3F77855D-BD56-4369-B423-BA59740FBA18}"/>
              </a:ext>
            </a:extLst>
          </p:cNvPr>
          <p:cNvSpPr/>
          <p:nvPr/>
        </p:nvSpPr>
        <p:spPr>
          <a:xfrm>
            <a:off x="9166490" y="2848195"/>
            <a:ext cx="2834640" cy="365760"/>
          </a:xfrm>
          <a:prstGeom prst="roundRect">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sz="1600" dirty="0">
                <a:cs typeface="Calibri"/>
              </a:rPr>
              <a:t>Diagnosis?</a:t>
            </a:r>
            <a:endParaRPr lang="en-US" sz="1600" dirty="0"/>
          </a:p>
        </p:txBody>
      </p:sp>
      <p:sp>
        <p:nvSpPr>
          <p:cNvPr id="53" name="Case 6 - tx and BP goal?">
            <a:extLst>
              <a:ext uri="{FF2B5EF4-FFF2-40B4-BE49-F238E27FC236}">
                <a16:creationId xmlns:a16="http://schemas.microsoft.com/office/drawing/2014/main" id="{5AC4E42E-D866-4F21-800B-72EFF1BBEBB9}"/>
              </a:ext>
            </a:extLst>
          </p:cNvPr>
          <p:cNvSpPr/>
          <p:nvPr/>
        </p:nvSpPr>
        <p:spPr>
          <a:xfrm>
            <a:off x="9179779" y="3923387"/>
            <a:ext cx="2834640" cy="365760"/>
          </a:xfrm>
          <a:prstGeom prst="roundRect">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sz="1600" dirty="0">
                <a:cs typeface="Calibri"/>
              </a:rPr>
              <a:t>Treatment and BP goal?</a:t>
            </a:r>
          </a:p>
        </p:txBody>
      </p:sp>
      <p:sp>
        <p:nvSpPr>
          <p:cNvPr id="54" name="case 6 presentation text">
            <a:extLst>
              <a:ext uri="{FF2B5EF4-FFF2-40B4-BE49-F238E27FC236}">
                <a16:creationId xmlns:a16="http://schemas.microsoft.com/office/drawing/2014/main" id="{E1B7BAE5-462E-45F3-B6CB-0886849C1272}"/>
              </a:ext>
            </a:extLst>
          </p:cNvPr>
          <p:cNvSpPr txBox="1"/>
          <p:nvPr/>
        </p:nvSpPr>
        <p:spPr>
          <a:xfrm>
            <a:off x="9124038" y="601780"/>
            <a:ext cx="289894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ea typeface="+mn-lt"/>
                <a:cs typeface="+mn-lt"/>
              </a:rPr>
              <a:t>51 yo presents with malaise and decreased urine output. BP is 197/103.</a:t>
            </a:r>
            <a:endParaRPr lang="en-US" sz="1600" dirty="0"/>
          </a:p>
        </p:txBody>
      </p:sp>
      <p:sp>
        <p:nvSpPr>
          <p:cNvPr id="55" name="case 6 labs/imaging text">
            <a:extLst>
              <a:ext uri="{FF2B5EF4-FFF2-40B4-BE49-F238E27FC236}">
                <a16:creationId xmlns:a16="http://schemas.microsoft.com/office/drawing/2014/main" id="{B7B23454-B328-4310-9531-B07C8BB916A6}"/>
              </a:ext>
            </a:extLst>
          </p:cNvPr>
          <p:cNvSpPr txBox="1"/>
          <p:nvPr/>
        </p:nvSpPr>
        <p:spPr>
          <a:xfrm>
            <a:off x="9199151" y="1969309"/>
            <a:ext cx="2817498" cy="83099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11125" indent="-111125"/>
            <a:r>
              <a:rPr lang="en-US" sz="1600" dirty="0">
                <a:cs typeface="Calibri"/>
              </a:rPr>
              <a:t>BMP: K 5.6, HCO3 17, Cr 6.7</a:t>
            </a:r>
          </a:p>
          <a:p>
            <a:pPr marL="111125" indent="-111125"/>
            <a:r>
              <a:rPr lang="en-US" sz="1600" dirty="0">
                <a:cs typeface="Calibri"/>
              </a:rPr>
              <a:t>Renal US: no hydronephrosis or obstruction</a:t>
            </a:r>
          </a:p>
        </p:txBody>
      </p:sp>
      <p:sp>
        <p:nvSpPr>
          <p:cNvPr id="56" name="case 6 diagnosis text">
            <a:extLst>
              <a:ext uri="{FF2B5EF4-FFF2-40B4-BE49-F238E27FC236}">
                <a16:creationId xmlns:a16="http://schemas.microsoft.com/office/drawing/2014/main" id="{DC877993-D1D0-40B8-993B-42B66ADCFBE3}"/>
              </a:ext>
            </a:extLst>
          </p:cNvPr>
          <p:cNvSpPr txBox="1"/>
          <p:nvPr/>
        </p:nvSpPr>
        <p:spPr>
          <a:xfrm>
            <a:off x="9138700" y="3268582"/>
            <a:ext cx="2817498"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t>HTN emergency with acute renal failure</a:t>
            </a:r>
          </a:p>
        </p:txBody>
      </p:sp>
      <p:sp>
        <p:nvSpPr>
          <p:cNvPr id="57" name="case 6 treatment text">
            <a:extLst>
              <a:ext uri="{FF2B5EF4-FFF2-40B4-BE49-F238E27FC236}">
                <a16:creationId xmlns:a16="http://schemas.microsoft.com/office/drawing/2014/main" id="{1D7F40BF-6813-452A-A808-C1452AC35ABB}"/>
              </a:ext>
            </a:extLst>
          </p:cNvPr>
          <p:cNvSpPr txBox="1"/>
          <p:nvPr/>
        </p:nvSpPr>
        <p:spPr>
          <a:xfrm rot="-10800000" flipV="1">
            <a:off x="9215373" y="4351068"/>
            <a:ext cx="2807631"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dirty="0">
                <a:ea typeface="+mn-lt"/>
                <a:cs typeface="+mn-lt"/>
              </a:rPr>
              <a:t>Nicardipine </a:t>
            </a:r>
            <a:r>
              <a:rPr lang="en-US" sz="1600" dirty="0">
                <a:ea typeface="+mn-lt"/>
                <a:cs typeface="+mn-lt"/>
              </a:rPr>
              <a:t>or</a:t>
            </a:r>
            <a:r>
              <a:rPr lang="en-US" sz="1600" b="1" dirty="0">
                <a:ea typeface="+mn-lt"/>
                <a:cs typeface="+mn-lt"/>
              </a:rPr>
              <a:t> </a:t>
            </a:r>
            <a:r>
              <a:rPr lang="en-US" sz="1600" b="1" dirty="0" err="1">
                <a:ea typeface="+mn-lt"/>
                <a:cs typeface="+mn-lt"/>
              </a:rPr>
              <a:t>fenoldopam</a:t>
            </a:r>
            <a:endParaRPr lang="en-US" sz="1600" b="1" dirty="0">
              <a:ea typeface="+mn-lt"/>
              <a:cs typeface="+mn-lt"/>
            </a:endParaRPr>
          </a:p>
          <a:p>
            <a:pPr algn="ctr"/>
            <a:r>
              <a:rPr lang="en-US" sz="1600" b="1" dirty="0">
                <a:ea typeface="+mn-lt"/>
                <a:cs typeface="+mn-lt"/>
              </a:rPr>
              <a:t>↓ BP 25% in first 1hr</a:t>
            </a:r>
            <a:r>
              <a:rPr lang="en-US" sz="1600" dirty="0">
                <a:ea typeface="+mn-lt"/>
                <a:cs typeface="+mn-lt"/>
              </a:rPr>
              <a:t>.</a:t>
            </a:r>
          </a:p>
        </p:txBody>
      </p:sp>
      <p:sp>
        <p:nvSpPr>
          <p:cNvPr id="58" name="Case 6 button">
            <a:extLst>
              <a:ext uri="{FF2B5EF4-FFF2-40B4-BE49-F238E27FC236}">
                <a16:creationId xmlns:a16="http://schemas.microsoft.com/office/drawing/2014/main" id="{7358BDA2-D195-4475-A1ED-62CB3BDA4726}"/>
              </a:ext>
            </a:extLst>
          </p:cNvPr>
          <p:cNvSpPr/>
          <p:nvPr/>
        </p:nvSpPr>
        <p:spPr>
          <a:xfrm>
            <a:off x="9755685" y="165118"/>
            <a:ext cx="1371600" cy="365760"/>
          </a:xfrm>
          <a:prstGeom prst="roundRect">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dirty="0">
                <a:cs typeface="Calibri"/>
              </a:rPr>
              <a:t>Case 6</a:t>
            </a:r>
            <a:endParaRPr lang="en-US" dirty="0"/>
          </a:p>
        </p:txBody>
      </p:sp>
      <p:sp>
        <p:nvSpPr>
          <p:cNvPr id="59" name="Case 4 - treatment?">
            <a:extLst>
              <a:ext uri="{FF2B5EF4-FFF2-40B4-BE49-F238E27FC236}">
                <a16:creationId xmlns:a16="http://schemas.microsoft.com/office/drawing/2014/main" id="{928B4E30-A8DC-4B3D-A6EE-CF0279A89A6E}"/>
              </a:ext>
            </a:extLst>
          </p:cNvPr>
          <p:cNvSpPr/>
          <p:nvPr/>
        </p:nvSpPr>
        <p:spPr>
          <a:xfrm>
            <a:off x="834897" y="5703557"/>
            <a:ext cx="4480560" cy="365760"/>
          </a:xfrm>
          <a:prstGeom prst="roundRect">
            <a:avLst/>
          </a:prstGeom>
          <a:ln w="38100">
            <a:solidFill>
              <a:schemeClr val="accent5"/>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en-US" sz="1600" dirty="0">
                <a:cs typeface="Calibri"/>
              </a:rPr>
              <a:t>Treatment?</a:t>
            </a:r>
            <a:endParaRPr lang="en-US" sz="1600" dirty="0"/>
          </a:p>
        </p:txBody>
      </p:sp>
      <p:sp>
        <p:nvSpPr>
          <p:cNvPr id="60" name="Case 4 - treatment text">
            <a:extLst>
              <a:ext uri="{FF2B5EF4-FFF2-40B4-BE49-F238E27FC236}">
                <a16:creationId xmlns:a16="http://schemas.microsoft.com/office/drawing/2014/main" id="{1213F496-398D-4068-84F0-D8D5CF36EFF8}"/>
              </a:ext>
            </a:extLst>
          </p:cNvPr>
          <p:cNvSpPr txBox="1"/>
          <p:nvPr/>
        </p:nvSpPr>
        <p:spPr>
          <a:xfrm>
            <a:off x="862935" y="6108469"/>
            <a:ext cx="4455410" cy="58477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t>Control nausea. Restart home meds to ↓ BP over days.   </a:t>
            </a:r>
          </a:p>
        </p:txBody>
      </p:sp>
      <p:pic>
        <p:nvPicPr>
          <p:cNvPr id="44" name="Graphic 43" descr="Cursor with solid fill">
            <a:extLst>
              <a:ext uri="{FF2B5EF4-FFF2-40B4-BE49-F238E27FC236}">
                <a16:creationId xmlns:a16="http://schemas.microsoft.com/office/drawing/2014/main" id="{1F48BB17-A414-4360-BC0A-B418E741FE1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52029" y="425428"/>
            <a:ext cx="301752" cy="301752"/>
          </a:xfrm>
          <a:prstGeom prst="rect">
            <a:avLst/>
          </a:prstGeom>
        </p:spPr>
      </p:pic>
      <p:pic>
        <p:nvPicPr>
          <p:cNvPr id="45" name="Graphic 44" descr="Cursor with solid fill">
            <a:extLst>
              <a:ext uri="{FF2B5EF4-FFF2-40B4-BE49-F238E27FC236}">
                <a16:creationId xmlns:a16="http://schemas.microsoft.com/office/drawing/2014/main" id="{D3750637-A58F-45CE-814D-82A604AC9A67}"/>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27351" y="425428"/>
            <a:ext cx="301752" cy="301752"/>
          </a:xfrm>
          <a:prstGeom prst="rect">
            <a:avLst/>
          </a:prstGeom>
        </p:spPr>
      </p:pic>
      <p:pic>
        <p:nvPicPr>
          <p:cNvPr id="47" name="Graphic 46" descr="Cursor with solid fill">
            <a:extLst>
              <a:ext uri="{FF2B5EF4-FFF2-40B4-BE49-F238E27FC236}">
                <a16:creationId xmlns:a16="http://schemas.microsoft.com/office/drawing/2014/main" id="{2D8B0308-B02C-4EAD-AD00-E8361CDC90A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014995" y="425428"/>
            <a:ext cx="301752" cy="301752"/>
          </a:xfrm>
          <a:prstGeom prst="rect">
            <a:avLst/>
          </a:prstGeom>
        </p:spPr>
      </p:pic>
      <p:pic>
        <p:nvPicPr>
          <p:cNvPr id="50" name="Graphic 49" descr="Cursor with solid fill">
            <a:extLst>
              <a:ext uri="{FF2B5EF4-FFF2-40B4-BE49-F238E27FC236}">
                <a16:creationId xmlns:a16="http://schemas.microsoft.com/office/drawing/2014/main" id="{89F1115A-E8D9-4707-8844-73F4B1CCA1C3}"/>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02457" y="2298020"/>
            <a:ext cx="301752" cy="301752"/>
          </a:xfrm>
          <a:prstGeom prst="rect">
            <a:avLst/>
          </a:prstGeom>
        </p:spPr>
      </p:pic>
      <p:pic>
        <p:nvPicPr>
          <p:cNvPr id="61" name="Graphic 60" descr="Cursor with solid fill">
            <a:extLst>
              <a:ext uri="{FF2B5EF4-FFF2-40B4-BE49-F238E27FC236}">
                <a16:creationId xmlns:a16="http://schemas.microsoft.com/office/drawing/2014/main" id="{1E5FA79C-24DA-4816-B5DB-93181D4444CA}"/>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02457" y="3852417"/>
            <a:ext cx="301752" cy="301752"/>
          </a:xfrm>
          <a:prstGeom prst="rect">
            <a:avLst/>
          </a:prstGeom>
        </p:spPr>
      </p:pic>
      <p:pic>
        <p:nvPicPr>
          <p:cNvPr id="62" name="Graphic 61" descr="Cursor with solid fill">
            <a:extLst>
              <a:ext uri="{FF2B5EF4-FFF2-40B4-BE49-F238E27FC236}">
                <a16:creationId xmlns:a16="http://schemas.microsoft.com/office/drawing/2014/main" id="{651CF7E5-F643-4308-B8AB-8D2673AB598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02457" y="5104757"/>
            <a:ext cx="301752" cy="301752"/>
          </a:xfrm>
          <a:prstGeom prst="rect">
            <a:avLst/>
          </a:prstGeom>
        </p:spPr>
      </p:pic>
      <p:pic>
        <p:nvPicPr>
          <p:cNvPr id="63" name="Graphic 62" descr="Cursor with solid fill">
            <a:extLst>
              <a:ext uri="{FF2B5EF4-FFF2-40B4-BE49-F238E27FC236}">
                <a16:creationId xmlns:a16="http://schemas.microsoft.com/office/drawing/2014/main" id="{238CAEDC-E5BC-4F97-8BE9-CB7CADE28E62}"/>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02457" y="5976472"/>
            <a:ext cx="301752" cy="301752"/>
          </a:xfrm>
          <a:prstGeom prst="rect">
            <a:avLst/>
          </a:prstGeom>
        </p:spPr>
      </p:pic>
      <p:sp>
        <p:nvSpPr>
          <p:cNvPr id="2" name="Case 5 - diagnosis txt">
            <a:extLst>
              <a:ext uri="{FF2B5EF4-FFF2-40B4-BE49-F238E27FC236}">
                <a16:creationId xmlns:a16="http://schemas.microsoft.com/office/drawing/2014/main" id="{D649E47A-7B70-4794-91F3-6E9DFD9631B0}"/>
              </a:ext>
            </a:extLst>
          </p:cNvPr>
          <p:cNvSpPr/>
          <p:nvPr/>
        </p:nvSpPr>
        <p:spPr>
          <a:xfrm>
            <a:off x="5644970" y="3719293"/>
            <a:ext cx="3200400" cy="394015"/>
          </a:xfrm>
          <a:prstGeom prst="rect">
            <a:avLst/>
          </a:prstGeom>
          <a:noFill/>
          <a:ln>
            <a:no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1600" dirty="0"/>
              <a:t>Pheochromocytoma crisis</a:t>
            </a:r>
          </a:p>
        </p:txBody>
      </p:sp>
      <p:pic>
        <p:nvPicPr>
          <p:cNvPr id="65" name="Graphic 64" descr="Cursor with solid fill">
            <a:extLst>
              <a:ext uri="{FF2B5EF4-FFF2-40B4-BE49-F238E27FC236}">
                <a16:creationId xmlns:a16="http://schemas.microsoft.com/office/drawing/2014/main" id="{AC0A5BCA-8FFA-48C7-BA51-234B37C91161}"/>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27355" y="1977802"/>
            <a:ext cx="301752" cy="301752"/>
          </a:xfrm>
          <a:prstGeom prst="rect">
            <a:avLst/>
          </a:prstGeom>
        </p:spPr>
      </p:pic>
      <p:pic>
        <p:nvPicPr>
          <p:cNvPr id="66" name="Graphic 65" descr="Cursor with solid fill">
            <a:extLst>
              <a:ext uri="{FF2B5EF4-FFF2-40B4-BE49-F238E27FC236}">
                <a16:creationId xmlns:a16="http://schemas.microsoft.com/office/drawing/2014/main" id="{DED2ABD7-CF82-4B3B-9553-7F3D4A360255}"/>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27355" y="3573999"/>
            <a:ext cx="301752" cy="301752"/>
          </a:xfrm>
          <a:prstGeom prst="rect">
            <a:avLst/>
          </a:prstGeom>
        </p:spPr>
      </p:pic>
      <p:pic>
        <p:nvPicPr>
          <p:cNvPr id="67" name="Graphic 66" descr="Cursor with solid fill">
            <a:extLst>
              <a:ext uri="{FF2B5EF4-FFF2-40B4-BE49-F238E27FC236}">
                <a16:creationId xmlns:a16="http://schemas.microsoft.com/office/drawing/2014/main" id="{696F7D99-24EA-4E24-BBFC-C4D986EA75F3}"/>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27355" y="4418337"/>
            <a:ext cx="301752" cy="301752"/>
          </a:xfrm>
          <a:prstGeom prst="rect">
            <a:avLst/>
          </a:prstGeom>
        </p:spPr>
      </p:pic>
      <p:pic>
        <p:nvPicPr>
          <p:cNvPr id="68" name="Graphic 67" descr="Cursor with solid fill">
            <a:extLst>
              <a:ext uri="{FF2B5EF4-FFF2-40B4-BE49-F238E27FC236}">
                <a16:creationId xmlns:a16="http://schemas.microsoft.com/office/drawing/2014/main" id="{97ED3D8F-AFD2-461A-B82B-0D23C8C9103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27355" y="5689983"/>
            <a:ext cx="301752" cy="301752"/>
          </a:xfrm>
          <a:prstGeom prst="rect">
            <a:avLst/>
          </a:prstGeom>
        </p:spPr>
      </p:pic>
      <p:pic>
        <p:nvPicPr>
          <p:cNvPr id="74" name="Graphic 73" descr="Cursor with solid fill">
            <a:extLst>
              <a:ext uri="{FF2B5EF4-FFF2-40B4-BE49-F238E27FC236}">
                <a16:creationId xmlns:a16="http://schemas.microsoft.com/office/drawing/2014/main" id="{1E0CD74F-E5CA-4F9D-9736-7B8326EEC112}"/>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65806" y="1787478"/>
            <a:ext cx="301752" cy="301752"/>
          </a:xfrm>
          <a:prstGeom prst="rect">
            <a:avLst/>
          </a:prstGeom>
        </p:spPr>
      </p:pic>
      <p:pic>
        <p:nvPicPr>
          <p:cNvPr id="77" name="Graphic 76" descr="Cursor with solid fill">
            <a:extLst>
              <a:ext uri="{FF2B5EF4-FFF2-40B4-BE49-F238E27FC236}">
                <a16:creationId xmlns:a16="http://schemas.microsoft.com/office/drawing/2014/main" id="{B3BFA7C3-C100-41AC-9897-87C8EF66EF84}"/>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65806" y="3084604"/>
            <a:ext cx="301752" cy="301752"/>
          </a:xfrm>
          <a:prstGeom prst="rect">
            <a:avLst/>
          </a:prstGeom>
        </p:spPr>
      </p:pic>
      <p:pic>
        <p:nvPicPr>
          <p:cNvPr id="79" name="Graphic 78" descr="Cursor with solid fill">
            <a:extLst>
              <a:ext uri="{FF2B5EF4-FFF2-40B4-BE49-F238E27FC236}">
                <a16:creationId xmlns:a16="http://schemas.microsoft.com/office/drawing/2014/main" id="{6327D182-F557-47CB-B1A2-171D10DBD77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65806" y="4172895"/>
            <a:ext cx="301752" cy="301752"/>
          </a:xfrm>
          <a:prstGeom prst="rect">
            <a:avLst/>
          </a:prstGeom>
        </p:spPr>
      </p:pic>
      <p:cxnSp>
        <p:nvCxnSpPr>
          <p:cNvPr id="80" name="Connector: Elbow 79">
            <a:extLst>
              <a:ext uri="{FF2B5EF4-FFF2-40B4-BE49-F238E27FC236}">
                <a16:creationId xmlns:a16="http://schemas.microsoft.com/office/drawing/2014/main" id="{39B2533E-D070-45ED-BA5E-A7EB45EB8BDD}"/>
              </a:ext>
            </a:extLst>
          </p:cNvPr>
          <p:cNvCxnSpPr>
            <a:cxnSpLocks/>
            <a:endCxn id="82" idx="1"/>
          </p:cNvCxnSpPr>
          <p:nvPr/>
        </p:nvCxnSpPr>
        <p:spPr>
          <a:xfrm rot="16200000" flipH="1">
            <a:off x="196479" y="2408224"/>
            <a:ext cx="416780" cy="24445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82" name="Cases">
            <a:hlinkClick r:id="rId5" action="ppaction://hlinksldjump"/>
            <a:extLst>
              <a:ext uri="{FF2B5EF4-FFF2-40B4-BE49-F238E27FC236}">
                <a16:creationId xmlns:a16="http://schemas.microsoft.com/office/drawing/2014/main" id="{84004D9C-B5D8-473E-BB85-14EA98C528B0}"/>
              </a:ext>
            </a:extLst>
          </p:cNvPr>
          <p:cNvSpPr txBox="1"/>
          <p:nvPr/>
        </p:nvSpPr>
        <p:spPr>
          <a:xfrm>
            <a:off x="527096" y="2534529"/>
            <a:ext cx="1013525"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US" dirty="0">
                <a:solidFill>
                  <a:schemeClr val="tx1"/>
                </a:solidFill>
              </a:rPr>
              <a:t>1-3</a:t>
            </a:r>
          </a:p>
        </p:txBody>
      </p:sp>
      <p:cxnSp>
        <p:nvCxnSpPr>
          <p:cNvPr id="83" name="Connector: Elbow 82">
            <a:extLst>
              <a:ext uri="{FF2B5EF4-FFF2-40B4-BE49-F238E27FC236}">
                <a16:creationId xmlns:a16="http://schemas.microsoft.com/office/drawing/2014/main" id="{F1ADA740-8AFA-4C23-94ED-E6EB430B022E}"/>
              </a:ext>
            </a:extLst>
          </p:cNvPr>
          <p:cNvCxnSpPr>
            <a:cxnSpLocks/>
            <a:endCxn id="84" idx="1"/>
          </p:cNvCxnSpPr>
          <p:nvPr/>
        </p:nvCxnSpPr>
        <p:spPr>
          <a:xfrm rot="16200000" flipH="1">
            <a:off x="85831" y="2914147"/>
            <a:ext cx="638076" cy="24445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84" name="Cases">
            <a:hlinkClick r:id="rId6" action="ppaction://hlinksldjump"/>
            <a:extLst>
              <a:ext uri="{FF2B5EF4-FFF2-40B4-BE49-F238E27FC236}">
                <a16:creationId xmlns:a16="http://schemas.microsoft.com/office/drawing/2014/main" id="{F777AF40-0730-4718-A5FA-3FF5F356544F}"/>
              </a:ext>
            </a:extLst>
          </p:cNvPr>
          <p:cNvSpPr txBox="1"/>
          <p:nvPr/>
        </p:nvSpPr>
        <p:spPr>
          <a:xfrm>
            <a:off x="527096" y="3151100"/>
            <a:ext cx="1013525" cy="408623"/>
          </a:xfrm>
          <a:prstGeom prst="roundRect">
            <a:avLst/>
          </a:prstGeom>
          <a:solidFill>
            <a:schemeClr val="tx1"/>
          </a:solidFill>
          <a:ln w="38100">
            <a:solidFill>
              <a:schemeClr val="tx1"/>
            </a:solid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4-6</a:t>
            </a:r>
          </a:p>
        </p:txBody>
      </p:sp>
      <p:pic>
        <p:nvPicPr>
          <p:cNvPr id="85" name="Graphic 84" descr="Cursor with solid fill">
            <a:extLst>
              <a:ext uri="{FF2B5EF4-FFF2-40B4-BE49-F238E27FC236}">
                <a16:creationId xmlns:a16="http://schemas.microsoft.com/office/drawing/2014/main" id="{82D5A93F-FC06-48B2-9D9A-8E45F3A19C89}"/>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89745" y="2792276"/>
            <a:ext cx="301752" cy="301752"/>
          </a:xfrm>
          <a:prstGeom prst="rect">
            <a:avLst/>
          </a:prstGeom>
        </p:spPr>
      </p:pic>
      <p:sp>
        <p:nvSpPr>
          <p:cNvPr id="86" name="Question 2">
            <a:hlinkClick r:id="rId7" action="ppaction://hlinksldjump"/>
            <a:extLst>
              <a:ext uri="{FF2B5EF4-FFF2-40B4-BE49-F238E27FC236}">
                <a16:creationId xmlns:a16="http://schemas.microsoft.com/office/drawing/2014/main" id="{10F806DA-3E5E-450B-B961-539B221F544C}"/>
              </a:ext>
            </a:extLst>
          </p:cNvPr>
          <p:cNvSpPr txBox="1"/>
          <p:nvPr/>
        </p:nvSpPr>
        <p:spPr>
          <a:xfrm>
            <a:off x="169021" y="743081"/>
            <a:ext cx="137160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solidFill>
                  <a:sysClr val="windowText" lastClr="000000"/>
                </a:solidFill>
              </a:rPr>
              <a:t>Tx Goals</a:t>
            </a:r>
          </a:p>
        </p:txBody>
      </p:sp>
      <p:pic>
        <p:nvPicPr>
          <p:cNvPr id="87" name="Graphic 86" descr="Cursor with solid fill">
            <a:extLst>
              <a:ext uri="{FF2B5EF4-FFF2-40B4-BE49-F238E27FC236}">
                <a16:creationId xmlns:a16="http://schemas.microsoft.com/office/drawing/2014/main" id="{CE25692D-95F5-4EBC-BD83-F48C94CDC141}"/>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89745" y="983985"/>
            <a:ext cx="301752" cy="301752"/>
          </a:xfrm>
          <a:prstGeom prst="rect">
            <a:avLst/>
          </a:prstGeom>
        </p:spPr>
      </p:pic>
      <p:sp>
        <p:nvSpPr>
          <p:cNvPr id="89" name="question 3">
            <a:hlinkClick r:id="rId8" action="ppaction://hlinksldjump"/>
            <a:extLst>
              <a:ext uri="{FF2B5EF4-FFF2-40B4-BE49-F238E27FC236}">
                <a16:creationId xmlns:a16="http://schemas.microsoft.com/office/drawing/2014/main" id="{4D0E65E5-3810-43D9-B193-02DB145E9721}"/>
              </a:ext>
            </a:extLst>
          </p:cNvPr>
          <p:cNvSpPr txBox="1"/>
          <p:nvPr/>
        </p:nvSpPr>
        <p:spPr>
          <a:xfrm>
            <a:off x="169021" y="1354579"/>
            <a:ext cx="137160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solidFill>
                  <a:sysClr val="windowText" lastClr="000000"/>
                </a:solidFill>
              </a:rPr>
              <a:t>Medications</a:t>
            </a:r>
          </a:p>
        </p:txBody>
      </p:sp>
      <p:pic>
        <p:nvPicPr>
          <p:cNvPr id="90" name="Graphic 89" descr="Cursor with solid fill">
            <a:extLst>
              <a:ext uri="{FF2B5EF4-FFF2-40B4-BE49-F238E27FC236}">
                <a16:creationId xmlns:a16="http://schemas.microsoft.com/office/drawing/2014/main" id="{C3DB6BD0-47D8-4D73-98D6-EC496700A8F5}"/>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89745" y="1603571"/>
            <a:ext cx="301752" cy="301752"/>
          </a:xfrm>
          <a:prstGeom prst="rect">
            <a:avLst/>
          </a:prstGeom>
        </p:spPr>
      </p:pic>
      <p:sp>
        <p:nvSpPr>
          <p:cNvPr id="92" name="Cases">
            <a:hlinkClick r:id="rId5" action="ppaction://hlinksldjump"/>
            <a:extLst>
              <a:ext uri="{FF2B5EF4-FFF2-40B4-BE49-F238E27FC236}">
                <a16:creationId xmlns:a16="http://schemas.microsoft.com/office/drawing/2014/main" id="{0EE8B991-5406-48B1-8E65-B9D2EDE6369F}"/>
              </a:ext>
            </a:extLst>
          </p:cNvPr>
          <p:cNvSpPr txBox="1"/>
          <p:nvPr/>
        </p:nvSpPr>
        <p:spPr>
          <a:xfrm>
            <a:off x="169021" y="1959284"/>
            <a:ext cx="1371600" cy="408623"/>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wrap="square" rtlCol="0" anchor="ctr">
            <a:spAutoFit/>
          </a:bodyPr>
          <a:lstStyle/>
          <a:p>
            <a:pPr algn="ctr"/>
            <a:r>
              <a:rPr lang="en-US" dirty="0">
                <a:solidFill>
                  <a:schemeClr val="bg1"/>
                </a:solidFill>
              </a:rPr>
              <a:t>Cases</a:t>
            </a:r>
          </a:p>
        </p:txBody>
      </p:sp>
      <p:sp>
        <p:nvSpPr>
          <p:cNvPr id="93" name="question 1">
            <a:hlinkClick r:id="rId9" action="ppaction://hlinksldjump"/>
            <a:extLst>
              <a:ext uri="{FF2B5EF4-FFF2-40B4-BE49-F238E27FC236}">
                <a16:creationId xmlns:a16="http://schemas.microsoft.com/office/drawing/2014/main" id="{356E23B2-F40E-45CF-BE76-D0014AD2F8ED}"/>
              </a:ext>
            </a:extLst>
          </p:cNvPr>
          <p:cNvSpPr txBox="1"/>
          <p:nvPr/>
        </p:nvSpPr>
        <p:spPr>
          <a:xfrm>
            <a:off x="169021" y="151133"/>
            <a:ext cx="137160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solidFill>
                  <a:sysClr val="windowText" lastClr="000000"/>
                </a:solidFill>
              </a:rPr>
              <a:t>Definition</a:t>
            </a:r>
          </a:p>
        </p:txBody>
      </p:sp>
      <p:pic>
        <p:nvPicPr>
          <p:cNvPr id="94" name="Graphic 93" descr="Cursor with solid fill">
            <a:extLst>
              <a:ext uri="{FF2B5EF4-FFF2-40B4-BE49-F238E27FC236}">
                <a16:creationId xmlns:a16="http://schemas.microsoft.com/office/drawing/2014/main" id="{FEAED173-EB41-4183-9FC1-BF93879BB09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89745" y="420394"/>
            <a:ext cx="301752" cy="301752"/>
          </a:xfrm>
          <a:prstGeom prst="rect">
            <a:avLst/>
          </a:prstGeom>
        </p:spPr>
      </p:pic>
    </p:spTree>
    <p:extLst>
      <p:ext uri="{BB962C8B-B14F-4D97-AF65-F5344CB8AC3E}">
        <p14:creationId xmlns:p14="http://schemas.microsoft.com/office/powerpoint/2010/main" val="387838988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44"/>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6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9"/>
                                        </p:tgtEl>
                                        <p:attrNameLst>
                                          <p:attrName>style.visibility</p:attrName>
                                        </p:attrNameLst>
                                      </p:cBhvr>
                                      <p:to>
                                        <p:strVal val="visible"/>
                                      </p:to>
                                    </p:set>
                                  </p:childTnLst>
                                </p:cTn>
                              </p:par>
                            </p:childTnLst>
                          </p:cTn>
                        </p:par>
                      </p:childTnLst>
                    </p:cTn>
                  </p:par>
                </p:childTnLst>
              </p:cTn>
              <p:nextCondLst>
                <p:cond evt="onClick" delay="0">
                  <p:tgtEl>
                    <p:spTgt spid="40"/>
                  </p:tgtEl>
                </p:cond>
              </p:nextCondLst>
            </p:seq>
            <p:seq concurrent="1" nextAc="seek">
              <p:cTn id="25" restart="whenNotActive" fill="hold" evtFilter="cancelBubble" nodeType="interactiveSeq">
                <p:stCondLst>
                  <p:cond evt="onClick" delay="0">
                    <p:tgtEl>
                      <p:spTgt spid="95"/>
                    </p:tgtEl>
                  </p:cond>
                </p:stCondLst>
                <p:endSync evt="end" delay="0">
                  <p:rtn val="all"/>
                </p:endSync>
                <p:childTnLst>
                  <p:par>
                    <p:cTn id="26" fill="hold">
                      <p:stCondLst>
                        <p:cond delay="0"/>
                      </p:stCondLst>
                      <p:childTnLst>
                        <p:par>
                          <p:cTn id="27" fill="hold">
                            <p:stCondLst>
                              <p:cond delay="0"/>
                            </p:stCondLst>
                            <p:childTnLst>
                              <p:par>
                                <p:cTn id="28" presetID="1" presetClass="entr" presetSubtype="0" fill="hold" grpId="0" nodeType="withEffect">
                                  <p:stCondLst>
                                    <p:cond delay="0"/>
                                  </p:stCondLst>
                                  <p:childTnLst>
                                    <p:set>
                                      <p:cBhvr>
                                        <p:cTn id="29" dur="1" fill="hold">
                                          <p:stCondLst>
                                            <p:cond delay="0"/>
                                          </p:stCondLst>
                                        </p:cTn>
                                        <p:tgtEl>
                                          <p:spTgt spid="96"/>
                                        </p:tgtEl>
                                        <p:attrNameLst>
                                          <p:attrName>style.visibility</p:attrName>
                                        </p:attrNameLst>
                                      </p:cBhvr>
                                      <p:to>
                                        <p:strVal val="visible"/>
                                      </p:to>
                                    </p:set>
                                  </p:childTnLst>
                                </p:cTn>
                              </p:par>
                              <p:par>
                                <p:cTn id="30" presetID="1" presetClass="exit" presetSubtype="0" fill="hold" nodeType="withEffect">
                                  <p:stCondLst>
                                    <p:cond delay="0"/>
                                  </p:stCondLst>
                                  <p:childTnLst>
                                    <p:set>
                                      <p:cBhvr>
                                        <p:cTn id="31" dur="1" fill="hold">
                                          <p:stCondLst>
                                            <p:cond delay="0"/>
                                          </p:stCondLst>
                                        </p:cTn>
                                        <p:tgtEl>
                                          <p:spTgt spid="50"/>
                                        </p:tgtEl>
                                        <p:attrNameLst>
                                          <p:attrName>style.visibility</p:attrName>
                                        </p:attrNameLst>
                                      </p:cBhvr>
                                      <p:to>
                                        <p:strVal val="hidden"/>
                                      </p:to>
                                    </p:set>
                                  </p:childTnLst>
                                </p:cTn>
                              </p:par>
                            </p:childTnLst>
                          </p:cTn>
                        </p:par>
                      </p:childTnLst>
                    </p:cTn>
                  </p:par>
                </p:childTnLst>
              </p:cTn>
              <p:nextCondLst>
                <p:cond evt="onClick" delay="0">
                  <p:tgtEl>
                    <p:spTgt spid="95"/>
                  </p:tgtEl>
                </p:cond>
              </p:nextCondLst>
            </p:seq>
            <p:seq concurrent="1" nextAc="seek">
              <p:cTn id="32" restart="whenNotActive" fill="hold" evtFilter="cancelBubble" nodeType="interactiveSeq">
                <p:stCondLst>
                  <p:cond evt="onClick" delay="0">
                    <p:tgtEl>
                      <p:spTgt spid="33"/>
                    </p:tgtEl>
                  </p:cond>
                </p:stCondLst>
                <p:endSync evt="end" delay="0">
                  <p:rtn val="all"/>
                </p:endSync>
                <p:childTnLst>
                  <p:par>
                    <p:cTn id="33" fill="hold">
                      <p:stCondLst>
                        <p:cond delay="0"/>
                      </p:stCondLst>
                      <p:childTnLst>
                        <p:par>
                          <p:cTn id="34" fill="hold">
                            <p:stCondLst>
                              <p:cond delay="0"/>
                            </p:stCondLst>
                            <p:childTnLst>
                              <p:par>
                                <p:cTn id="35" presetID="1"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61"/>
                                        </p:tgtEl>
                                        <p:attrNameLst>
                                          <p:attrName>style.visibility</p:attrName>
                                        </p:attrNameLst>
                                      </p:cBhvr>
                                      <p:to>
                                        <p:strVal val="hidden"/>
                                      </p:to>
                                    </p:set>
                                  </p:childTnLst>
                                </p:cTn>
                              </p:par>
                            </p:childTnLst>
                          </p:cTn>
                        </p:par>
                      </p:childTnLst>
                    </p:cTn>
                  </p:par>
                </p:childTnLst>
              </p:cTn>
              <p:nextCondLst>
                <p:cond evt="onClick" delay="0">
                  <p:tgtEl>
                    <p:spTgt spid="33"/>
                  </p:tgtEl>
                </p:cond>
              </p:nextCondLst>
            </p:seq>
            <p:seq concurrent="1" nextAc="seek">
              <p:cTn id="39" restart="whenNotActive" fill="hold" evtFilter="cancelBubble" nodeType="interactiveSeq">
                <p:stCondLst>
                  <p:cond evt="onClick" delay="0">
                    <p:tgtEl>
                      <p:spTgt spid="35"/>
                    </p:tgtEl>
                  </p:cond>
                </p:stCondLst>
                <p:endSync evt="end" delay="0">
                  <p:rtn val="all"/>
                </p:endSync>
                <p:childTnLst>
                  <p:par>
                    <p:cTn id="40" fill="hold">
                      <p:stCondLst>
                        <p:cond delay="0"/>
                      </p:stCondLst>
                      <p:childTnLst>
                        <p:par>
                          <p:cTn id="41" fill="hold">
                            <p:stCondLst>
                              <p:cond delay="0"/>
                            </p:stCondLst>
                            <p:childTnLst>
                              <p:par>
                                <p:cTn id="42" presetID="1" presetClass="entr" presetSubtype="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childTnLst>
                                </p:cTn>
                              </p:par>
                              <p:par>
                                <p:cTn id="44" presetID="1" presetClass="exit" presetSubtype="0" fill="hold" nodeType="withEffect">
                                  <p:stCondLst>
                                    <p:cond delay="0"/>
                                  </p:stCondLst>
                                  <p:childTnLst>
                                    <p:set>
                                      <p:cBhvr>
                                        <p:cTn id="45" dur="1" fill="hold">
                                          <p:stCondLst>
                                            <p:cond delay="0"/>
                                          </p:stCondLst>
                                        </p:cTn>
                                        <p:tgtEl>
                                          <p:spTgt spid="62"/>
                                        </p:tgtEl>
                                        <p:attrNameLst>
                                          <p:attrName>style.visibility</p:attrName>
                                        </p:attrNameLst>
                                      </p:cBhvr>
                                      <p:to>
                                        <p:strVal val="hidden"/>
                                      </p:to>
                                    </p:set>
                                  </p:childTnLst>
                                </p:cTn>
                              </p:par>
                            </p:childTnLst>
                          </p:cTn>
                        </p:par>
                      </p:childTnLst>
                    </p:cTn>
                  </p:par>
                </p:childTnLst>
              </p:cTn>
              <p:nextCondLst>
                <p:cond evt="onClick" delay="0">
                  <p:tgtEl>
                    <p:spTgt spid="35"/>
                  </p:tgtEl>
                </p:cond>
              </p:nextCondLst>
            </p:seq>
            <p:seq concurrent="1" nextAc="seek">
              <p:cTn id="46" restart="whenNotActive" fill="hold" evtFilter="cancelBubble" nodeType="interactiveSeq">
                <p:stCondLst>
                  <p:cond evt="onClick" delay="0">
                    <p:tgtEl>
                      <p:spTgt spid="59"/>
                    </p:tgtEl>
                  </p:cond>
                </p:stCondLst>
                <p:endSync evt="end" delay="0">
                  <p:rtn val="all"/>
                </p:endSync>
                <p:childTnLst>
                  <p:par>
                    <p:cTn id="47" fill="hold">
                      <p:stCondLst>
                        <p:cond delay="0"/>
                      </p:stCondLst>
                      <p:childTnLst>
                        <p:par>
                          <p:cTn id="48" fill="hold">
                            <p:stCondLst>
                              <p:cond delay="0"/>
                            </p:stCondLst>
                            <p:childTnLst>
                              <p:par>
                                <p:cTn id="49" presetID="1" presetClass="entr" presetSubtype="0" fill="hold" grpId="0" nodeType="withEffect">
                                  <p:stCondLst>
                                    <p:cond delay="0"/>
                                  </p:stCondLst>
                                  <p:childTnLst>
                                    <p:set>
                                      <p:cBhvr>
                                        <p:cTn id="50" dur="1" fill="hold">
                                          <p:stCondLst>
                                            <p:cond delay="0"/>
                                          </p:stCondLst>
                                        </p:cTn>
                                        <p:tgtEl>
                                          <p:spTgt spid="60"/>
                                        </p:tgtEl>
                                        <p:attrNameLst>
                                          <p:attrName>style.visibility</p:attrName>
                                        </p:attrNameLst>
                                      </p:cBhvr>
                                      <p:to>
                                        <p:strVal val="visible"/>
                                      </p:to>
                                    </p:set>
                                  </p:childTnLst>
                                </p:cTn>
                              </p:par>
                              <p:par>
                                <p:cTn id="51" presetID="1" presetClass="exit" presetSubtype="0" fill="hold" nodeType="withEffect">
                                  <p:stCondLst>
                                    <p:cond delay="0"/>
                                  </p:stCondLst>
                                  <p:childTnLst>
                                    <p:set>
                                      <p:cBhvr>
                                        <p:cTn id="52" dur="1" fill="hold">
                                          <p:stCondLst>
                                            <p:cond delay="0"/>
                                          </p:stCondLst>
                                        </p:cTn>
                                        <p:tgtEl>
                                          <p:spTgt spid="63"/>
                                        </p:tgtEl>
                                        <p:attrNameLst>
                                          <p:attrName>style.visibility</p:attrName>
                                        </p:attrNameLst>
                                      </p:cBhvr>
                                      <p:to>
                                        <p:strVal val="hidden"/>
                                      </p:to>
                                    </p:set>
                                  </p:childTnLst>
                                </p:cTn>
                              </p:par>
                            </p:childTnLst>
                          </p:cTn>
                        </p:par>
                      </p:childTnLst>
                    </p:cTn>
                  </p:par>
                </p:childTnLst>
              </p:cTn>
              <p:nextCondLst>
                <p:cond evt="onClick" delay="0">
                  <p:tgtEl>
                    <p:spTgt spid="59"/>
                  </p:tgtEl>
                </p:cond>
              </p:nextCondLst>
            </p:seq>
            <p:seq concurrent="1" nextAc="seek">
              <p:cTn id="53" restart="whenNotActive" fill="hold" evtFilter="cancelBubble" nodeType="interactiveSeq">
                <p:stCondLst>
                  <p:cond evt="onClick" delay="0">
                    <p:tgtEl>
                      <p:spTgt spid="39"/>
                    </p:tgtEl>
                  </p:cond>
                </p:stCondLst>
                <p:endSync evt="end" delay="0">
                  <p:rtn val="all"/>
                </p:endSync>
                <p:childTnLst>
                  <p:par>
                    <p:cTn id="54" fill="hold">
                      <p:stCondLst>
                        <p:cond delay="0"/>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32"/>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36"/>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34"/>
                                        </p:tgtEl>
                                        <p:attrNameLst>
                                          <p:attrName>style.visibility</p:attrName>
                                        </p:attrNameLst>
                                      </p:cBhvr>
                                      <p:to>
                                        <p:strVal val="visible"/>
                                      </p:to>
                                    </p:set>
                                  </p:childTnLst>
                                </p:cTn>
                              </p:par>
                              <p:par>
                                <p:cTn id="62" presetID="1" presetClass="exit" presetSubtype="0" fill="hold" nodeType="withEffect">
                                  <p:stCondLst>
                                    <p:cond delay="0"/>
                                  </p:stCondLst>
                                  <p:childTnLst>
                                    <p:set>
                                      <p:cBhvr>
                                        <p:cTn id="63" dur="1" fill="hold">
                                          <p:stCondLst>
                                            <p:cond delay="0"/>
                                          </p:stCondLst>
                                        </p:cTn>
                                        <p:tgtEl>
                                          <p:spTgt spid="45"/>
                                        </p:tgtEl>
                                        <p:attrNameLst>
                                          <p:attrName>style.visibility</p:attrName>
                                        </p:attrNameLst>
                                      </p:cBhvr>
                                      <p:to>
                                        <p:strVal val="hidden"/>
                                      </p:to>
                                    </p:set>
                                  </p:childTnLst>
                                </p:cTn>
                              </p:par>
                              <p:par>
                                <p:cTn id="64" presetID="1" presetClass="entr" presetSubtype="0" fill="hold" nodeType="withEffect">
                                  <p:stCondLst>
                                    <p:cond delay="0"/>
                                  </p:stCondLst>
                                  <p:childTnLst>
                                    <p:set>
                                      <p:cBhvr>
                                        <p:cTn id="65" dur="1" fill="hold">
                                          <p:stCondLst>
                                            <p:cond delay="0"/>
                                          </p:stCondLst>
                                        </p:cTn>
                                        <p:tgtEl>
                                          <p:spTgt spid="65"/>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66"/>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67"/>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68"/>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51"/>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46"/>
                                        </p:tgtEl>
                                        <p:attrNameLst>
                                          <p:attrName>style.visibility</p:attrName>
                                        </p:attrNameLst>
                                      </p:cBhvr>
                                      <p:to>
                                        <p:strVal val="visible"/>
                                      </p:to>
                                    </p:set>
                                  </p:childTnLst>
                                </p:cTn>
                              </p:par>
                            </p:childTnLst>
                          </p:cTn>
                        </p:par>
                      </p:childTnLst>
                    </p:cTn>
                  </p:par>
                </p:childTnLst>
              </p:cTn>
              <p:nextCondLst>
                <p:cond evt="onClick" delay="0">
                  <p:tgtEl>
                    <p:spTgt spid="39"/>
                  </p:tgtEl>
                </p:cond>
              </p:nextCondLst>
            </p:seq>
            <p:seq concurrent="1" nextAc="seek">
              <p:cTn id="76" restart="whenNotActive" fill="hold" evtFilter="cancelBubble" nodeType="interactiveSeq">
                <p:stCondLst>
                  <p:cond evt="onClick" delay="0">
                    <p:tgtEl>
                      <p:spTgt spid="32"/>
                    </p:tgtEl>
                  </p:cond>
                </p:stCondLst>
                <p:endSync evt="end" delay="0">
                  <p:rtn val="all"/>
                </p:endSync>
                <p:childTnLst>
                  <p:par>
                    <p:cTn id="77" fill="hold">
                      <p:stCondLst>
                        <p:cond delay="0"/>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
                                        </p:tgtEl>
                                        <p:attrNameLst>
                                          <p:attrName>style.visibility</p:attrName>
                                        </p:attrNameLst>
                                      </p:cBhvr>
                                      <p:to>
                                        <p:strVal val="visible"/>
                                      </p:to>
                                    </p:set>
                                  </p:childTnLst>
                                </p:cTn>
                              </p:par>
                              <p:par>
                                <p:cTn id="81" presetID="1" presetClass="exit" presetSubtype="0" fill="hold" nodeType="withEffect">
                                  <p:stCondLst>
                                    <p:cond delay="0"/>
                                  </p:stCondLst>
                                  <p:childTnLst>
                                    <p:set>
                                      <p:cBhvr>
                                        <p:cTn id="82" dur="1" fill="hold">
                                          <p:stCondLst>
                                            <p:cond delay="0"/>
                                          </p:stCondLst>
                                        </p:cTn>
                                        <p:tgtEl>
                                          <p:spTgt spid="65"/>
                                        </p:tgtEl>
                                        <p:attrNameLst>
                                          <p:attrName>style.visibility</p:attrName>
                                        </p:attrNameLst>
                                      </p:cBhvr>
                                      <p:to>
                                        <p:strVal val="hidden"/>
                                      </p:to>
                                    </p:set>
                                  </p:childTnLst>
                                </p:cTn>
                              </p:par>
                            </p:childTnLst>
                          </p:cTn>
                        </p:par>
                      </p:childTnLst>
                    </p:cTn>
                  </p:par>
                </p:childTnLst>
              </p:cTn>
              <p:nextCondLst>
                <p:cond evt="onClick" delay="0">
                  <p:tgtEl>
                    <p:spTgt spid="32"/>
                  </p:tgtEl>
                </p:cond>
              </p:nextCondLst>
            </p:seq>
            <p:seq concurrent="1" nextAc="seek">
              <p:cTn id="83" restart="whenNotActive" fill="hold" evtFilter="cancelBubble" nodeType="interactiveSeq">
                <p:stCondLst>
                  <p:cond evt="onClick" delay="0">
                    <p:tgtEl>
                      <p:spTgt spid="34"/>
                    </p:tgtEl>
                  </p:cond>
                </p:stCondLst>
                <p:endSync evt="end" delay="0">
                  <p:rtn val="all"/>
                </p:endSync>
                <p:childTnLst>
                  <p:par>
                    <p:cTn id="84" fill="hold">
                      <p:stCondLst>
                        <p:cond delay="0"/>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2"/>
                                        </p:tgtEl>
                                        <p:attrNameLst>
                                          <p:attrName>style.visibility</p:attrName>
                                        </p:attrNameLst>
                                      </p:cBhvr>
                                      <p:to>
                                        <p:strVal val="visible"/>
                                      </p:to>
                                    </p:set>
                                  </p:childTnLst>
                                </p:cTn>
                              </p:par>
                              <p:par>
                                <p:cTn id="88" presetID="1" presetClass="exit" presetSubtype="0" fill="hold" nodeType="withEffect">
                                  <p:stCondLst>
                                    <p:cond delay="0"/>
                                  </p:stCondLst>
                                  <p:childTnLst>
                                    <p:set>
                                      <p:cBhvr>
                                        <p:cTn id="89" dur="1" fill="hold">
                                          <p:stCondLst>
                                            <p:cond delay="0"/>
                                          </p:stCondLst>
                                        </p:cTn>
                                        <p:tgtEl>
                                          <p:spTgt spid="66"/>
                                        </p:tgtEl>
                                        <p:attrNameLst>
                                          <p:attrName>style.visibility</p:attrName>
                                        </p:attrNameLst>
                                      </p:cBhvr>
                                      <p:to>
                                        <p:strVal val="hidden"/>
                                      </p:to>
                                    </p:set>
                                  </p:childTnLst>
                                </p:cTn>
                              </p:par>
                            </p:childTnLst>
                          </p:cTn>
                        </p:par>
                      </p:childTnLst>
                    </p:cTn>
                  </p:par>
                </p:childTnLst>
              </p:cTn>
              <p:nextCondLst>
                <p:cond evt="onClick" delay="0">
                  <p:tgtEl>
                    <p:spTgt spid="34"/>
                  </p:tgtEl>
                </p:cond>
              </p:nextCondLst>
            </p:seq>
            <p:seq concurrent="1" nextAc="seek">
              <p:cTn id="90" restart="whenNotActive" fill="hold" evtFilter="cancelBubble" nodeType="interactiveSeq">
                <p:stCondLst>
                  <p:cond evt="onClick" delay="0">
                    <p:tgtEl>
                      <p:spTgt spid="36"/>
                    </p:tgtEl>
                  </p:cond>
                </p:stCondLst>
                <p:endSync evt="end" delay="0">
                  <p:rtn val="all"/>
                </p:endSync>
                <p:childTnLst>
                  <p:par>
                    <p:cTn id="91" fill="hold">
                      <p:stCondLst>
                        <p:cond delay="0"/>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7"/>
                                        </p:tgtEl>
                                        <p:attrNameLst>
                                          <p:attrName>style.visibility</p:attrName>
                                        </p:attrNameLst>
                                      </p:cBhvr>
                                      <p:to>
                                        <p:strVal val="visible"/>
                                      </p:to>
                                    </p:set>
                                  </p:childTnLst>
                                </p:cTn>
                              </p:par>
                              <p:par>
                                <p:cTn id="95" presetID="1" presetClass="exit" presetSubtype="0" fill="hold" nodeType="withEffect">
                                  <p:stCondLst>
                                    <p:cond delay="0"/>
                                  </p:stCondLst>
                                  <p:childTnLst>
                                    <p:set>
                                      <p:cBhvr>
                                        <p:cTn id="96" dur="1" fill="hold">
                                          <p:stCondLst>
                                            <p:cond delay="0"/>
                                          </p:stCondLst>
                                        </p:cTn>
                                        <p:tgtEl>
                                          <p:spTgt spid="67"/>
                                        </p:tgtEl>
                                        <p:attrNameLst>
                                          <p:attrName>style.visibility</p:attrName>
                                        </p:attrNameLst>
                                      </p:cBhvr>
                                      <p:to>
                                        <p:strVal val="hidden"/>
                                      </p:to>
                                    </p:set>
                                  </p:childTnLst>
                                </p:cTn>
                              </p:par>
                            </p:childTnLst>
                          </p:cTn>
                        </p:par>
                      </p:childTnLst>
                    </p:cTn>
                  </p:par>
                </p:childTnLst>
              </p:cTn>
              <p:nextCondLst>
                <p:cond evt="onClick" delay="0">
                  <p:tgtEl>
                    <p:spTgt spid="36"/>
                  </p:tgtEl>
                </p:cond>
              </p:nextCondLst>
            </p:seq>
            <p:seq concurrent="1" nextAc="seek">
              <p:cTn id="97" restart="whenNotActive" fill="hold" evtFilter="cancelBubble" nodeType="interactiveSeq">
                <p:stCondLst>
                  <p:cond evt="onClick" delay="0">
                    <p:tgtEl>
                      <p:spTgt spid="46"/>
                    </p:tgtEl>
                  </p:cond>
                </p:stCondLst>
                <p:endSync evt="end" delay="0">
                  <p:rtn val="all"/>
                </p:endSync>
                <p:childTnLst>
                  <p:par>
                    <p:cTn id="98" fill="hold">
                      <p:stCondLst>
                        <p:cond delay="0"/>
                      </p:stCondLst>
                      <p:childTnLst>
                        <p:par>
                          <p:cTn id="99" fill="hold">
                            <p:stCondLst>
                              <p:cond delay="0"/>
                            </p:stCondLst>
                            <p:childTnLst>
                              <p:par>
                                <p:cTn id="100" presetID="1" presetClass="entr" presetSubtype="0" fill="hold" grpId="0" nodeType="withEffect">
                                  <p:stCondLst>
                                    <p:cond delay="0"/>
                                  </p:stCondLst>
                                  <p:childTnLst>
                                    <p:set>
                                      <p:cBhvr>
                                        <p:cTn id="101" dur="1" fill="hold">
                                          <p:stCondLst>
                                            <p:cond delay="0"/>
                                          </p:stCondLst>
                                        </p:cTn>
                                        <p:tgtEl>
                                          <p:spTgt spid="64"/>
                                        </p:tgtEl>
                                        <p:attrNameLst>
                                          <p:attrName>style.visibility</p:attrName>
                                        </p:attrNameLst>
                                      </p:cBhvr>
                                      <p:to>
                                        <p:strVal val="visible"/>
                                      </p:to>
                                    </p:set>
                                  </p:childTnLst>
                                </p:cTn>
                              </p:par>
                              <p:par>
                                <p:cTn id="102" presetID="1" presetClass="exit" presetSubtype="0" fill="hold" nodeType="withEffect">
                                  <p:stCondLst>
                                    <p:cond delay="0"/>
                                  </p:stCondLst>
                                  <p:childTnLst>
                                    <p:set>
                                      <p:cBhvr>
                                        <p:cTn id="103" dur="1" fill="hold">
                                          <p:stCondLst>
                                            <p:cond delay="0"/>
                                          </p:stCondLst>
                                        </p:cTn>
                                        <p:tgtEl>
                                          <p:spTgt spid="68"/>
                                        </p:tgtEl>
                                        <p:attrNameLst>
                                          <p:attrName>style.visibility</p:attrName>
                                        </p:attrNameLst>
                                      </p:cBhvr>
                                      <p:to>
                                        <p:strVal val="hidden"/>
                                      </p:to>
                                    </p:set>
                                  </p:childTnLst>
                                </p:cTn>
                              </p:par>
                            </p:childTnLst>
                          </p:cTn>
                        </p:par>
                      </p:childTnLst>
                    </p:cTn>
                  </p:par>
                </p:childTnLst>
              </p:cTn>
              <p:nextCondLst>
                <p:cond evt="onClick" delay="0">
                  <p:tgtEl>
                    <p:spTgt spid="46"/>
                  </p:tgtEl>
                </p:cond>
              </p:nextCondLst>
            </p:seq>
            <p:seq concurrent="1" nextAc="seek">
              <p:cTn id="104" restart="whenNotActive" fill="hold" evtFilter="cancelBubble" nodeType="interactiveSeq">
                <p:stCondLst>
                  <p:cond evt="onClick" delay="0">
                    <p:tgtEl>
                      <p:spTgt spid="58"/>
                    </p:tgtEl>
                  </p:cond>
                </p:stCondLst>
                <p:endSync evt="end" delay="0">
                  <p:rtn val="all"/>
                </p:endSync>
                <p:childTnLst>
                  <p:par>
                    <p:cTn id="105" fill="hold">
                      <p:stCondLst>
                        <p:cond delay="0"/>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74"/>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77"/>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7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49"/>
                                        </p:tgtEl>
                                        <p:attrNameLst>
                                          <p:attrName>style.visibility</p:attrName>
                                        </p:attrNameLst>
                                      </p:cBhvr>
                                      <p:to>
                                        <p:strVal val="visible"/>
                                      </p:to>
                                    </p:set>
                                  </p:childTnLst>
                                </p:cTn>
                              </p:par>
                              <p:par>
                                <p:cTn id="115" presetID="1" presetClass="exit" presetSubtype="0" fill="hold" nodeType="withEffect">
                                  <p:stCondLst>
                                    <p:cond delay="0"/>
                                  </p:stCondLst>
                                  <p:childTnLst>
                                    <p:set>
                                      <p:cBhvr>
                                        <p:cTn id="116" dur="1" fill="hold">
                                          <p:stCondLst>
                                            <p:cond delay="0"/>
                                          </p:stCondLst>
                                        </p:cTn>
                                        <p:tgtEl>
                                          <p:spTgt spid="47"/>
                                        </p:tgtEl>
                                        <p:attrNameLst>
                                          <p:attrName>style.visibility</p:attrName>
                                        </p:attrNameLst>
                                      </p:cBhvr>
                                      <p:to>
                                        <p:strVal val="hidden"/>
                                      </p:to>
                                    </p:set>
                                  </p:childTnLst>
                                </p:cTn>
                              </p:par>
                              <p:par>
                                <p:cTn id="117" presetID="1" presetClass="entr" presetSubtype="0" fill="hold" grpId="0" nodeType="withEffect">
                                  <p:stCondLst>
                                    <p:cond delay="0"/>
                                  </p:stCondLst>
                                  <p:childTnLst>
                                    <p:set>
                                      <p:cBhvr>
                                        <p:cTn id="118" dur="1" fill="hold">
                                          <p:stCondLst>
                                            <p:cond delay="0"/>
                                          </p:stCondLst>
                                        </p:cTn>
                                        <p:tgtEl>
                                          <p:spTgt spid="53"/>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8"/>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54"/>
                                        </p:tgtEl>
                                        <p:attrNameLst>
                                          <p:attrName>style.visibility</p:attrName>
                                        </p:attrNameLst>
                                      </p:cBhvr>
                                      <p:to>
                                        <p:strVal val="visible"/>
                                      </p:to>
                                    </p:set>
                                  </p:childTnLst>
                                </p:cTn>
                              </p:par>
                            </p:childTnLst>
                          </p:cTn>
                        </p:par>
                      </p:childTnLst>
                    </p:cTn>
                  </p:par>
                </p:childTnLst>
              </p:cTn>
              <p:nextCondLst>
                <p:cond evt="onClick" delay="0">
                  <p:tgtEl>
                    <p:spTgt spid="58"/>
                  </p:tgtEl>
                </p:cond>
              </p:nextCondLst>
            </p:seq>
            <p:seq concurrent="1" nextAc="seek">
              <p:cTn id="123" restart="whenNotActive" fill="hold" evtFilter="cancelBubble" nodeType="interactiveSeq">
                <p:stCondLst>
                  <p:cond evt="onClick" delay="0">
                    <p:tgtEl>
                      <p:spTgt spid="48"/>
                    </p:tgtEl>
                  </p:cond>
                </p:stCondLst>
                <p:endSync evt="end" delay="0">
                  <p:rtn val="all"/>
                </p:endSync>
                <p:childTnLst>
                  <p:par>
                    <p:cTn id="124" fill="hold">
                      <p:stCondLst>
                        <p:cond delay="0"/>
                      </p:stCondLst>
                      <p:childTnLst>
                        <p:par>
                          <p:cTn id="125" fill="hold">
                            <p:stCondLst>
                              <p:cond delay="0"/>
                            </p:stCondLst>
                            <p:childTnLst>
                              <p:par>
                                <p:cTn id="126" presetID="1" presetClass="exit" presetSubtype="0" fill="hold" nodeType="withEffect">
                                  <p:stCondLst>
                                    <p:cond delay="0"/>
                                  </p:stCondLst>
                                  <p:childTnLst>
                                    <p:set>
                                      <p:cBhvr>
                                        <p:cTn id="127" dur="1" fill="hold">
                                          <p:stCondLst>
                                            <p:cond delay="0"/>
                                          </p:stCondLst>
                                        </p:cTn>
                                        <p:tgtEl>
                                          <p:spTgt spid="74"/>
                                        </p:tgtEl>
                                        <p:attrNameLst>
                                          <p:attrName>style.visibility</p:attrName>
                                        </p:attrNameLst>
                                      </p:cBhvr>
                                      <p:to>
                                        <p:strVal val="hidden"/>
                                      </p:to>
                                    </p:set>
                                  </p:childTnLst>
                                </p:cTn>
                              </p:par>
                              <p:par>
                                <p:cTn id="128" presetID="1" presetClass="entr" presetSubtype="0" fill="hold" grpId="0" nodeType="withEffect">
                                  <p:stCondLst>
                                    <p:cond delay="0"/>
                                  </p:stCondLst>
                                  <p:childTnLst>
                                    <p:set>
                                      <p:cBhvr>
                                        <p:cTn id="129" dur="1" fill="hold">
                                          <p:stCondLst>
                                            <p:cond delay="0"/>
                                          </p:stCondLst>
                                        </p:cTn>
                                        <p:tgtEl>
                                          <p:spTgt spid="55"/>
                                        </p:tgtEl>
                                        <p:attrNameLst>
                                          <p:attrName>style.visibility</p:attrName>
                                        </p:attrNameLst>
                                      </p:cBhvr>
                                      <p:to>
                                        <p:strVal val="visible"/>
                                      </p:to>
                                    </p:set>
                                  </p:childTnLst>
                                </p:cTn>
                              </p:par>
                            </p:childTnLst>
                          </p:cTn>
                        </p:par>
                      </p:childTnLst>
                    </p:cTn>
                  </p:par>
                </p:childTnLst>
              </p:cTn>
              <p:nextCondLst>
                <p:cond evt="onClick" delay="0">
                  <p:tgtEl>
                    <p:spTgt spid="48"/>
                  </p:tgtEl>
                </p:cond>
              </p:nextCondLst>
            </p:seq>
            <p:seq concurrent="1" nextAc="seek">
              <p:cTn id="130" restart="whenNotActive" fill="hold" evtFilter="cancelBubble" nodeType="interactiveSeq">
                <p:stCondLst>
                  <p:cond evt="onClick" delay="0">
                    <p:tgtEl>
                      <p:spTgt spid="49"/>
                    </p:tgtEl>
                  </p:cond>
                </p:stCondLst>
                <p:endSync evt="end" delay="0">
                  <p:rtn val="all"/>
                </p:endSync>
                <p:childTnLst>
                  <p:par>
                    <p:cTn id="131" fill="hold">
                      <p:stCondLst>
                        <p:cond delay="0"/>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56"/>
                                        </p:tgtEl>
                                        <p:attrNameLst>
                                          <p:attrName>style.visibility</p:attrName>
                                        </p:attrNameLst>
                                      </p:cBhvr>
                                      <p:to>
                                        <p:strVal val="visible"/>
                                      </p:to>
                                    </p:set>
                                  </p:childTnLst>
                                </p:cTn>
                              </p:par>
                              <p:par>
                                <p:cTn id="135" presetID="1" presetClass="exit" presetSubtype="0" fill="hold" nodeType="withEffect">
                                  <p:stCondLst>
                                    <p:cond delay="0"/>
                                  </p:stCondLst>
                                  <p:childTnLst>
                                    <p:set>
                                      <p:cBhvr>
                                        <p:cTn id="136" dur="1" fill="hold">
                                          <p:stCondLst>
                                            <p:cond delay="0"/>
                                          </p:stCondLst>
                                        </p:cTn>
                                        <p:tgtEl>
                                          <p:spTgt spid="77"/>
                                        </p:tgtEl>
                                        <p:attrNameLst>
                                          <p:attrName>style.visibility</p:attrName>
                                        </p:attrNameLst>
                                      </p:cBhvr>
                                      <p:to>
                                        <p:strVal val="hidden"/>
                                      </p:to>
                                    </p:set>
                                  </p:childTnLst>
                                </p:cTn>
                              </p:par>
                            </p:childTnLst>
                          </p:cTn>
                        </p:par>
                      </p:childTnLst>
                    </p:cTn>
                  </p:par>
                </p:childTnLst>
              </p:cTn>
              <p:nextCondLst>
                <p:cond evt="onClick" delay="0">
                  <p:tgtEl>
                    <p:spTgt spid="49"/>
                  </p:tgtEl>
                </p:cond>
              </p:nextCondLst>
            </p:seq>
            <p:seq concurrent="1" nextAc="seek">
              <p:cTn id="137" restart="whenNotActive" fill="hold" evtFilter="cancelBubble" nodeType="interactiveSeq">
                <p:stCondLst>
                  <p:cond evt="onClick" delay="0">
                    <p:tgtEl>
                      <p:spTgt spid="53"/>
                    </p:tgtEl>
                  </p:cond>
                </p:stCondLst>
                <p:endSync evt="end" delay="0">
                  <p:rtn val="all"/>
                </p:endSync>
                <p:childTnLst>
                  <p:par>
                    <p:cTn id="138" fill="hold">
                      <p:stCondLst>
                        <p:cond delay="0"/>
                      </p:stCondLst>
                      <p:childTnLst>
                        <p:par>
                          <p:cTn id="139" fill="hold">
                            <p:stCondLst>
                              <p:cond delay="0"/>
                            </p:stCondLst>
                            <p:childTnLst>
                              <p:par>
                                <p:cTn id="140" presetID="1" presetClass="entr" presetSubtype="0" fill="hold" grpId="0" nodeType="clickEffect">
                                  <p:stCondLst>
                                    <p:cond delay="0"/>
                                  </p:stCondLst>
                                  <p:childTnLst>
                                    <p:set>
                                      <p:cBhvr>
                                        <p:cTn id="141" dur="1" fill="hold">
                                          <p:stCondLst>
                                            <p:cond delay="0"/>
                                          </p:stCondLst>
                                        </p:cTn>
                                        <p:tgtEl>
                                          <p:spTgt spid="57"/>
                                        </p:tgtEl>
                                        <p:attrNameLst>
                                          <p:attrName>style.visibility</p:attrName>
                                        </p:attrNameLst>
                                      </p:cBhvr>
                                      <p:to>
                                        <p:strVal val="visible"/>
                                      </p:to>
                                    </p:set>
                                  </p:childTnLst>
                                </p:cTn>
                              </p:par>
                              <p:par>
                                <p:cTn id="142" presetID="1" presetClass="exit" presetSubtype="0" fill="hold" nodeType="withEffect">
                                  <p:stCondLst>
                                    <p:cond delay="0"/>
                                  </p:stCondLst>
                                  <p:childTnLst>
                                    <p:set>
                                      <p:cBhvr>
                                        <p:cTn id="143" dur="1" fill="hold">
                                          <p:stCondLst>
                                            <p:cond delay="0"/>
                                          </p:stCondLst>
                                        </p:cTn>
                                        <p:tgtEl>
                                          <p:spTgt spid="79"/>
                                        </p:tgtEl>
                                        <p:attrNameLst>
                                          <p:attrName>style.visibility</p:attrName>
                                        </p:attrNameLst>
                                      </p:cBhvr>
                                      <p:to>
                                        <p:strVal val="hidden"/>
                                      </p:to>
                                    </p:set>
                                  </p:childTnLst>
                                </p:cTn>
                              </p:par>
                            </p:childTnLst>
                          </p:cTn>
                        </p:par>
                      </p:childTnLst>
                    </p:cTn>
                  </p:par>
                </p:childTnLst>
              </p:cTn>
              <p:nextCondLst>
                <p:cond evt="onClick" delay="0">
                  <p:tgtEl>
                    <p:spTgt spid="53"/>
                  </p:tgtEl>
                </p:cond>
              </p:nextCondLst>
            </p:seq>
          </p:childTnLst>
        </p:cTn>
      </p:par>
    </p:tnLst>
    <p:bldLst>
      <p:bldP spid="32" grpId="0" animBg="1"/>
      <p:bldP spid="36" grpId="0" animBg="1"/>
      <p:bldP spid="33" grpId="0" animBg="1"/>
      <p:bldP spid="35" grpId="0" animBg="1"/>
      <p:bldP spid="51" grpId="0"/>
      <p:bldP spid="52" grpId="0"/>
      <p:bldP spid="3" grpId="0" animBg="1"/>
      <p:bldP spid="7" grpId="0" animBg="1"/>
      <p:bldP spid="8" grpId="0" animBg="1"/>
      <p:bldP spid="9" grpId="0" animBg="1"/>
      <p:bldP spid="34" grpId="0" animBg="1"/>
      <p:bldP spid="95" grpId="0" animBg="1"/>
      <p:bldP spid="96" grpId="0" animBg="1"/>
      <p:bldP spid="46" grpId="0" animBg="1"/>
      <p:bldP spid="64" grpId="0" animBg="1"/>
      <p:bldP spid="48" grpId="0" animBg="1"/>
      <p:bldP spid="49" grpId="0" animBg="1"/>
      <p:bldP spid="53" grpId="0" animBg="1"/>
      <p:bldP spid="54" grpId="0"/>
      <p:bldP spid="55" grpId="0" animBg="1"/>
      <p:bldP spid="56" grpId="0" animBg="1"/>
      <p:bldP spid="57" grpId="0" animBg="1"/>
      <p:bldP spid="59" grpId="0" animBg="1"/>
      <p:bldP spid="60" grpId="0" animBg="1"/>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7F531E-8922-4667-8E8A-C5A6AC1B0F92}"/>
              </a:ext>
            </a:extLst>
          </p:cNvPr>
          <p:cNvSpPr txBox="1"/>
          <p:nvPr/>
        </p:nvSpPr>
        <p:spPr>
          <a:xfrm>
            <a:off x="4501443" y="27514"/>
            <a:ext cx="3577701" cy="461665"/>
          </a:xfrm>
          <a:prstGeom prst="rect">
            <a:avLst/>
          </a:prstGeom>
          <a:noFill/>
        </p:spPr>
        <p:txBody>
          <a:bodyPr wrap="square" rtlCol="0">
            <a:spAutoFit/>
          </a:bodyPr>
          <a:lstStyle/>
          <a:p>
            <a:pPr algn="ctr"/>
            <a:r>
              <a:rPr lang="en-US" sz="2400" b="1" dirty="0"/>
              <a:t>Hypertensive Emergency</a:t>
            </a:r>
          </a:p>
        </p:txBody>
      </p:sp>
      <p:sp>
        <p:nvSpPr>
          <p:cNvPr id="52" name="TextBox 51">
            <a:extLst>
              <a:ext uri="{FF2B5EF4-FFF2-40B4-BE49-F238E27FC236}">
                <a16:creationId xmlns:a16="http://schemas.microsoft.com/office/drawing/2014/main" id="{A9949751-D63C-454F-A6D9-A12BBFEB6D91}"/>
              </a:ext>
            </a:extLst>
          </p:cNvPr>
          <p:cNvSpPr txBox="1"/>
          <p:nvPr/>
        </p:nvSpPr>
        <p:spPr>
          <a:xfrm>
            <a:off x="809723" y="1099364"/>
            <a:ext cx="201520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66688" indent="-166688">
              <a:buFont typeface="+mj-lt"/>
              <a:buAutoNum type="arabicPeriod"/>
            </a:pPr>
            <a:r>
              <a:rPr lang="en-US" sz="1600" dirty="0">
                <a:cs typeface="Calibri"/>
              </a:rPr>
              <a:t>Hypertensive  encephalopathy</a:t>
            </a:r>
          </a:p>
          <a:p>
            <a:pPr marL="166688" indent="-166688">
              <a:buFont typeface="+mj-lt"/>
              <a:buAutoNum type="arabicPeriod"/>
            </a:pPr>
            <a:r>
              <a:rPr lang="en-US" sz="1600" dirty="0">
                <a:cs typeface="Calibri"/>
              </a:rPr>
              <a:t>IPH or SAH</a:t>
            </a:r>
          </a:p>
          <a:p>
            <a:pPr marL="166688" indent="-166688">
              <a:buFont typeface="+mj-lt"/>
              <a:buAutoNum type="arabicPeriod"/>
            </a:pPr>
            <a:r>
              <a:rPr lang="en-US" sz="1600" dirty="0">
                <a:cs typeface="Calibri"/>
              </a:rPr>
              <a:t>Ischemic CVA</a:t>
            </a:r>
          </a:p>
        </p:txBody>
      </p:sp>
      <p:sp>
        <p:nvSpPr>
          <p:cNvPr id="53" name="TextBox 52">
            <a:extLst>
              <a:ext uri="{FF2B5EF4-FFF2-40B4-BE49-F238E27FC236}">
                <a16:creationId xmlns:a16="http://schemas.microsoft.com/office/drawing/2014/main" id="{92C6DC28-5584-4735-890E-907F26A70D4C}"/>
              </a:ext>
            </a:extLst>
          </p:cNvPr>
          <p:cNvSpPr txBox="1"/>
          <p:nvPr/>
        </p:nvSpPr>
        <p:spPr>
          <a:xfrm>
            <a:off x="274552" y="2858465"/>
            <a:ext cx="1747309" cy="830997"/>
          </a:xfrm>
          <a:prstGeom prst="rect">
            <a:avLst/>
          </a:prstGeom>
          <a:solidFill>
            <a:schemeClr val="bg1">
              <a:alpha val="63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66688" indent="-166688">
              <a:buFont typeface="+mj-lt"/>
              <a:buAutoNum type="arabicPeriod"/>
            </a:pPr>
            <a:r>
              <a:rPr lang="en-US" sz="1600" dirty="0">
                <a:cs typeface="Arial"/>
              </a:rPr>
              <a:t>Acute LV failure</a:t>
            </a:r>
          </a:p>
          <a:p>
            <a:pPr marL="166688" indent="-166688">
              <a:buFont typeface="+mj-lt"/>
              <a:buAutoNum type="arabicPeriod"/>
            </a:pPr>
            <a:r>
              <a:rPr lang="en-US" sz="1600" dirty="0">
                <a:cs typeface="Arial"/>
              </a:rPr>
              <a:t>ACS</a:t>
            </a:r>
          </a:p>
          <a:p>
            <a:pPr marL="166688" indent="-166688">
              <a:buFont typeface="+mj-lt"/>
              <a:buAutoNum type="arabicPeriod"/>
            </a:pPr>
            <a:r>
              <a:rPr lang="en-US" sz="1600" dirty="0">
                <a:cs typeface="Arial"/>
              </a:rPr>
              <a:t>Aortic dissection</a:t>
            </a:r>
          </a:p>
        </p:txBody>
      </p:sp>
      <p:sp>
        <p:nvSpPr>
          <p:cNvPr id="54" name="TextBox 53">
            <a:extLst>
              <a:ext uri="{FF2B5EF4-FFF2-40B4-BE49-F238E27FC236}">
                <a16:creationId xmlns:a16="http://schemas.microsoft.com/office/drawing/2014/main" id="{5011FE7C-405E-4A56-83D9-AE4C86BC07BB}"/>
              </a:ext>
            </a:extLst>
          </p:cNvPr>
          <p:cNvSpPr txBox="1"/>
          <p:nvPr/>
        </p:nvSpPr>
        <p:spPr>
          <a:xfrm>
            <a:off x="335598" y="4542248"/>
            <a:ext cx="220418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cs typeface="Calibri"/>
              </a:rPr>
              <a:t>Rapidly ↑ Cr ± ↓ UOP</a:t>
            </a:r>
            <a:endParaRPr lang="en-US" sz="2000" dirty="0">
              <a:cs typeface="Calibri"/>
            </a:endParaRPr>
          </a:p>
        </p:txBody>
      </p:sp>
      <p:sp>
        <p:nvSpPr>
          <p:cNvPr id="55" name="TextBox 54">
            <a:extLst>
              <a:ext uri="{FF2B5EF4-FFF2-40B4-BE49-F238E27FC236}">
                <a16:creationId xmlns:a16="http://schemas.microsoft.com/office/drawing/2014/main" id="{69A8AC3D-F83D-492D-B016-58219D212C0D}"/>
              </a:ext>
            </a:extLst>
          </p:cNvPr>
          <p:cNvSpPr txBox="1"/>
          <p:nvPr/>
        </p:nvSpPr>
        <p:spPr>
          <a:xfrm>
            <a:off x="274552" y="5684045"/>
            <a:ext cx="376343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66688" indent="-166688">
              <a:buFont typeface="+mj-lt"/>
              <a:buAutoNum type="arabicPeriod"/>
            </a:pPr>
            <a:r>
              <a:rPr lang="en-US" sz="1600" dirty="0"/>
              <a:t>Eclampsia</a:t>
            </a:r>
            <a:endParaRPr lang="en-US" sz="2000" dirty="0">
              <a:cs typeface="Calibri" panose="020F0502020204030204"/>
            </a:endParaRPr>
          </a:p>
          <a:p>
            <a:pPr marL="166688" indent="-166688">
              <a:buFont typeface="+mj-lt"/>
              <a:buAutoNum type="arabicPeriod"/>
            </a:pPr>
            <a:r>
              <a:rPr lang="en-US" sz="1600" dirty="0"/>
              <a:t>Pheochromocytoma</a:t>
            </a:r>
          </a:p>
          <a:p>
            <a:pPr marL="166688" indent="-166688">
              <a:buFont typeface="+mj-lt"/>
              <a:buAutoNum type="arabicPeriod"/>
            </a:pPr>
            <a:r>
              <a:rPr lang="en-US" sz="1600" dirty="0">
                <a:cs typeface="Calibri"/>
              </a:rPr>
              <a:t>Ingestion of sympathomimetic agents</a:t>
            </a:r>
          </a:p>
        </p:txBody>
      </p:sp>
      <p:sp>
        <p:nvSpPr>
          <p:cNvPr id="134" name="CNS">
            <a:extLst>
              <a:ext uri="{FF2B5EF4-FFF2-40B4-BE49-F238E27FC236}">
                <a16:creationId xmlns:a16="http://schemas.microsoft.com/office/drawing/2014/main" id="{A8E4B4D2-81BA-8F4E-88EA-7F72116F345E}"/>
              </a:ext>
            </a:extLst>
          </p:cNvPr>
          <p:cNvSpPr txBox="1"/>
          <p:nvPr/>
        </p:nvSpPr>
        <p:spPr>
          <a:xfrm>
            <a:off x="1056399" y="606142"/>
            <a:ext cx="965462" cy="369332"/>
          </a:xfrm>
          <a:prstGeom prst="rect">
            <a:avLst/>
          </a:prstGeom>
          <a:solidFill>
            <a:srgbClr val="F8CBAD"/>
          </a:solidFill>
          <a:ln w="38100"/>
          <a:effectLst/>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US" dirty="0">
                <a:solidFill>
                  <a:schemeClr val="bg1"/>
                </a:solidFill>
              </a:rPr>
              <a:t>CNS</a:t>
            </a:r>
          </a:p>
        </p:txBody>
      </p:sp>
      <p:sp>
        <p:nvSpPr>
          <p:cNvPr id="142" name="Cardiac">
            <a:extLst>
              <a:ext uri="{FF2B5EF4-FFF2-40B4-BE49-F238E27FC236}">
                <a16:creationId xmlns:a16="http://schemas.microsoft.com/office/drawing/2014/main" id="{11C483EB-BC46-FA46-A947-866F5784A052}"/>
              </a:ext>
            </a:extLst>
          </p:cNvPr>
          <p:cNvSpPr txBox="1"/>
          <p:nvPr/>
        </p:nvSpPr>
        <p:spPr>
          <a:xfrm>
            <a:off x="1056399" y="2347594"/>
            <a:ext cx="965462" cy="369332"/>
          </a:xfrm>
          <a:prstGeom prst="rect">
            <a:avLst/>
          </a:prstGeom>
          <a:solidFill>
            <a:srgbClr val="FF0000"/>
          </a:solidFill>
          <a:ln w="38100">
            <a:solidFill>
              <a:srgbClr val="C00000"/>
            </a:solid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Cardiac</a:t>
            </a:r>
          </a:p>
        </p:txBody>
      </p:sp>
      <p:sp>
        <p:nvSpPr>
          <p:cNvPr id="148" name="Renal">
            <a:extLst>
              <a:ext uri="{FF2B5EF4-FFF2-40B4-BE49-F238E27FC236}">
                <a16:creationId xmlns:a16="http://schemas.microsoft.com/office/drawing/2014/main" id="{CEF0D65E-1ED0-DC4B-BAE5-C785617FA2BF}"/>
              </a:ext>
            </a:extLst>
          </p:cNvPr>
          <p:cNvSpPr txBox="1"/>
          <p:nvPr/>
        </p:nvSpPr>
        <p:spPr>
          <a:xfrm>
            <a:off x="1056399" y="3944252"/>
            <a:ext cx="965462" cy="369332"/>
          </a:xfrm>
          <a:prstGeom prst="rect">
            <a:avLst/>
          </a:prstGeom>
          <a:solidFill>
            <a:srgbClr val="BDA0D3"/>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Renal</a:t>
            </a:r>
          </a:p>
        </p:txBody>
      </p:sp>
      <p:sp>
        <p:nvSpPr>
          <p:cNvPr id="149" name="question 1">
            <a:extLst>
              <a:ext uri="{FF2B5EF4-FFF2-40B4-BE49-F238E27FC236}">
                <a16:creationId xmlns:a16="http://schemas.microsoft.com/office/drawing/2014/main" id="{0B287B9E-F386-E84C-A45D-A671026E3D3D}"/>
              </a:ext>
            </a:extLst>
          </p:cNvPr>
          <p:cNvSpPr txBox="1"/>
          <p:nvPr/>
        </p:nvSpPr>
        <p:spPr>
          <a:xfrm>
            <a:off x="424793" y="5071252"/>
            <a:ext cx="2317685" cy="369332"/>
          </a:xfrm>
          <a:prstGeom prst="rect">
            <a:avLst/>
          </a:prstGeom>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Other Comorbidities</a:t>
            </a:r>
          </a:p>
        </p:txBody>
      </p:sp>
      <p:pic>
        <p:nvPicPr>
          <p:cNvPr id="22" name="teachIM logo" descr="Icon&#10;&#10;Description automatically generated">
            <a:extLst>
              <a:ext uri="{FF2B5EF4-FFF2-40B4-BE49-F238E27FC236}">
                <a16:creationId xmlns:a16="http://schemas.microsoft.com/office/drawing/2014/main" id="{9941794D-0E4C-4929-897A-E61CE338C30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12679" y="6289755"/>
            <a:ext cx="1387970" cy="507944"/>
          </a:xfrm>
          <a:prstGeom prst="rect">
            <a:avLst/>
          </a:prstGeom>
        </p:spPr>
      </p:pic>
      <p:grpSp>
        <p:nvGrpSpPr>
          <p:cNvPr id="2" name="Group 1">
            <a:extLst>
              <a:ext uri="{FF2B5EF4-FFF2-40B4-BE49-F238E27FC236}">
                <a16:creationId xmlns:a16="http://schemas.microsoft.com/office/drawing/2014/main" id="{A6BAF350-EAE5-4122-BD5B-6660B37A2E88}"/>
              </a:ext>
            </a:extLst>
          </p:cNvPr>
          <p:cNvGrpSpPr/>
          <p:nvPr/>
        </p:nvGrpSpPr>
        <p:grpSpPr>
          <a:xfrm>
            <a:off x="1998357" y="-330808"/>
            <a:ext cx="2863113" cy="6680864"/>
            <a:chOff x="2613908" y="124482"/>
            <a:chExt cx="2863113" cy="6680864"/>
          </a:xfrm>
        </p:grpSpPr>
        <p:pic>
          <p:nvPicPr>
            <p:cNvPr id="50" name="Picture 49">
              <a:extLst>
                <a:ext uri="{FF2B5EF4-FFF2-40B4-BE49-F238E27FC236}">
                  <a16:creationId xmlns:a16="http://schemas.microsoft.com/office/drawing/2014/main" id="{79DE6BB1-23FB-4980-B0F9-A3792261DE2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130" r="71272" b="9690"/>
            <a:stretch/>
          </p:blipFill>
          <p:spPr>
            <a:xfrm>
              <a:off x="2613908" y="124482"/>
              <a:ext cx="2863113" cy="6680864"/>
            </a:xfrm>
            <a:prstGeom prst="rect">
              <a:avLst/>
            </a:prstGeom>
          </p:spPr>
        </p:pic>
        <p:grpSp>
          <p:nvGrpSpPr>
            <p:cNvPr id="60" name="Group 59">
              <a:extLst>
                <a:ext uri="{FF2B5EF4-FFF2-40B4-BE49-F238E27FC236}">
                  <a16:creationId xmlns:a16="http://schemas.microsoft.com/office/drawing/2014/main" id="{4835A159-F4EF-4728-A2AD-F79222185ED7}"/>
                </a:ext>
              </a:extLst>
            </p:cNvPr>
            <p:cNvGrpSpPr/>
            <p:nvPr/>
          </p:nvGrpSpPr>
          <p:grpSpPr>
            <a:xfrm>
              <a:off x="3840311" y="1070127"/>
              <a:ext cx="473313" cy="145064"/>
              <a:chOff x="3840311" y="1070127"/>
              <a:chExt cx="473313" cy="145064"/>
            </a:xfrm>
          </p:grpSpPr>
          <p:grpSp>
            <p:nvGrpSpPr>
              <p:cNvPr id="51" name="Group 50">
                <a:extLst>
                  <a:ext uri="{FF2B5EF4-FFF2-40B4-BE49-F238E27FC236}">
                    <a16:creationId xmlns:a16="http://schemas.microsoft.com/office/drawing/2014/main" id="{BC08AE30-4533-4394-9BB3-8E5D2819ABC7}"/>
                  </a:ext>
                </a:extLst>
              </p:cNvPr>
              <p:cNvGrpSpPr/>
              <p:nvPr/>
            </p:nvGrpSpPr>
            <p:grpSpPr>
              <a:xfrm>
                <a:off x="3840311" y="1070127"/>
                <a:ext cx="473313" cy="145064"/>
                <a:chOff x="3773004" y="1461708"/>
                <a:chExt cx="473313" cy="165887"/>
              </a:xfrm>
            </p:grpSpPr>
            <p:sp>
              <p:nvSpPr>
                <p:cNvPr id="36" name="Oval 35">
                  <a:extLst>
                    <a:ext uri="{FF2B5EF4-FFF2-40B4-BE49-F238E27FC236}">
                      <a16:creationId xmlns:a16="http://schemas.microsoft.com/office/drawing/2014/main" id="{FE3501BD-D31F-461C-9954-E8208D0C3473}"/>
                    </a:ext>
                  </a:extLst>
                </p:cNvPr>
                <p:cNvSpPr/>
                <p:nvPr/>
              </p:nvSpPr>
              <p:spPr>
                <a:xfrm>
                  <a:off x="4110001" y="1461708"/>
                  <a:ext cx="136316" cy="16156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EAC39E4F-678C-44FD-B183-998BE9406AAA}"/>
                    </a:ext>
                  </a:extLst>
                </p:cNvPr>
                <p:cNvSpPr/>
                <p:nvPr/>
              </p:nvSpPr>
              <p:spPr>
                <a:xfrm>
                  <a:off x="3773004" y="1466028"/>
                  <a:ext cx="136316" cy="16156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Oval 55">
                <a:extLst>
                  <a:ext uri="{FF2B5EF4-FFF2-40B4-BE49-F238E27FC236}">
                    <a16:creationId xmlns:a16="http://schemas.microsoft.com/office/drawing/2014/main" id="{DF3ADDF2-3A2A-4042-81F3-9D4A242EA7F0}"/>
                  </a:ext>
                </a:extLst>
              </p:cNvPr>
              <p:cNvSpPr/>
              <p:nvPr/>
            </p:nvSpPr>
            <p:spPr>
              <a:xfrm>
                <a:off x="3886133" y="112179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6F158DF4-616A-4088-B489-01A50074152A}"/>
                  </a:ext>
                </a:extLst>
              </p:cNvPr>
              <p:cNvSpPr/>
              <p:nvPr/>
            </p:nvSpPr>
            <p:spPr>
              <a:xfrm>
                <a:off x="4214766" y="112179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 name="Freeform: Shape 60">
              <a:extLst>
                <a:ext uri="{FF2B5EF4-FFF2-40B4-BE49-F238E27FC236}">
                  <a16:creationId xmlns:a16="http://schemas.microsoft.com/office/drawing/2014/main" id="{22E2668D-CCF4-431A-90F4-1626E966B332}"/>
                </a:ext>
              </a:extLst>
            </p:cNvPr>
            <p:cNvSpPr/>
            <p:nvPr/>
          </p:nvSpPr>
          <p:spPr>
            <a:xfrm>
              <a:off x="3763420" y="1932168"/>
              <a:ext cx="716275" cy="1817817"/>
            </a:xfrm>
            <a:custGeom>
              <a:avLst/>
              <a:gdLst>
                <a:gd name="connsiteX0" fmla="*/ 261468 w 747402"/>
                <a:gd name="connsiteY0" fmla="*/ 267921 h 1868472"/>
                <a:gd name="connsiteX1" fmla="*/ 293218 w 747402"/>
                <a:gd name="connsiteY1" fmla="*/ 58371 h 1868472"/>
                <a:gd name="connsiteX2" fmla="*/ 477368 w 747402"/>
                <a:gd name="connsiteY2" fmla="*/ 7571 h 1868472"/>
                <a:gd name="connsiteX3" fmla="*/ 636118 w 747402"/>
                <a:gd name="connsiteY3" fmla="*/ 191721 h 1868472"/>
                <a:gd name="connsiteX4" fmla="*/ 629768 w 747402"/>
                <a:gd name="connsiteY4" fmla="*/ 769571 h 1868472"/>
                <a:gd name="connsiteX5" fmla="*/ 598018 w 747402"/>
                <a:gd name="connsiteY5" fmla="*/ 1468071 h 1868472"/>
                <a:gd name="connsiteX6" fmla="*/ 712318 w 747402"/>
                <a:gd name="connsiteY6" fmla="*/ 1696671 h 1868472"/>
                <a:gd name="connsiteX7" fmla="*/ 737718 w 747402"/>
                <a:gd name="connsiteY7" fmla="*/ 1779221 h 1868472"/>
                <a:gd name="connsiteX8" fmla="*/ 566268 w 747402"/>
                <a:gd name="connsiteY8" fmla="*/ 1791921 h 1868472"/>
                <a:gd name="connsiteX9" fmla="*/ 382118 w 747402"/>
                <a:gd name="connsiteY9" fmla="*/ 1423621 h 1868472"/>
                <a:gd name="connsiteX10" fmla="*/ 147168 w 747402"/>
                <a:gd name="connsiteY10" fmla="*/ 1798271 h 1868472"/>
                <a:gd name="connsiteX11" fmla="*/ 77318 w 747402"/>
                <a:gd name="connsiteY11" fmla="*/ 1868121 h 1868472"/>
                <a:gd name="connsiteX12" fmla="*/ 7468 w 747402"/>
                <a:gd name="connsiteY12" fmla="*/ 1791921 h 1868472"/>
                <a:gd name="connsiteX13" fmla="*/ 267818 w 747402"/>
                <a:gd name="connsiteY13" fmla="*/ 1341071 h 1868472"/>
                <a:gd name="connsiteX14" fmla="*/ 458318 w 747402"/>
                <a:gd name="connsiteY14" fmla="*/ 1061671 h 1868472"/>
                <a:gd name="connsiteX15" fmla="*/ 528168 w 747402"/>
                <a:gd name="connsiteY15" fmla="*/ 560021 h 1868472"/>
                <a:gd name="connsiteX16" fmla="*/ 521818 w 747402"/>
                <a:gd name="connsiteY16" fmla="*/ 210771 h 1868472"/>
                <a:gd name="connsiteX17" fmla="*/ 445618 w 747402"/>
                <a:gd name="connsiteY17" fmla="*/ 134571 h 1868472"/>
                <a:gd name="connsiteX18" fmla="*/ 375768 w 747402"/>
                <a:gd name="connsiteY18" fmla="*/ 179021 h 1868472"/>
                <a:gd name="connsiteX19" fmla="*/ 375768 w 747402"/>
                <a:gd name="connsiteY19" fmla="*/ 293321 h 1868472"/>
                <a:gd name="connsiteX20" fmla="*/ 344018 w 747402"/>
                <a:gd name="connsiteY20" fmla="*/ 356821 h 1868472"/>
                <a:gd name="connsiteX21" fmla="*/ 261468 w 747402"/>
                <a:gd name="connsiteY21" fmla="*/ 267921 h 1868472"/>
                <a:gd name="connsiteX0" fmla="*/ 261468 w 747402"/>
                <a:gd name="connsiteY0" fmla="*/ 267921 h 1868472"/>
                <a:gd name="connsiteX1" fmla="*/ 293218 w 747402"/>
                <a:gd name="connsiteY1" fmla="*/ 58371 h 1868472"/>
                <a:gd name="connsiteX2" fmla="*/ 477368 w 747402"/>
                <a:gd name="connsiteY2" fmla="*/ 7571 h 1868472"/>
                <a:gd name="connsiteX3" fmla="*/ 636118 w 747402"/>
                <a:gd name="connsiteY3" fmla="*/ 191721 h 1868472"/>
                <a:gd name="connsiteX4" fmla="*/ 629768 w 747402"/>
                <a:gd name="connsiteY4" fmla="*/ 769571 h 1868472"/>
                <a:gd name="connsiteX5" fmla="*/ 598018 w 747402"/>
                <a:gd name="connsiteY5" fmla="*/ 1468071 h 1868472"/>
                <a:gd name="connsiteX6" fmla="*/ 712318 w 747402"/>
                <a:gd name="connsiteY6" fmla="*/ 1696671 h 1868472"/>
                <a:gd name="connsiteX7" fmla="*/ 737718 w 747402"/>
                <a:gd name="connsiteY7" fmla="*/ 1779221 h 1868472"/>
                <a:gd name="connsiteX8" fmla="*/ 566268 w 747402"/>
                <a:gd name="connsiteY8" fmla="*/ 1791921 h 1868472"/>
                <a:gd name="connsiteX9" fmla="*/ 382118 w 747402"/>
                <a:gd name="connsiteY9" fmla="*/ 1423621 h 1868472"/>
                <a:gd name="connsiteX10" fmla="*/ 147168 w 747402"/>
                <a:gd name="connsiteY10" fmla="*/ 1798271 h 1868472"/>
                <a:gd name="connsiteX11" fmla="*/ 77318 w 747402"/>
                <a:gd name="connsiteY11" fmla="*/ 1868121 h 1868472"/>
                <a:gd name="connsiteX12" fmla="*/ 7468 w 747402"/>
                <a:gd name="connsiteY12" fmla="*/ 1791921 h 1868472"/>
                <a:gd name="connsiteX13" fmla="*/ 267818 w 747402"/>
                <a:gd name="connsiteY13" fmla="*/ 1341071 h 1868472"/>
                <a:gd name="connsiteX14" fmla="*/ 356718 w 747402"/>
                <a:gd name="connsiteY14" fmla="*/ 1106121 h 1868472"/>
                <a:gd name="connsiteX15" fmla="*/ 528168 w 747402"/>
                <a:gd name="connsiteY15" fmla="*/ 560021 h 1868472"/>
                <a:gd name="connsiteX16" fmla="*/ 521818 w 747402"/>
                <a:gd name="connsiteY16" fmla="*/ 210771 h 1868472"/>
                <a:gd name="connsiteX17" fmla="*/ 445618 w 747402"/>
                <a:gd name="connsiteY17" fmla="*/ 134571 h 1868472"/>
                <a:gd name="connsiteX18" fmla="*/ 375768 w 747402"/>
                <a:gd name="connsiteY18" fmla="*/ 179021 h 1868472"/>
                <a:gd name="connsiteX19" fmla="*/ 375768 w 747402"/>
                <a:gd name="connsiteY19" fmla="*/ 293321 h 1868472"/>
                <a:gd name="connsiteX20" fmla="*/ 344018 w 747402"/>
                <a:gd name="connsiteY20" fmla="*/ 356821 h 1868472"/>
                <a:gd name="connsiteX21" fmla="*/ 261468 w 747402"/>
                <a:gd name="connsiteY21" fmla="*/ 267921 h 1868472"/>
                <a:gd name="connsiteX0" fmla="*/ 261468 w 747402"/>
                <a:gd name="connsiteY0" fmla="*/ 267921 h 1868472"/>
                <a:gd name="connsiteX1" fmla="*/ 293218 w 747402"/>
                <a:gd name="connsiteY1" fmla="*/ 58371 h 1868472"/>
                <a:gd name="connsiteX2" fmla="*/ 477368 w 747402"/>
                <a:gd name="connsiteY2" fmla="*/ 7571 h 1868472"/>
                <a:gd name="connsiteX3" fmla="*/ 636118 w 747402"/>
                <a:gd name="connsiteY3" fmla="*/ 191721 h 1868472"/>
                <a:gd name="connsiteX4" fmla="*/ 642468 w 747402"/>
                <a:gd name="connsiteY4" fmla="*/ 648921 h 1868472"/>
                <a:gd name="connsiteX5" fmla="*/ 598018 w 747402"/>
                <a:gd name="connsiteY5" fmla="*/ 1468071 h 1868472"/>
                <a:gd name="connsiteX6" fmla="*/ 712318 w 747402"/>
                <a:gd name="connsiteY6" fmla="*/ 1696671 h 1868472"/>
                <a:gd name="connsiteX7" fmla="*/ 737718 w 747402"/>
                <a:gd name="connsiteY7" fmla="*/ 1779221 h 1868472"/>
                <a:gd name="connsiteX8" fmla="*/ 566268 w 747402"/>
                <a:gd name="connsiteY8" fmla="*/ 1791921 h 1868472"/>
                <a:gd name="connsiteX9" fmla="*/ 382118 w 747402"/>
                <a:gd name="connsiteY9" fmla="*/ 1423621 h 1868472"/>
                <a:gd name="connsiteX10" fmla="*/ 147168 w 747402"/>
                <a:gd name="connsiteY10" fmla="*/ 1798271 h 1868472"/>
                <a:gd name="connsiteX11" fmla="*/ 77318 w 747402"/>
                <a:gd name="connsiteY11" fmla="*/ 1868121 h 1868472"/>
                <a:gd name="connsiteX12" fmla="*/ 7468 w 747402"/>
                <a:gd name="connsiteY12" fmla="*/ 1791921 h 1868472"/>
                <a:gd name="connsiteX13" fmla="*/ 267818 w 747402"/>
                <a:gd name="connsiteY13" fmla="*/ 1341071 h 1868472"/>
                <a:gd name="connsiteX14" fmla="*/ 356718 w 747402"/>
                <a:gd name="connsiteY14" fmla="*/ 1106121 h 1868472"/>
                <a:gd name="connsiteX15" fmla="*/ 528168 w 747402"/>
                <a:gd name="connsiteY15" fmla="*/ 560021 h 1868472"/>
                <a:gd name="connsiteX16" fmla="*/ 521818 w 747402"/>
                <a:gd name="connsiteY16" fmla="*/ 210771 h 1868472"/>
                <a:gd name="connsiteX17" fmla="*/ 445618 w 747402"/>
                <a:gd name="connsiteY17" fmla="*/ 134571 h 1868472"/>
                <a:gd name="connsiteX18" fmla="*/ 375768 w 747402"/>
                <a:gd name="connsiteY18" fmla="*/ 179021 h 1868472"/>
                <a:gd name="connsiteX19" fmla="*/ 375768 w 747402"/>
                <a:gd name="connsiteY19" fmla="*/ 293321 h 1868472"/>
                <a:gd name="connsiteX20" fmla="*/ 344018 w 747402"/>
                <a:gd name="connsiteY20" fmla="*/ 356821 h 1868472"/>
                <a:gd name="connsiteX21" fmla="*/ 261468 w 747402"/>
                <a:gd name="connsiteY21" fmla="*/ 267921 h 1868472"/>
                <a:gd name="connsiteX0" fmla="*/ 261468 w 747402"/>
                <a:gd name="connsiteY0" fmla="*/ 267921 h 1868472"/>
                <a:gd name="connsiteX1" fmla="*/ 293218 w 747402"/>
                <a:gd name="connsiteY1" fmla="*/ 58371 h 1868472"/>
                <a:gd name="connsiteX2" fmla="*/ 477368 w 747402"/>
                <a:gd name="connsiteY2" fmla="*/ 7571 h 1868472"/>
                <a:gd name="connsiteX3" fmla="*/ 636118 w 747402"/>
                <a:gd name="connsiteY3" fmla="*/ 191721 h 1868472"/>
                <a:gd name="connsiteX4" fmla="*/ 642468 w 747402"/>
                <a:gd name="connsiteY4" fmla="*/ 648921 h 1868472"/>
                <a:gd name="connsiteX5" fmla="*/ 473778 w 747402"/>
                <a:gd name="connsiteY5" fmla="*/ 1171484 h 1868472"/>
                <a:gd name="connsiteX6" fmla="*/ 598018 w 747402"/>
                <a:gd name="connsiteY6" fmla="*/ 1468071 h 1868472"/>
                <a:gd name="connsiteX7" fmla="*/ 712318 w 747402"/>
                <a:gd name="connsiteY7" fmla="*/ 1696671 h 1868472"/>
                <a:gd name="connsiteX8" fmla="*/ 737718 w 747402"/>
                <a:gd name="connsiteY8" fmla="*/ 1779221 h 1868472"/>
                <a:gd name="connsiteX9" fmla="*/ 566268 w 747402"/>
                <a:gd name="connsiteY9" fmla="*/ 1791921 h 1868472"/>
                <a:gd name="connsiteX10" fmla="*/ 382118 w 747402"/>
                <a:gd name="connsiteY10" fmla="*/ 1423621 h 1868472"/>
                <a:gd name="connsiteX11" fmla="*/ 147168 w 747402"/>
                <a:gd name="connsiteY11" fmla="*/ 1798271 h 1868472"/>
                <a:gd name="connsiteX12" fmla="*/ 77318 w 747402"/>
                <a:gd name="connsiteY12" fmla="*/ 1868121 h 1868472"/>
                <a:gd name="connsiteX13" fmla="*/ 7468 w 747402"/>
                <a:gd name="connsiteY13" fmla="*/ 1791921 h 1868472"/>
                <a:gd name="connsiteX14" fmla="*/ 267818 w 747402"/>
                <a:gd name="connsiteY14" fmla="*/ 1341071 h 1868472"/>
                <a:gd name="connsiteX15" fmla="*/ 356718 w 747402"/>
                <a:gd name="connsiteY15" fmla="*/ 1106121 h 1868472"/>
                <a:gd name="connsiteX16" fmla="*/ 528168 w 747402"/>
                <a:gd name="connsiteY16" fmla="*/ 560021 h 1868472"/>
                <a:gd name="connsiteX17" fmla="*/ 521818 w 747402"/>
                <a:gd name="connsiteY17" fmla="*/ 210771 h 1868472"/>
                <a:gd name="connsiteX18" fmla="*/ 445618 w 747402"/>
                <a:gd name="connsiteY18" fmla="*/ 134571 h 1868472"/>
                <a:gd name="connsiteX19" fmla="*/ 375768 w 747402"/>
                <a:gd name="connsiteY19" fmla="*/ 179021 h 1868472"/>
                <a:gd name="connsiteX20" fmla="*/ 375768 w 747402"/>
                <a:gd name="connsiteY20" fmla="*/ 293321 h 1868472"/>
                <a:gd name="connsiteX21" fmla="*/ 344018 w 747402"/>
                <a:gd name="connsiteY21" fmla="*/ 356821 h 1868472"/>
                <a:gd name="connsiteX22" fmla="*/ 261468 w 747402"/>
                <a:gd name="connsiteY22" fmla="*/ 267921 h 1868472"/>
                <a:gd name="connsiteX0" fmla="*/ 261468 w 747402"/>
                <a:gd name="connsiteY0" fmla="*/ 267921 h 1868472"/>
                <a:gd name="connsiteX1" fmla="*/ 293218 w 747402"/>
                <a:gd name="connsiteY1" fmla="*/ 58371 h 1868472"/>
                <a:gd name="connsiteX2" fmla="*/ 477368 w 747402"/>
                <a:gd name="connsiteY2" fmla="*/ 7571 h 1868472"/>
                <a:gd name="connsiteX3" fmla="*/ 636118 w 747402"/>
                <a:gd name="connsiteY3" fmla="*/ 191721 h 1868472"/>
                <a:gd name="connsiteX4" fmla="*/ 642468 w 747402"/>
                <a:gd name="connsiteY4" fmla="*/ 648921 h 1868472"/>
                <a:gd name="connsiteX5" fmla="*/ 473778 w 747402"/>
                <a:gd name="connsiteY5" fmla="*/ 1234984 h 1868472"/>
                <a:gd name="connsiteX6" fmla="*/ 598018 w 747402"/>
                <a:gd name="connsiteY6" fmla="*/ 1468071 h 1868472"/>
                <a:gd name="connsiteX7" fmla="*/ 712318 w 747402"/>
                <a:gd name="connsiteY7" fmla="*/ 1696671 h 1868472"/>
                <a:gd name="connsiteX8" fmla="*/ 737718 w 747402"/>
                <a:gd name="connsiteY8" fmla="*/ 1779221 h 1868472"/>
                <a:gd name="connsiteX9" fmla="*/ 566268 w 747402"/>
                <a:gd name="connsiteY9" fmla="*/ 1791921 h 1868472"/>
                <a:gd name="connsiteX10" fmla="*/ 382118 w 747402"/>
                <a:gd name="connsiteY10" fmla="*/ 1423621 h 1868472"/>
                <a:gd name="connsiteX11" fmla="*/ 147168 w 747402"/>
                <a:gd name="connsiteY11" fmla="*/ 1798271 h 1868472"/>
                <a:gd name="connsiteX12" fmla="*/ 77318 w 747402"/>
                <a:gd name="connsiteY12" fmla="*/ 1868121 h 1868472"/>
                <a:gd name="connsiteX13" fmla="*/ 7468 w 747402"/>
                <a:gd name="connsiteY13" fmla="*/ 1791921 h 1868472"/>
                <a:gd name="connsiteX14" fmla="*/ 267818 w 747402"/>
                <a:gd name="connsiteY14" fmla="*/ 1341071 h 1868472"/>
                <a:gd name="connsiteX15" fmla="*/ 356718 w 747402"/>
                <a:gd name="connsiteY15" fmla="*/ 1106121 h 1868472"/>
                <a:gd name="connsiteX16" fmla="*/ 528168 w 747402"/>
                <a:gd name="connsiteY16" fmla="*/ 560021 h 1868472"/>
                <a:gd name="connsiteX17" fmla="*/ 521818 w 747402"/>
                <a:gd name="connsiteY17" fmla="*/ 210771 h 1868472"/>
                <a:gd name="connsiteX18" fmla="*/ 445618 w 747402"/>
                <a:gd name="connsiteY18" fmla="*/ 134571 h 1868472"/>
                <a:gd name="connsiteX19" fmla="*/ 375768 w 747402"/>
                <a:gd name="connsiteY19" fmla="*/ 179021 h 1868472"/>
                <a:gd name="connsiteX20" fmla="*/ 375768 w 747402"/>
                <a:gd name="connsiteY20" fmla="*/ 293321 h 1868472"/>
                <a:gd name="connsiteX21" fmla="*/ 344018 w 747402"/>
                <a:gd name="connsiteY21" fmla="*/ 356821 h 1868472"/>
                <a:gd name="connsiteX22" fmla="*/ 261468 w 747402"/>
                <a:gd name="connsiteY22" fmla="*/ 267921 h 1868472"/>
                <a:gd name="connsiteX0" fmla="*/ 261468 w 747585"/>
                <a:gd name="connsiteY0" fmla="*/ 267921 h 1868472"/>
                <a:gd name="connsiteX1" fmla="*/ 293218 w 747585"/>
                <a:gd name="connsiteY1" fmla="*/ 58371 h 1868472"/>
                <a:gd name="connsiteX2" fmla="*/ 477368 w 747585"/>
                <a:gd name="connsiteY2" fmla="*/ 7571 h 1868472"/>
                <a:gd name="connsiteX3" fmla="*/ 636118 w 747585"/>
                <a:gd name="connsiteY3" fmla="*/ 191721 h 1868472"/>
                <a:gd name="connsiteX4" fmla="*/ 642468 w 747585"/>
                <a:gd name="connsiteY4" fmla="*/ 648921 h 1868472"/>
                <a:gd name="connsiteX5" fmla="*/ 473778 w 747585"/>
                <a:gd name="connsiteY5" fmla="*/ 1234984 h 1868472"/>
                <a:gd name="connsiteX6" fmla="*/ 591668 w 747585"/>
                <a:gd name="connsiteY6" fmla="*/ 1531571 h 1868472"/>
                <a:gd name="connsiteX7" fmla="*/ 712318 w 747585"/>
                <a:gd name="connsiteY7" fmla="*/ 1696671 h 1868472"/>
                <a:gd name="connsiteX8" fmla="*/ 737718 w 747585"/>
                <a:gd name="connsiteY8" fmla="*/ 1779221 h 1868472"/>
                <a:gd name="connsiteX9" fmla="*/ 566268 w 747585"/>
                <a:gd name="connsiteY9" fmla="*/ 1791921 h 1868472"/>
                <a:gd name="connsiteX10" fmla="*/ 382118 w 747585"/>
                <a:gd name="connsiteY10" fmla="*/ 1423621 h 1868472"/>
                <a:gd name="connsiteX11" fmla="*/ 147168 w 747585"/>
                <a:gd name="connsiteY11" fmla="*/ 1798271 h 1868472"/>
                <a:gd name="connsiteX12" fmla="*/ 77318 w 747585"/>
                <a:gd name="connsiteY12" fmla="*/ 1868121 h 1868472"/>
                <a:gd name="connsiteX13" fmla="*/ 7468 w 747585"/>
                <a:gd name="connsiteY13" fmla="*/ 1791921 h 1868472"/>
                <a:gd name="connsiteX14" fmla="*/ 267818 w 747585"/>
                <a:gd name="connsiteY14" fmla="*/ 1341071 h 1868472"/>
                <a:gd name="connsiteX15" fmla="*/ 356718 w 747585"/>
                <a:gd name="connsiteY15" fmla="*/ 1106121 h 1868472"/>
                <a:gd name="connsiteX16" fmla="*/ 528168 w 747585"/>
                <a:gd name="connsiteY16" fmla="*/ 560021 h 1868472"/>
                <a:gd name="connsiteX17" fmla="*/ 521818 w 747585"/>
                <a:gd name="connsiteY17" fmla="*/ 210771 h 1868472"/>
                <a:gd name="connsiteX18" fmla="*/ 445618 w 747585"/>
                <a:gd name="connsiteY18" fmla="*/ 134571 h 1868472"/>
                <a:gd name="connsiteX19" fmla="*/ 375768 w 747585"/>
                <a:gd name="connsiteY19" fmla="*/ 179021 h 1868472"/>
                <a:gd name="connsiteX20" fmla="*/ 375768 w 747585"/>
                <a:gd name="connsiteY20" fmla="*/ 293321 h 1868472"/>
                <a:gd name="connsiteX21" fmla="*/ 344018 w 747585"/>
                <a:gd name="connsiteY21" fmla="*/ 356821 h 1868472"/>
                <a:gd name="connsiteX22" fmla="*/ 261468 w 747585"/>
                <a:gd name="connsiteY22" fmla="*/ 267921 h 1868472"/>
                <a:gd name="connsiteX0" fmla="*/ 261468 w 715997"/>
                <a:gd name="connsiteY0" fmla="*/ 267921 h 1868472"/>
                <a:gd name="connsiteX1" fmla="*/ 293218 w 715997"/>
                <a:gd name="connsiteY1" fmla="*/ 58371 h 1868472"/>
                <a:gd name="connsiteX2" fmla="*/ 477368 w 715997"/>
                <a:gd name="connsiteY2" fmla="*/ 7571 h 1868472"/>
                <a:gd name="connsiteX3" fmla="*/ 636118 w 715997"/>
                <a:gd name="connsiteY3" fmla="*/ 191721 h 1868472"/>
                <a:gd name="connsiteX4" fmla="*/ 642468 w 715997"/>
                <a:gd name="connsiteY4" fmla="*/ 648921 h 1868472"/>
                <a:gd name="connsiteX5" fmla="*/ 473778 w 715997"/>
                <a:gd name="connsiteY5" fmla="*/ 1234984 h 1868472"/>
                <a:gd name="connsiteX6" fmla="*/ 591668 w 715997"/>
                <a:gd name="connsiteY6" fmla="*/ 1531571 h 1868472"/>
                <a:gd name="connsiteX7" fmla="*/ 712318 w 715997"/>
                <a:gd name="connsiteY7" fmla="*/ 1696671 h 1868472"/>
                <a:gd name="connsiteX8" fmla="*/ 674218 w 715997"/>
                <a:gd name="connsiteY8" fmla="*/ 1766521 h 1868472"/>
                <a:gd name="connsiteX9" fmla="*/ 566268 w 715997"/>
                <a:gd name="connsiteY9" fmla="*/ 1791921 h 1868472"/>
                <a:gd name="connsiteX10" fmla="*/ 382118 w 715997"/>
                <a:gd name="connsiteY10" fmla="*/ 1423621 h 1868472"/>
                <a:gd name="connsiteX11" fmla="*/ 147168 w 715997"/>
                <a:gd name="connsiteY11" fmla="*/ 1798271 h 1868472"/>
                <a:gd name="connsiteX12" fmla="*/ 77318 w 715997"/>
                <a:gd name="connsiteY12" fmla="*/ 1868121 h 1868472"/>
                <a:gd name="connsiteX13" fmla="*/ 7468 w 715997"/>
                <a:gd name="connsiteY13" fmla="*/ 1791921 h 1868472"/>
                <a:gd name="connsiteX14" fmla="*/ 267818 w 715997"/>
                <a:gd name="connsiteY14" fmla="*/ 1341071 h 1868472"/>
                <a:gd name="connsiteX15" fmla="*/ 356718 w 715997"/>
                <a:gd name="connsiteY15" fmla="*/ 1106121 h 1868472"/>
                <a:gd name="connsiteX16" fmla="*/ 528168 w 715997"/>
                <a:gd name="connsiteY16" fmla="*/ 560021 h 1868472"/>
                <a:gd name="connsiteX17" fmla="*/ 521818 w 715997"/>
                <a:gd name="connsiteY17" fmla="*/ 210771 h 1868472"/>
                <a:gd name="connsiteX18" fmla="*/ 445618 w 715997"/>
                <a:gd name="connsiteY18" fmla="*/ 134571 h 1868472"/>
                <a:gd name="connsiteX19" fmla="*/ 375768 w 715997"/>
                <a:gd name="connsiteY19" fmla="*/ 179021 h 1868472"/>
                <a:gd name="connsiteX20" fmla="*/ 375768 w 715997"/>
                <a:gd name="connsiteY20" fmla="*/ 293321 h 1868472"/>
                <a:gd name="connsiteX21" fmla="*/ 344018 w 715997"/>
                <a:gd name="connsiteY21" fmla="*/ 356821 h 1868472"/>
                <a:gd name="connsiteX22" fmla="*/ 261468 w 715997"/>
                <a:gd name="connsiteY22" fmla="*/ 267921 h 1868472"/>
                <a:gd name="connsiteX0" fmla="*/ 261468 w 715997"/>
                <a:gd name="connsiteY0" fmla="*/ 267921 h 1868472"/>
                <a:gd name="connsiteX1" fmla="*/ 293218 w 715997"/>
                <a:gd name="connsiteY1" fmla="*/ 58371 h 1868472"/>
                <a:gd name="connsiteX2" fmla="*/ 477368 w 715997"/>
                <a:gd name="connsiteY2" fmla="*/ 7571 h 1868472"/>
                <a:gd name="connsiteX3" fmla="*/ 636118 w 715997"/>
                <a:gd name="connsiteY3" fmla="*/ 191721 h 1868472"/>
                <a:gd name="connsiteX4" fmla="*/ 642468 w 715997"/>
                <a:gd name="connsiteY4" fmla="*/ 648921 h 1868472"/>
                <a:gd name="connsiteX5" fmla="*/ 473778 w 715997"/>
                <a:gd name="connsiteY5" fmla="*/ 1234984 h 1868472"/>
                <a:gd name="connsiteX6" fmla="*/ 591668 w 715997"/>
                <a:gd name="connsiteY6" fmla="*/ 1531571 h 1868472"/>
                <a:gd name="connsiteX7" fmla="*/ 712318 w 715997"/>
                <a:gd name="connsiteY7" fmla="*/ 1696671 h 1868472"/>
                <a:gd name="connsiteX8" fmla="*/ 674218 w 715997"/>
                <a:gd name="connsiteY8" fmla="*/ 1766521 h 1868472"/>
                <a:gd name="connsiteX9" fmla="*/ 566268 w 715997"/>
                <a:gd name="connsiteY9" fmla="*/ 1741121 h 1868472"/>
                <a:gd name="connsiteX10" fmla="*/ 382118 w 715997"/>
                <a:gd name="connsiteY10" fmla="*/ 1423621 h 1868472"/>
                <a:gd name="connsiteX11" fmla="*/ 147168 w 715997"/>
                <a:gd name="connsiteY11" fmla="*/ 1798271 h 1868472"/>
                <a:gd name="connsiteX12" fmla="*/ 77318 w 715997"/>
                <a:gd name="connsiteY12" fmla="*/ 1868121 h 1868472"/>
                <a:gd name="connsiteX13" fmla="*/ 7468 w 715997"/>
                <a:gd name="connsiteY13" fmla="*/ 1791921 h 1868472"/>
                <a:gd name="connsiteX14" fmla="*/ 267818 w 715997"/>
                <a:gd name="connsiteY14" fmla="*/ 1341071 h 1868472"/>
                <a:gd name="connsiteX15" fmla="*/ 356718 w 715997"/>
                <a:gd name="connsiteY15" fmla="*/ 1106121 h 1868472"/>
                <a:gd name="connsiteX16" fmla="*/ 528168 w 715997"/>
                <a:gd name="connsiteY16" fmla="*/ 560021 h 1868472"/>
                <a:gd name="connsiteX17" fmla="*/ 521818 w 715997"/>
                <a:gd name="connsiteY17" fmla="*/ 210771 h 1868472"/>
                <a:gd name="connsiteX18" fmla="*/ 445618 w 715997"/>
                <a:gd name="connsiteY18" fmla="*/ 134571 h 1868472"/>
                <a:gd name="connsiteX19" fmla="*/ 375768 w 715997"/>
                <a:gd name="connsiteY19" fmla="*/ 179021 h 1868472"/>
                <a:gd name="connsiteX20" fmla="*/ 375768 w 715997"/>
                <a:gd name="connsiteY20" fmla="*/ 293321 h 1868472"/>
                <a:gd name="connsiteX21" fmla="*/ 344018 w 715997"/>
                <a:gd name="connsiteY21" fmla="*/ 356821 h 1868472"/>
                <a:gd name="connsiteX22" fmla="*/ 261468 w 715997"/>
                <a:gd name="connsiteY22" fmla="*/ 267921 h 1868472"/>
                <a:gd name="connsiteX0" fmla="*/ 261468 w 715997"/>
                <a:gd name="connsiteY0" fmla="*/ 267921 h 1868472"/>
                <a:gd name="connsiteX1" fmla="*/ 293218 w 715997"/>
                <a:gd name="connsiteY1" fmla="*/ 58371 h 1868472"/>
                <a:gd name="connsiteX2" fmla="*/ 477368 w 715997"/>
                <a:gd name="connsiteY2" fmla="*/ 7571 h 1868472"/>
                <a:gd name="connsiteX3" fmla="*/ 636118 w 715997"/>
                <a:gd name="connsiteY3" fmla="*/ 191721 h 1868472"/>
                <a:gd name="connsiteX4" fmla="*/ 642468 w 715997"/>
                <a:gd name="connsiteY4" fmla="*/ 648921 h 1868472"/>
                <a:gd name="connsiteX5" fmla="*/ 473778 w 715997"/>
                <a:gd name="connsiteY5" fmla="*/ 1234984 h 1868472"/>
                <a:gd name="connsiteX6" fmla="*/ 591668 w 715997"/>
                <a:gd name="connsiteY6" fmla="*/ 1531571 h 1868472"/>
                <a:gd name="connsiteX7" fmla="*/ 712318 w 715997"/>
                <a:gd name="connsiteY7" fmla="*/ 1696671 h 1868472"/>
                <a:gd name="connsiteX8" fmla="*/ 674218 w 715997"/>
                <a:gd name="connsiteY8" fmla="*/ 1766521 h 1868472"/>
                <a:gd name="connsiteX9" fmla="*/ 566268 w 715997"/>
                <a:gd name="connsiteY9" fmla="*/ 1741121 h 1868472"/>
                <a:gd name="connsiteX10" fmla="*/ 382118 w 715997"/>
                <a:gd name="connsiteY10" fmla="*/ 1423621 h 1868472"/>
                <a:gd name="connsiteX11" fmla="*/ 147168 w 715997"/>
                <a:gd name="connsiteY11" fmla="*/ 1798271 h 1868472"/>
                <a:gd name="connsiteX12" fmla="*/ 77318 w 715997"/>
                <a:gd name="connsiteY12" fmla="*/ 1868121 h 1868472"/>
                <a:gd name="connsiteX13" fmla="*/ 7468 w 715997"/>
                <a:gd name="connsiteY13" fmla="*/ 1791921 h 1868472"/>
                <a:gd name="connsiteX14" fmla="*/ 267818 w 715997"/>
                <a:gd name="connsiteY14" fmla="*/ 1341071 h 1868472"/>
                <a:gd name="connsiteX15" fmla="*/ 356718 w 715997"/>
                <a:gd name="connsiteY15" fmla="*/ 1106121 h 1868472"/>
                <a:gd name="connsiteX16" fmla="*/ 528168 w 715997"/>
                <a:gd name="connsiteY16" fmla="*/ 560021 h 1868472"/>
                <a:gd name="connsiteX17" fmla="*/ 521818 w 715997"/>
                <a:gd name="connsiteY17" fmla="*/ 210771 h 1868472"/>
                <a:gd name="connsiteX18" fmla="*/ 445618 w 715997"/>
                <a:gd name="connsiteY18" fmla="*/ 134571 h 1868472"/>
                <a:gd name="connsiteX19" fmla="*/ 375768 w 715997"/>
                <a:gd name="connsiteY19" fmla="*/ 179021 h 1868472"/>
                <a:gd name="connsiteX20" fmla="*/ 375768 w 715997"/>
                <a:gd name="connsiteY20" fmla="*/ 293321 h 1868472"/>
                <a:gd name="connsiteX21" fmla="*/ 344018 w 715997"/>
                <a:gd name="connsiteY21" fmla="*/ 356821 h 1868472"/>
                <a:gd name="connsiteX22" fmla="*/ 261468 w 715997"/>
                <a:gd name="connsiteY22" fmla="*/ 267921 h 1868472"/>
                <a:gd name="connsiteX0" fmla="*/ 261468 w 715997"/>
                <a:gd name="connsiteY0" fmla="*/ 267921 h 1868472"/>
                <a:gd name="connsiteX1" fmla="*/ 293218 w 715997"/>
                <a:gd name="connsiteY1" fmla="*/ 58371 h 1868472"/>
                <a:gd name="connsiteX2" fmla="*/ 477368 w 715997"/>
                <a:gd name="connsiteY2" fmla="*/ 7571 h 1868472"/>
                <a:gd name="connsiteX3" fmla="*/ 636118 w 715997"/>
                <a:gd name="connsiteY3" fmla="*/ 191721 h 1868472"/>
                <a:gd name="connsiteX4" fmla="*/ 642468 w 715997"/>
                <a:gd name="connsiteY4" fmla="*/ 648921 h 1868472"/>
                <a:gd name="connsiteX5" fmla="*/ 473778 w 715997"/>
                <a:gd name="connsiteY5" fmla="*/ 1234984 h 1868472"/>
                <a:gd name="connsiteX6" fmla="*/ 591668 w 715997"/>
                <a:gd name="connsiteY6" fmla="*/ 1531571 h 1868472"/>
                <a:gd name="connsiteX7" fmla="*/ 712318 w 715997"/>
                <a:gd name="connsiteY7" fmla="*/ 1696671 h 1868472"/>
                <a:gd name="connsiteX8" fmla="*/ 674218 w 715997"/>
                <a:gd name="connsiteY8" fmla="*/ 1766521 h 1868472"/>
                <a:gd name="connsiteX9" fmla="*/ 566268 w 715997"/>
                <a:gd name="connsiteY9" fmla="*/ 1741121 h 1868472"/>
                <a:gd name="connsiteX10" fmla="*/ 382118 w 715997"/>
                <a:gd name="connsiteY10" fmla="*/ 1423621 h 1868472"/>
                <a:gd name="connsiteX11" fmla="*/ 147168 w 715997"/>
                <a:gd name="connsiteY11" fmla="*/ 1798271 h 1868472"/>
                <a:gd name="connsiteX12" fmla="*/ 77318 w 715997"/>
                <a:gd name="connsiteY12" fmla="*/ 1868121 h 1868472"/>
                <a:gd name="connsiteX13" fmla="*/ 7468 w 715997"/>
                <a:gd name="connsiteY13" fmla="*/ 1791921 h 1868472"/>
                <a:gd name="connsiteX14" fmla="*/ 267818 w 715997"/>
                <a:gd name="connsiteY14" fmla="*/ 1341071 h 1868472"/>
                <a:gd name="connsiteX15" fmla="*/ 356718 w 715997"/>
                <a:gd name="connsiteY15" fmla="*/ 1106121 h 1868472"/>
                <a:gd name="connsiteX16" fmla="*/ 528168 w 715997"/>
                <a:gd name="connsiteY16" fmla="*/ 560021 h 1868472"/>
                <a:gd name="connsiteX17" fmla="*/ 521818 w 715997"/>
                <a:gd name="connsiteY17" fmla="*/ 210771 h 1868472"/>
                <a:gd name="connsiteX18" fmla="*/ 445618 w 715997"/>
                <a:gd name="connsiteY18" fmla="*/ 134571 h 1868472"/>
                <a:gd name="connsiteX19" fmla="*/ 375768 w 715997"/>
                <a:gd name="connsiteY19" fmla="*/ 179021 h 1868472"/>
                <a:gd name="connsiteX20" fmla="*/ 375768 w 715997"/>
                <a:gd name="connsiteY20" fmla="*/ 293321 h 1868472"/>
                <a:gd name="connsiteX21" fmla="*/ 344018 w 715997"/>
                <a:gd name="connsiteY21" fmla="*/ 356821 h 1868472"/>
                <a:gd name="connsiteX22" fmla="*/ 261468 w 715997"/>
                <a:gd name="connsiteY22"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42468 w 716382"/>
                <a:gd name="connsiteY4" fmla="*/ 648921 h 1868472"/>
                <a:gd name="connsiteX5" fmla="*/ 473778 w 716382"/>
                <a:gd name="connsiteY5" fmla="*/ 1234984 h 1868472"/>
                <a:gd name="connsiteX6" fmla="*/ 591668 w 716382"/>
                <a:gd name="connsiteY6" fmla="*/ 1531571 h 1868472"/>
                <a:gd name="connsiteX7" fmla="*/ 712318 w 716382"/>
                <a:gd name="connsiteY7" fmla="*/ 1696671 h 1868472"/>
                <a:gd name="connsiteX8" fmla="*/ 674218 w 716382"/>
                <a:gd name="connsiteY8" fmla="*/ 1766521 h 1868472"/>
                <a:gd name="connsiteX9" fmla="*/ 540868 w 716382"/>
                <a:gd name="connsiteY9" fmla="*/ 1658571 h 1868472"/>
                <a:gd name="connsiteX10" fmla="*/ 382118 w 716382"/>
                <a:gd name="connsiteY10" fmla="*/ 1423621 h 1868472"/>
                <a:gd name="connsiteX11" fmla="*/ 147168 w 716382"/>
                <a:gd name="connsiteY11" fmla="*/ 1798271 h 1868472"/>
                <a:gd name="connsiteX12" fmla="*/ 77318 w 716382"/>
                <a:gd name="connsiteY12" fmla="*/ 1868121 h 1868472"/>
                <a:gd name="connsiteX13" fmla="*/ 7468 w 716382"/>
                <a:gd name="connsiteY13" fmla="*/ 1791921 h 1868472"/>
                <a:gd name="connsiteX14" fmla="*/ 267818 w 716382"/>
                <a:gd name="connsiteY14" fmla="*/ 1341071 h 1868472"/>
                <a:gd name="connsiteX15" fmla="*/ 356718 w 716382"/>
                <a:gd name="connsiteY15" fmla="*/ 1106121 h 1868472"/>
                <a:gd name="connsiteX16" fmla="*/ 528168 w 716382"/>
                <a:gd name="connsiteY16" fmla="*/ 560021 h 1868472"/>
                <a:gd name="connsiteX17" fmla="*/ 521818 w 716382"/>
                <a:gd name="connsiteY17" fmla="*/ 210771 h 1868472"/>
                <a:gd name="connsiteX18" fmla="*/ 445618 w 716382"/>
                <a:gd name="connsiteY18" fmla="*/ 134571 h 1868472"/>
                <a:gd name="connsiteX19" fmla="*/ 375768 w 716382"/>
                <a:gd name="connsiteY19" fmla="*/ 179021 h 1868472"/>
                <a:gd name="connsiteX20" fmla="*/ 375768 w 716382"/>
                <a:gd name="connsiteY20" fmla="*/ 293321 h 1868472"/>
                <a:gd name="connsiteX21" fmla="*/ 344018 w 716382"/>
                <a:gd name="connsiteY21" fmla="*/ 356821 h 1868472"/>
                <a:gd name="connsiteX22" fmla="*/ 261468 w 716382"/>
                <a:gd name="connsiteY22"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42468 w 716382"/>
                <a:gd name="connsiteY4" fmla="*/ 648921 h 1868472"/>
                <a:gd name="connsiteX5" fmla="*/ 473778 w 716382"/>
                <a:gd name="connsiteY5" fmla="*/ 1234984 h 1868472"/>
                <a:gd name="connsiteX6" fmla="*/ 591668 w 716382"/>
                <a:gd name="connsiteY6" fmla="*/ 1531571 h 1868472"/>
                <a:gd name="connsiteX7" fmla="*/ 712318 w 716382"/>
                <a:gd name="connsiteY7" fmla="*/ 1696671 h 1868472"/>
                <a:gd name="connsiteX8" fmla="*/ 674218 w 716382"/>
                <a:gd name="connsiteY8" fmla="*/ 1766521 h 1868472"/>
                <a:gd name="connsiteX9" fmla="*/ 540868 w 716382"/>
                <a:gd name="connsiteY9" fmla="*/ 1639521 h 1868472"/>
                <a:gd name="connsiteX10" fmla="*/ 382118 w 716382"/>
                <a:gd name="connsiteY10" fmla="*/ 1423621 h 1868472"/>
                <a:gd name="connsiteX11" fmla="*/ 147168 w 716382"/>
                <a:gd name="connsiteY11" fmla="*/ 1798271 h 1868472"/>
                <a:gd name="connsiteX12" fmla="*/ 77318 w 716382"/>
                <a:gd name="connsiteY12" fmla="*/ 1868121 h 1868472"/>
                <a:gd name="connsiteX13" fmla="*/ 7468 w 716382"/>
                <a:gd name="connsiteY13" fmla="*/ 1791921 h 1868472"/>
                <a:gd name="connsiteX14" fmla="*/ 267818 w 716382"/>
                <a:gd name="connsiteY14" fmla="*/ 1341071 h 1868472"/>
                <a:gd name="connsiteX15" fmla="*/ 356718 w 716382"/>
                <a:gd name="connsiteY15" fmla="*/ 1106121 h 1868472"/>
                <a:gd name="connsiteX16" fmla="*/ 528168 w 716382"/>
                <a:gd name="connsiteY16" fmla="*/ 560021 h 1868472"/>
                <a:gd name="connsiteX17" fmla="*/ 521818 w 716382"/>
                <a:gd name="connsiteY17" fmla="*/ 210771 h 1868472"/>
                <a:gd name="connsiteX18" fmla="*/ 445618 w 716382"/>
                <a:gd name="connsiteY18" fmla="*/ 134571 h 1868472"/>
                <a:gd name="connsiteX19" fmla="*/ 375768 w 716382"/>
                <a:gd name="connsiteY19" fmla="*/ 179021 h 1868472"/>
                <a:gd name="connsiteX20" fmla="*/ 375768 w 716382"/>
                <a:gd name="connsiteY20" fmla="*/ 293321 h 1868472"/>
                <a:gd name="connsiteX21" fmla="*/ 344018 w 716382"/>
                <a:gd name="connsiteY21" fmla="*/ 356821 h 1868472"/>
                <a:gd name="connsiteX22" fmla="*/ 261468 w 716382"/>
                <a:gd name="connsiteY22"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42468 w 716382"/>
                <a:gd name="connsiteY4" fmla="*/ 648921 h 1868472"/>
                <a:gd name="connsiteX5" fmla="*/ 473778 w 716382"/>
                <a:gd name="connsiteY5" fmla="*/ 1234984 h 1868472"/>
                <a:gd name="connsiteX6" fmla="*/ 591668 w 716382"/>
                <a:gd name="connsiteY6" fmla="*/ 1531571 h 1868472"/>
                <a:gd name="connsiteX7" fmla="*/ 712318 w 716382"/>
                <a:gd name="connsiteY7" fmla="*/ 1696671 h 1868472"/>
                <a:gd name="connsiteX8" fmla="*/ 674218 w 716382"/>
                <a:gd name="connsiteY8" fmla="*/ 1766521 h 1868472"/>
                <a:gd name="connsiteX9" fmla="*/ 540868 w 716382"/>
                <a:gd name="connsiteY9" fmla="*/ 1639521 h 1868472"/>
                <a:gd name="connsiteX10" fmla="*/ 382118 w 716382"/>
                <a:gd name="connsiteY10" fmla="*/ 1423621 h 1868472"/>
                <a:gd name="connsiteX11" fmla="*/ 147168 w 716382"/>
                <a:gd name="connsiteY11" fmla="*/ 1798271 h 1868472"/>
                <a:gd name="connsiteX12" fmla="*/ 77318 w 716382"/>
                <a:gd name="connsiteY12" fmla="*/ 1868121 h 1868472"/>
                <a:gd name="connsiteX13" fmla="*/ 7468 w 716382"/>
                <a:gd name="connsiteY13" fmla="*/ 1791921 h 1868472"/>
                <a:gd name="connsiteX14" fmla="*/ 267818 w 716382"/>
                <a:gd name="connsiteY14" fmla="*/ 1341071 h 1868472"/>
                <a:gd name="connsiteX15" fmla="*/ 356718 w 716382"/>
                <a:gd name="connsiteY15" fmla="*/ 1106121 h 1868472"/>
                <a:gd name="connsiteX16" fmla="*/ 403927 w 716382"/>
                <a:gd name="connsiteY16" fmla="*/ 822234 h 1868472"/>
                <a:gd name="connsiteX17" fmla="*/ 528168 w 716382"/>
                <a:gd name="connsiteY17" fmla="*/ 560021 h 1868472"/>
                <a:gd name="connsiteX18" fmla="*/ 521818 w 716382"/>
                <a:gd name="connsiteY18" fmla="*/ 210771 h 1868472"/>
                <a:gd name="connsiteX19" fmla="*/ 445618 w 716382"/>
                <a:gd name="connsiteY19" fmla="*/ 134571 h 1868472"/>
                <a:gd name="connsiteX20" fmla="*/ 375768 w 716382"/>
                <a:gd name="connsiteY20" fmla="*/ 179021 h 1868472"/>
                <a:gd name="connsiteX21" fmla="*/ 375768 w 716382"/>
                <a:gd name="connsiteY21" fmla="*/ 293321 h 1868472"/>
                <a:gd name="connsiteX22" fmla="*/ 344018 w 716382"/>
                <a:gd name="connsiteY22" fmla="*/ 356821 h 1868472"/>
                <a:gd name="connsiteX23" fmla="*/ 261468 w 716382"/>
                <a:gd name="connsiteY23"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42468 w 716382"/>
                <a:gd name="connsiteY4" fmla="*/ 648921 h 1868472"/>
                <a:gd name="connsiteX5" fmla="*/ 530927 w 716382"/>
                <a:gd name="connsiteY5" fmla="*/ 911134 h 1868472"/>
                <a:gd name="connsiteX6" fmla="*/ 473778 w 716382"/>
                <a:gd name="connsiteY6" fmla="*/ 1234984 h 1868472"/>
                <a:gd name="connsiteX7" fmla="*/ 591668 w 716382"/>
                <a:gd name="connsiteY7" fmla="*/ 1531571 h 1868472"/>
                <a:gd name="connsiteX8" fmla="*/ 712318 w 716382"/>
                <a:gd name="connsiteY8" fmla="*/ 1696671 h 1868472"/>
                <a:gd name="connsiteX9" fmla="*/ 674218 w 716382"/>
                <a:gd name="connsiteY9" fmla="*/ 1766521 h 1868472"/>
                <a:gd name="connsiteX10" fmla="*/ 540868 w 716382"/>
                <a:gd name="connsiteY10" fmla="*/ 1639521 h 1868472"/>
                <a:gd name="connsiteX11" fmla="*/ 382118 w 716382"/>
                <a:gd name="connsiteY11" fmla="*/ 1423621 h 1868472"/>
                <a:gd name="connsiteX12" fmla="*/ 147168 w 716382"/>
                <a:gd name="connsiteY12" fmla="*/ 1798271 h 1868472"/>
                <a:gd name="connsiteX13" fmla="*/ 77318 w 716382"/>
                <a:gd name="connsiteY13" fmla="*/ 1868121 h 1868472"/>
                <a:gd name="connsiteX14" fmla="*/ 7468 w 716382"/>
                <a:gd name="connsiteY14" fmla="*/ 1791921 h 1868472"/>
                <a:gd name="connsiteX15" fmla="*/ 267818 w 716382"/>
                <a:gd name="connsiteY15" fmla="*/ 1341071 h 1868472"/>
                <a:gd name="connsiteX16" fmla="*/ 356718 w 716382"/>
                <a:gd name="connsiteY16" fmla="*/ 1106121 h 1868472"/>
                <a:gd name="connsiteX17" fmla="*/ 403927 w 716382"/>
                <a:gd name="connsiteY17" fmla="*/ 822234 h 1868472"/>
                <a:gd name="connsiteX18" fmla="*/ 528168 w 716382"/>
                <a:gd name="connsiteY18" fmla="*/ 560021 h 1868472"/>
                <a:gd name="connsiteX19" fmla="*/ 521818 w 716382"/>
                <a:gd name="connsiteY19" fmla="*/ 210771 h 1868472"/>
                <a:gd name="connsiteX20" fmla="*/ 445618 w 716382"/>
                <a:gd name="connsiteY20" fmla="*/ 134571 h 1868472"/>
                <a:gd name="connsiteX21" fmla="*/ 375768 w 716382"/>
                <a:gd name="connsiteY21" fmla="*/ 179021 h 1868472"/>
                <a:gd name="connsiteX22" fmla="*/ 375768 w 716382"/>
                <a:gd name="connsiteY22" fmla="*/ 293321 h 1868472"/>
                <a:gd name="connsiteX23" fmla="*/ 344018 w 716382"/>
                <a:gd name="connsiteY23" fmla="*/ 356821 h 1868472"/>
                <a:gd name="connsiteX24" fmla="*/ 261468 w 716382"/>
                <a:gd name="connsiteY24"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42468 w 716382"/>
                <a:gd name="connsiteY4" fmla="*/ 648921 h 1868472"/>
                <a:gd name="connsiteX5" fmla="*/ 530927 w 716382"/>
                <a:gd name="connsiteY5" fmla="*/ 911134 h 1868472"/>
                <a:gd name="connsiteX6" fmla="*/ 473778 w 716382"/>
                <a:gd name="connsiteY6" fmla="*/ 1234984 h 1868472"/>
                <a:gd name="connsiteX7" fmla="*/ 591668 w 716382"/>
                <a:gd name="connsiteY7" fmla="*/ 1531571 h 1868472"/>
                <a:gd name="connsiteX8" fmla="*/ 712318 w 716382"/>
                <a:gd name="connsiteY8" fmla="*/ 1696671 h 1868472"/>
                <a:gd name="connsiteX9" fmla="*/ 674218 w 716382"/>
                <a:gd name="connsiteY9" fmla="*/ 1766521 h 1868472"/>
                <a:gd name="connsiteX10" fmla="*/ 540868 w 716382"/>
                <a:gd name="connsiteY10" fmla="*/ 1639521 h 1868472"/>
                <a:gd name="connsiteX11" fmla="*/ 382118 w 716382"/>
                <a:gd name="connsiteY11" fmla="*/ 1423621 h 1868472"/>
                <a:gd name="connsiteX12" fmla="*/ 147168 w 716382"/>
                <a:gd name="connsiteY12" fmla="*/ 1798271 h 1868472"/>
                <a:gd name="connsiteX13" fmla="*/ 77318 w 716382"/>
                <a:gd name="connsiteY13" fmla="*/ 1868121 h 1868472"/>
                <a:gd name="connsiteX14" fmla="*/ 7468 w 716382"/>
                <a:gd name="connsiteY14" fmla="*/ 1791921 h 1868472"/>
                <a:gd name="connsiteX15" fmla="*/ 267818 w 716382"/>
                <a:gd name="connsiteY15" fmla="*/ 1341071 h 1868472"/>
                <a:gd name="connsiteX16" fmla="*/ 356718 w 716382"/>
                <a:gd name="connsiteY16" fmla="*/ 1106121 h 1868472"/>
                <a:gd name="connsiteX17" fmla="*/ 403927 w 716382"/>
                <a:gd name="connsiteY17" fmla="*/ 822234 h 1868472"/>
                <a:gd name="connsiteX18" fmla="*/ 509118 w 716382"/>
                <a:gd name="connsiteY18" fmla="*/ 560021 h 1868472"/>
                <a:gd name="connsiteX19" fmla="*/ 521818 w 716382"/>
                <a:gd name="connsiteY19" fmla="*/ 210771 h 1868472"/>
                <a:gd name="connsiteX20" fmla="*/ 445618 w 716382"/>
                <a:gd name="connsiteY20" fmla="*/ 134571 h 1868472"/>
                <a:gd name="connsiteX21" fmla="*/ 375768 w 716382"/>
                <a:gd name="connsiteY21" fmla="*/ 179021 h 1868472"/>
                <a:gd name="connsiteX22" fmla="*/ 375768 w 716382"/>
                <a:gd name="connsiteY22" fmla="*/ 293321 h 1868472"/>
                <a:gd name="connsiteX23" fmla="*/ 344018 w 716382"/>
                <a:gd name="connsiteY23" fmla="*/ 356821 h 1868472"/>
                <a:gd name="connsiteX24" fmla="*/ 261468 w 716382"/>
                <a:gd name="connsiteY24"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23418 w 716382"/>
                <a:gd name="connsiteY4" fmla="*/ 610821 h 1868472"/>
                <a:gd name="connsiteX5" fmla="*/ 530927 w 716382"/>
                <a:gd name="connsiteY5" fmla="*/ 911134 h 1868472"/>
                <a:gd name="connsiteX6" fmla="*/ 473778 w 716382"/>
                <a:gd name="connsiteY6" fmla="*/ 1234984 h 1868472"/>
                <a:gd name="connsiteX7" fmla="*/ 591668 w 716382"/>
                <a:gd name="connsiteY7" fmla="*/ 1531571 h 1868472"/>
                <a:gd name="connsiteX8" fmla="*/ 712318 w 716382"/>
                <a:gd name="connsiteY8" fmla="*/ 1696671 h 1868472"/>
                <a:gd name="connsiteX9" fmla="*/ 674218 w 716382"/>
                <a:gd name="connsiteY9" fmla="*/ 1766521 h 1868472"/>
                <a:gd name="connsiteX10" fmla="*/ 540868 w 716382"/>
                <a:gd name="connsiteY10" fmla="*/ 1639521 h 1868472"/>
                <a:gd name="connsiteX11" fmla="*/ 382118 w 716382"/>
                <a:gd name="connsiteY11" fmla="*/ 1423621 h 1868472"/>
                <a:gd name="connsiteX12" fmla="*/ 147168 w 716382"/>
                <a:gd name="connsiteY12" fmla="*/ 1798271 h 1868472"/>
                <a:gd name="connsiteX13" fmla="*/ 77318 w 716382"/>
                <a:gd name="connsiteY13" fmla="*/ 1868121 h 1868472"/>
                <a:gd name="connsiteX14" fmla="*/ 7468 w 716382"/>
                <a:gd name="connsiteY14" fmla="*/ 1791921 h 1868472"/>
                <a:gd name="connsiteX15" fmla="*/ 267818 w 716382"/>
                <a:gd name="connsiteY15" fmla="*/ 1341071 h 1868472"/>
                <a:gd name="connsiteX16" fmla="*/ 356718 w 716382"/>
                <a:gd name="connsiteY16" fmla="*/ 1106121 h 1868472"/>
                <a:gd name="connsiteX17" fmla="*/ 403927 w 716382"/>
                <a:gd name="connsiteY17" fmla="*/ 822234 h 1868472"/>
                <a:gd name="connsiteX18" fmla="*/ 509118 w 716382"/>
                <a:gd name="connsiteY18" fmla="*/ 560021 h 1868472"/>
                <a:gd name="connsiteX19" fmla="*/ 521818 w 716382"/>
                <a:gd name="connsiteY19" fmla="*/ 210771 h 1868472"/>
                <a:gd name="connsiteX20" fmla="*/ 445618 w 716382"/>
                <a:gd name="connsiteY20" fmla="*/ 134571 h 1868472"/>
                <a:gd name="connsiteX21" fmla="*/ 375768 w 716382"/>
                <a:gd name="connsiteY21" fmla="*/ 179021 h 1868472"/>
                <a:gd name="connsiteX22" fmla="*/ 375768 w 716382"/>
                <a:gd name="connsiteY22" fmla="*/ 293321 h 1868472"/>
                <a:gd name="connsiteX23" fmla="*/ 344018 w 716382"/>
                <a:gd name="connsiteY23" fmla="*/ 356821 h 1868472"/>
                <a:gd name="connsiteX24" fmla="*/ 261468 w 716382"/>
                <a:gd name="connsiteY24"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23418 w 716382"/>
                <a:gd name="connsiteY4" fmla="*/ 610821 h 1868472"/>
                <a:gd name="connsiteX5" fmla="*/ 530927 w 716382"/>
                <a:gd name="connsiteY5" fmla="*/ 911134 h 1868472"/>
                <a:gd name="connsiteX6" fmla="*/ 473778 w 716382"/>
                <a:gd name="connsiteY6" fmla="*/ 1234984 h 1868472"/>
                <a:gd name="connsiteX7" fmla="*/ 591668 w 716382"/>
                <a:gd name="connsiteY7" fmla="*/ 1531571 h 1868472"/>
                <a:gd name="connsiteX8" fmla="*/ 712318 w 716382"/>
                <a:gd name="connsiteY8" fmla="*/ 1696671 h 1868472"/>
                <a:gd name="connsiteX9" fmla="*/ 674218 w 716382"/>
                <a:gd name="connsiteY9" fmla="*/ 1766521 h 1868472"/>
                <a:gd name="connsiteX10" fmla="*/ 540868 w 716382"/>
                <a:gd name="connsiteY10" fmla="*/ 1639521 h 1868472"/>
                <a:gd name="connsiteX11" fmla="*/ 382118 w 716382"/>
                <a:gd name="connsiteY11" fmla="*/ 1423621 h 1868472"/>
                <a:gd name="connsiteX12" fmla="*/ 147168 w 716382"/>
                <a:gd name="connsiteY12" fmla="*/ 1798271 h 1868472"/>
                <a:gd name="connsiteX13" fmla="*/ 77318 w 716382"/>
                <a:gd name="connsiteY13" fmla="*/ 1868121 h 1868472"/>
                <a:gd name="connsiteX14" fmla="*/ 7468 w 716382"/>
                <a:gd name="connsiteY14" fmla="*/ 1791921 h 1868472"/>
                <a:gd name="connsiteX15" fmla="*/ 267818 w 716382"/>
                <a:gd name="connsiteY15" fmla="*/ 1341071 h 1868472"/>
                <a:gd name="connsiteX16" fmla="*/ 356718 w 716382"/>
                <a:gd name="connsiteY16" fmla="*/ 1106121 h 1868472"/>
                <a:gd name="connsiteX17" fmla="*/ 403927 w 716382"/>
                <a:gd name="connsiteY17" fmla="*/ 822234 h 1868472"/>
                <a:gd name="connsiteX18" fmla="*/ 509118 w 716382"/>
                <a:gd name="connsiteY18" fmla="*/ 560021 h 1868472"/>
                <a:gd name="connsiteX19" fmla="*/ 521818 w 716382"/>
                <a:gd name="connsiteY19" fmla="*/ 210771 h 1868472"/>
                <a:gd name="connsiteX20" fmla="*/ 445618 w 716382"/>
                <a:gd name="connsiteY20" fmla="*/ 134571 h 1868472"/>
                <a:gd name="connsiteX21" fmla="*/ 375768 w 716382"/>
                <a:gd name="connsiteY21" fmla="*/ 179021 h 1868472"/>
                <a:gd name="connsiteX22" fmla="*/ 375768 w 716382"/>
                <a:gd name="connsiteY22" fmla="*/ 293321 h 1868472"/>
                <a:gd name="connsiteX23" fmla="*/ 344018 w 716382"/>
                <a:gd name="connsiteY23" fmla="*/ 356821 h 1868472"/>
                <a:gd name="connsiteX24" fmla="*/ 261468 w 716382"/>
                <a:gd name="connsiteY24"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23418 w 716382"/>
                <a:gd name="connsiteY4" fmla="*/ 610821 h 1868472"/>
                <a:gd name="connsiteX5" fmla="*/ 518227 w 716382"/>
                <a:gd name="connsiteY5" fmla="*/ 892084 h 1868472"/>
                <a:gd name="connsiteX6" fmla="*/ 473778 w 716382"/>
                <a:gd name="connsiteY6" fmla="*/ 1234984 h 1868472"/>
                <a:gd name="connsiteX7" fmla="*/ 591668 w 716382"/>
                <a:gd name="connsiteY7" fmla="*/ 1531571 h 1868472"/>
                <a:gd name="connsiteX8" fmla="*/ 712318 w 716382"/>
                <a:gd name="connsiteY8" fmla="*/ 1696671 h 1868472"/>
                <a:gd name="connsiteX9" fmla="*/ 674218 w 716382"/>
                <a:gd name="connsiteY9" fmla="*/ 1766521 h 1868472"/>
                <a:gd name="connsiteX10" fmla="*/ 540868 w 716382"/>
                <a:gd name="connsiteY10" fmla="*/ 1639521 h 1868472"/>
                <a:gd name="connsiteX11" fmla="*/ 382118 w 716382"/>
                <a:gd name="connsiteY11" fmla="*/ 1423621 h 1868472"/>
                <a:gd name="connsiteX12" fmla="*/ 147168 w 716382"/>
                <a:gd name="connsiteY12" fmla="*/ 1798271 h 1868472"/>
                <a:gd name="connsiteX13" fmla="*/ 77318 w 716382"/>
                <a:gd name="connsiteY13" fmla="*/ 1868121 h 1868472"/>
                <a:gd name="connsiteX14" fmla="*/ 7468 w 716382"/>
                <a:gd name="connsiteY14" fmla="*/ 1791921 h 1868472"/>
                <a:gd name="connsiteX15" fmla="*/ 267818 w 716382"/>
                <a:gd name="connsiteY15" fmla="*/ 1341071 h 1868472"/>
                <a:gd name="connsiteX16" fmla="*/ 356718 w 716382"/>
                <a:gd name="connsiteY16" fmla="*/ 1106121 h 1868472"/>
                <a:gd name="connsiteX17" fmla="*/ 403927 w 716382"/>
                <a:gd name="connsiteY17" fmla="*/ 822234 h 1868472"/>
                <a:gd name="connsiteX18" fmla="*/ 509118 w 716382"/>
                <a:gd name="connsiteY18" fmla="*/ 560021 h 1868472"/>
                <a:gd name="connsiteX19" fmla="*/ 521818 w 716382"/>
                <a:gd name="connsiteY19" fmla="*/ 210771 h 1868472"/>
                <a:gd name="connsiteX20" fmla="*/ 445618 w 716382"/>
                <a:gd name="connsiteY20" fmla="*/ 134571 h 1868472"/>
                <a:gd name="connsiteX21" fmla="*/ 375768 w 716382"/>
                <a:gd name="connsiteY21" fmla="*/ 179021 h 1868472"/>
                <a:gd name="connsiteX22" fmla="*/ 375768 w 716382"/>
                <a:gd name="connsiteY22" fmla="*/ 293321 h 1868472"/>
                <a:gd name="connsiteX23" fmla="*/ 344018 w 716382"/>
                <a:gd name="connsiteY23" fmla="*/ 356821 h 1868472"/>
                <a:gd name="connsiteX24" fmla="*/ 261468 w 716382"/>
                <a:gd name="connsiteY24" fmla="*/ 267921 h 1868472"/>
                <a:gd name="connsiteX0" fmla="*/ 261614 w 716528"/>
                <a:gd name="connsiteY0" fmla="*/ 267921 h 1871694"/>
                <a:gd name="connsiteX1" fmla="*/ 293364 w 716528"/>
                <a:gd name="connsiteY1" fmla="*/ 58371 h 1871694"/>
                <a:gd name="connsiteX2" fmla="*/ 477514 w 716528"/>
                <a:gd name="connsiteY2" fmla="*/ 7571 h 1871694"/>
                <a:gd name="connsiteX3" fmla="*/ 636264 w 716528"/>
                <a:gd name="connsiteY3" fmla="*/ 191721 h 1871694"/>
                <a:gd name="connsiteX4" fmla="*/ 623564 w 716528"/>
                <a:gd name="connsiteY4" fmla="*/ 610821 h 1871694"/>
                <a:gd name="connsiteX5" fmla="*/ 518373 w 716528"/>
                <a:gd name="connsiteY5" fmla="*/ 892084 h 1871694"/>
                <a:gd name="connsiteX6" fmla="*/ 473924 w 716528"/>
                <a:gd name="connsiteY6" fmla="*/ 1234984 h 1871694"/>
                <a:gd name="connsiteX7" fmla="*/ 591814 w 716528"/>
                <a:gd name="connsiteY7" fmla="*/ 1531571 h 1871694"/>
                <a:gd name="connsiteX8" fmla="*/ 712464 w 716528"/>
                <a:gd name="connsiteY8" fmla="*/ 1696671 h 1871694"/>
                <a:gd name="connsiteX9" fmla="*/ 674364 w 716528"/>
                <a:gd name="connsiteY9" fmla="*/ 1766521 h 1871694"/>
                <a:gd name="connsiteX10" fmla="*/ 541014 w 716528"/>
                <a:gd name="connsiteY10" fmla="*/ 1639521 h 1871694"/>
                <a:gd name="connsiteX11" fmla="*/ 382264 w 716528"/>
                <a:gd name="connsiteY11" fmla="*/ 1423621 h 1871694"/>
                <a:gd name="connsiteX12" fmla="*/ 160014 w 716528"/>
                <a:gd name="connsiteY12" fmla="*/ 1747471 h 1871694"/>
                <a:gd name="connsiteX13" fmla="*/ 77464 w 716528"/>
                <a:gd name="connsiteY13" fmla="*/ 1868121 h 1871694"/>
                <a:gd name="connsiteX14" fmla="*/ 7614 w 716528"/>
                <a:gd name="connsiteY14" fmla="*/ 1791921 h 1871694"/>
                <a:gd name="connsiteX15" fmla="*/ 267964 w 716528"/>
                <a:gd name="connsiteY15" fmla="*/ 1341071 h 1871694"/>
                <a:gd name="connsiteX16" fmla="*/ 356864 w 716528"/>
                <a:gd name="connsiteY16" fmla="*/ 1106121 h 1871694"/>
                <a:gd name="connsiteX17" fmla="*/ 404073 w 716528"/>
                <a:gd name="connsiteY17" fmla="*/ 822234 h 1871694"/>
                <a:gd name="connsiteX18" fmla="*/ 509264 w 716528"/>
                <a:gd name="connsiteY18" fmla="*/ 560021 h 1871694"/>
                <a:gd name="connsiteX19" fmla="*/ 521964 w 716528"/>
                <a:gd name="connsiteY19" fmla="*/ 210771 h 1871694"/>
                <a:gd name="connsiteX20" fmla="*/ 445764 w 716528"/>
                <a:gd name="connsiteY20" fmla="*/ 134571 h 1871694"/>
                <a:gd name="connsiteX21" fmla="*/ 375914 w 716528"/>
                <a:gd name="connsiteY21" fmla="*/ 179021 h 1871694"/>
                <a:gd name="connsiteX22" fmla="*/ 375914 w 716528"/>
                <a:gd name="connsiteY22" fmla="*/ 293321 h 1871694"/>
                <a:gd name="connsiteX23" fmla="*/ 344164 w 716528"/>
                <a:gd name="connsiteY23" fmla="*/ 356821 h 1871694"/>
                <a:gd name="connsiteX24" fmla="*/ 261614 w 716528"/>
                <a:gd name="connsiteY24" fmla="*/ 267921 h 1871694"/>
                <a:gd name="connsiteX0" fmla="*/ 260884 w 715798"/>
                <a:gd name="connsiteY0" fmla="*/ 267921 h 1871261"/>
                <a:gd name="connsiteX1" fmla="*/ 292634 w 715798"/>
                <a:gd name="connsiteY1" fmla="*/ 58371 h 1871261"/>
                <a:gd name="connsiteX2" fmla="*/ 476784 w 715798"/>
                <a:gd name="connsiteY2" fmla="*/ 7571 h 1871261"/>
                <a:gd name="connsiteX3" fmla="*/ 635534 w 715798"/>
                <a:gd name="connsiteY3" fmla="*/ 191721 h 1871261"/>
                <a:gd name="connsiteX4" fmla="*/ 622834 w 715798"/>
                <a:gd name="connsiteY4" fmla="*/ 610821 h 1871261"/>
                <a:gd name="connsiteX5" fmla="*/ 517643 w 715798"/>
                <a:gd name="connsiteY5" fmla="*/ 892084 h 1871261"/>
                <a:gd name="connsiteX6" fmla="*/ 473194 w 715798"/>
                <a:gd name="connsiteY6" fmla="*/ 1234984 h 1871261"/>
                <a:gd name="connsiteX7" fmla="*/ 591084 w 715798"/>
                <a:gd name="connsiteY7" fmla="*/ 1531571 h 1871261"/>
                <a:gd name="connsiteX8" fmla="*/ 711734 w 715798"/>
                <a:gd name="connsiteY8" fmla="*/ 1696671 h 1871261"/>
                <a:gd name="connsiteX9" fmla="*/ 673634 w 715798"/>
                <a:gd name="connsiteY9" fmla="*/ 1766521 h 1871261"/>
                <a:gd name="connsiteX10" fmla="*/ 540284 w 715798"/>
                <a:gd name="connsiteY10" fmla="*/ 1639521 h 1871261"/>
                <a:gd name="connsiteX11" fmla="*/ 381534 w 715798"/>
                <a:gd name="connsiteY11" fmla="*/ 1423621 h 1871261"/>
                <a:gd name="connsiteX12" fmla="*/ 159284 w 715798"/>
                <a:gd name="connsiteY12" fmla="*/ 1747471 h 1871261"/>
                <a:gd name="connsiteX13" fmla="*/ 76734 w 715798"/>
                <a:gd name="connsiteY13" fmla="*/ 1868121 h 1871261"/>
                <a:gd name="connsiteX14" fmla="*/ 6884 w 715798"/>
                <a:gd name="connsiteY14" fmla="*/ 1791921 h 1871261"/>
                <a:gd name="connsiteX15" fmla="*/ 254534 w 715798"/>
                <a:gd name="connsiteY15" fmla="*/ 1360121 h 1871261"/>
                <a:gd name="connsiteX16" fmla="*/ 356134 w 715798"/>
                <a:gd name="connsiteY16" fmla="*/ 1106121 h 1871261"/>
                <a:gd name="connsiteX17" fmla="*/ 403343 w 715798"/>
                <a:gd name="connsiteY17" fmla="*/ 822234 h 1871261"/>
                <a:gd name="connsiteX18" fmla="*/ 508534 w 715798"/>
                <a:gd name="connsiteY18" fmla="*/ 560021 h 1871261"/>
                <a:gd name="connsiteX19" fmla="*/ 521234 w 715798"/>
                <a:gd name="connsiteY19" fmla="*/ 210771 h 1871261"/>
                <a:gd name="connsiteX20" fmla="*/ 445034 w 715798"/>
                <a:gd name="connsiteY20" fmla="*/ 134571 h 1871261"/>
                <a:gd name="connsiteX21" fmla="*/ 375184 w 715798"/>
                <a:gd name="connsiteY21" fmla="*/ 179021 h 1871261"/>
                <a:gd name="connsiteX22" fmla="*/ 375184 w 715798"/>
                <a:gd name="connsiteY22" fmla="*/ 293321 h 1871261"/>
                <a:gd name="connsiteX23" fmla="*/ 343434 w 715798"/>
                <a:gd name="connsiteY23" fmla="*/ 356821 h 1871261"/>
                <a:gd name="connsiteX24" fmla="*/ 260884 w 715798"/>
                <a:gd name="connsiteY24" fmla="*/ 267921 h 1871261"/>
                <a:gd name="connsiteX0" fmla="*/ 260884 w 715798"/>
                <a:gd name="connsiteY0" fmla="*/ 267921 h 1871261"/>
                <a:gd name="connsiteX1" fmla="*/ 292634 w 715798"/>
                <a:gd name="connsiteY1" fmla="*/ 58371 h 1871261"/>
                <a:gd name="connsiteX2" fmla="*/ 476784 w 715798"/>
                <a:gd name="connsiteY2" fmla="*/ 7571 h 1871261"/>
                <a:gd name="connsiteX3" fmla="*/ 635534 w 715798"/>
                <a:gd name="connsiteY3" fmla="*/ 191721 h 1871261"/>
                <a:gd name="connsiteX4" fmla="*/ 622834 w 715798"/>
                <a:gd name="connsiteY4" fmla="*/ 610821 h 1871261"/>
                <a:gd name="connsiteX5" fmla="*/ 517643 w 715798"/>
                <a:gd name="connsiteY5" fmla="*/ 892084 h 1871261"/>
                <a:gd name="connsiteX6" fmla="*/ 473194 w 715798"/>
                <a:gd name="connsiteY6" fmla="*/ 1234984 h 1871261"/>
                <a:gd name="connsiteX7" fmla="*/ 591084 w 715798"/>
                <a:gd name="connsiteY7" fmla="*/ 1531571 h 1871261"/>
                <a:gd name="connsiteX8" fmla="*/ 711734 w 715798"/>
                <a:gd name="connsiteY8" fmla="*/ 1696671 h 1871261"/>
                <a:gd name="connsiteX9" fmla="*/ 673634 w 715798"/>
                <a:gd name="connsiteY9" fmla="*/ 1766521 h 1871261"/>
                <a:gd name="connsiteX10" fmla="*/ 540284 w 715798"/>
                <a:gd name="connsiteY10" fmla="*/ 1639521 h 1871261"/>
                <a:gd name="connsiteX11" fmla="*/ 381534 w 715798"/>
                <a:gd name="connsiteY11" fmla="*/ 1423621 h 1871261"/>
                <a:gd name="connsiteX12" fmla="*/ 159284 w 715798"/>
                <a:gd name="connsiteY12" fmla="*/ 1747471 h 1871261"/>
                <a:gd name="connsiteX13" fmla="*/ 76734 w 715798"/>
                <a:gd name="connsiteY13" fmla="*/ 1868121 h 1871261"/>
                <a:gd name="connsiteX14" fmla="*/ 6884 w 715798"/>
                <a:gd name="connsiteY14" fmla="*/ 1791921 h 1871261"/>
                <a:gd name="connsiteX15" fmla="*/ 254534 w 715798"/>
                <a:gd name="connsiteY15" fmla="*/ 1360121 h 1871261"/>
                <a:gd name="connsiteX16" fmla="*/ 337084 w 715798"/>
                <a:gd name="connsiteY16" fmla="*/ 1150571 h 1871261"/>
                <a:gd name="connsiteX17" fmla="*/ 403343 w 715798"/>
                <a:gd name="connsiteY17" fmla="*/ 822234 h 1871261"/>
                <a:gd name="connsiteX18" fmla="*/ 508534 w 715798"/>
                <a:gd name="connsiteY18" fmla="*/ 560021 h 1871261"/>
                <a:gd name="connsiteX19" fmla="*/ 521234 w 715798"/>
                <a:gd name="connsiteY19" fmla="*/ 210771 h 1871261"/>
                <a:gd name="connsiteX20" fmla="*/ 445034 w 715798"/>
                <a:gd name="connsiteY20" fmla="*/ 134571 h 1871261"/>
                <a:gd name="connsiteX21" fmla="*/ 375184 w 715798"/>
                <a:gd name="connsiteY21" fmla="*/ 179021 h 1871261"/>
                <a:gd name="connsiteX22" fmla="*/ 375184 w 715798"/>
                <a:gd name="connsiteY22" fmla="*/ 293321 h 1871261"/>
                <a:gd name="connsiteX23" fmla="*/ 343434 w 715798"/>
                <a:gd name="connsiteY23" fmla="*/ 356821 h 1871261"/>
                <a:gd name="connsiteX24" fmla="*/ 260884 w 715798"/>
                <a:gd name="connsiteY24" fmla="*/ 267921 h 1871261"/>
                <a:gd name="connsiteX0" fmla="*/ 260884 w 715798"/>
                <a:gd name="connsiteY0" fmla="*/ 267921 h 1868637"/>
                <a:gd name="connsiteX1" fmla="*/ 292634 w 715798"/>
                <a:gd name="connsiteY1" fmla="*/ 58371 h 1868637"/>
                <a:gd name="connsiteX2" fmla="*/ 476784 w 715798"/>
                <a:gd name="connsiteY2" fmla="*/ 7571 h 1868637"/>
                <a:gd name="connsiteX3" fmla="*/ 635534 w 715798"/>
                <a:gd name="connsiteY3" fmla="*/ 191721 h 1868637"/>
                <a:gd name="connsiteX4" fmla="*/ 622834 w 715798"/>
                <a:gd name="connsiteY4" fmla="*/ 610821 h 1868637"/>
                <a:gd name="connsiteX5" fmla="*/ 517643 w 715798"/>
                <a:gd name="connsiteY5" fmla="*/ 892084 h 1868637"/>
                <a:gd name="connsiteX6" fmla="*/ 473194 w 715798"/>
                <a:gd name="connsiteY6" fmla="*/ 1234984 h 1868637"/>
                <a:gd name="connsiteX7" fmla="*/ 591084 w 715798"/>
                <a:gd name="connsiteY7" fmla="*/ 1531571 h 1868637"/>
                <a:gd name="connsiteX8" fmla="*/ 711734 w 715798"/>
                <a:gd name="connsiteY8" fmla="*/ 1696671 h 1868637"/>
                <a:gd name="connsiteX9" fmla="*/ 673634 w 715798"/>
                <a:gd name="connsiteY9" fmla="*/ 1766521 h 1868637"/>
                <a:gd name="connsiteX10" fmla="*/ 540284 w 715798"/>
                <a:gd name="connsiteY10" fmla="*/ 1639521 h 1868637"/>
                <a:gd name="connsiteX11" fmla="*/ 381534 w 715798"/>
                <a:gd name="connsiteY11" fmla="*/ 1423621 h 1868637"/>
                <a:gd name="connsiteX12" fmla="*/ 159284 w 715798"/>
                <a:gd name="connsiteY12" fmla="*/ 1747471 h 1868637"/>
                <a:gd name="connsiteX13" fmla="*/ 76734 w 715798"/>
                <a:gd name="connsiteY13" fmla="*/ 1868121 h 1868637"/>
                <a:gd name="connsiteX14" fmla="*/ 6884 w 715798"/>
                <a:gd name="connsiteY14" fmla="*/ 1709371 h 1868637"/>
                <a:gd name="connsiteX15" fmla="*/ 254534 w 715798"/>
                <a:gd name="connsiteY15" fmla="*/ 1360121 h 1868637"/>
                <a:gd name="connsiteX16" fmla="*/ 337084 w 715798"/>
                <a:gd name="connsiteY16" fmla="*/ 1150571 h 1868637"/>
                <a:gd name="connsiteX17" fmla="*/ 403343 w 715798"/>
                <a:gd name="connsiteY17" fmla="*/ 822234 h 1868637"/>
                <a:gd name="connsiteX18" fmla="*/ 508534 w 715798"/>
                <a:gd name="connsiteY18" fmla="*/ 560021 h 1868637"/>
                <a:gd name="connsiteX19" fmla="*/ 521234 w 715798"/>
                <a:gd name="connsiteY19" fmla="*/ 210771 h 1868637"/>
                <a:gd name="connsiteX20" fmla="*/ 445034 w 715798"/>
                <a:gd name="connsiteY20" fmla="*/ 134571 h 1868637"/>
                <a:gd name="connsiteX21" fmla="*/ 375184 w 715798"/>
                <a:gd name="connsiteY21" fmla="*/ 179021 h 1868637"/>
                <a:gd name="connsiteX22" fmla="*/ 375184 w 715798"/>
                <a:gd name="connsiteY22" fmla="*/ 293321 h 1868637"/>
                <a:gd name="connsiteX23" fmla="*/ 343434 w 715798"/>
                <a:gd name="connsiteY23" fmla="*/ 356821 h 1868637"/>
                <a:gd name="connsiteX24" fmla="*/ 260884 w 715798"/>
                <a:gd name="connsiteY24" fmla="*/ 267921 h 1868637"/>
                <a:gd name="connsiteX0" fmla="*/ 260884 w 715798"/>
                <a:gd name="connsiteY0" fmla="*/ 267921 h 1818912"/>
                <a:gd name="connsiteX1" fmla="*/ 292634 w 715798"/>
                <a:gd name="connsiteY1" fmla="*/ 58371 h 1818912"/>
                <a:gd name="connsiteX2" fmla="*/ 476784 w 715798"/>
                <a:gd name="connsiteY2" fmla="*/ 7571 h 1818912"/>
                <a:gd name="connsiteX3" fmla="*/ 635534 w 715798"/>
                <a:gd name="connsiteY3" fmla="*/ 191721 h 1818912"/>
                <a:gd name="connsiteX4" fmla="*/ 622834 w 715798"/>
                <a:gd name="connsiteY4" fmla="*/ 610821 h 1818912"/>
                <a:gd name="connsiteX5" fmla="*/ 517643 w 715798"/>
                <a:gd name="connsiteY5" fmla="*/ 892084 h 1818912"/>
                <a:gd name="connsiteX6" fmla="*/ 473194 w 715798"/>
                <a:gd name="connsiteY6" fmla="*/ 1234984 h 1818912"/>
                <a:gd name="connsiteX7" fmla="*/ 591084 w 715798"/>
                <a:gd name="connsiteY7" fmla="*/ 1531571 h 1818912"/>
                <a:gd name="connsiteX8" fmla="*/ 711734 w 715798"/>
                <a:gd name="connsiteY8" fmla="*/ 1696671 h 1818912"/>
                <a:gd name="connsiteX9" fmla="*/ 673634 w 715798"/>
                <a:gd name="connsiteY9" fmla="*/ 1766521 h 1818912"/>
                <a:gd name="connsiteX10" fmla="*/ 540284 w 715798"/>
                <a:gd name="connsiteY10" fmla="*/ 1639521 h 1818912"/>
                <a:gd name="connsiteX11" fmla="*/ 381534 w 715798"/>
                <a:gd name="connsiteY11" fmla="*/ 1423621 h 1818912"/>
                <a:gd name="connsiteX12" fmla="*/ 159284 w 715798"/>
                <a:gd name="connsiteY12" fmla="*/ 1747471 h 1818912"/>
                <a:gd name="connsiteX13" fmla="*/ 76734 w 715798"/>
                <a:gd name="connsiteY13" fmla="*/ 1817321 h 1818912"/>
                <a:gd name="connsiteX14" fmla="*/ 6884 w 715798"/>
                <a:gd name="connsiteY14" fmla="*/ 1709371 h 1818912"/>
                <a:gd name="connsiteX15" fmla="*/ 254534 w 715798"/>
                <a:gd name="connsiteY15" fmla="*/ 1360121 h 1818912"/>
                <a:gd name="connsiteX16" fmla="*/ 337084 w 715798"/>
                <a:gd name="connsiteY16" fmla="*/ 1150571 h 1818912"/>
                <a:gd name="connsiteX17" fmla="*/ 403343 w 715798"/>
                <a:gd name="connsiteY17" fmla="*/ 822234 h 1818912"/>
                <a:gd name="connsiteX18" fmla="*/ 508534 w 715798"/>
                <a:gd name="connsiteY18" fmla="*/ 560021 h 1818912"/>
                <a:gd name="connsiteX19" fmla="*/ 521234 w 715798"/>
                <a:gd name="connsiteY19" fmla="*/ 210771 h 1818912"/>
                <a:gd name="connsiteX20" fmla="*/ 445034 w 715798"/>
                <a:gd name="connsiteY20" fmla="*/ 134571 h 1818912"/>
                <a:gd name="connsiteX21" fmla="*/ 375184 w 715798"/>
                <a:gd name="connsiteY21" fmla="*/ 179021 h 1818912"/>
                <a:gd name="connsiteX22" fmla="*/ 375184 w 715798"/>
                <a:gd name="connsiteY22" fmla="*/ 293321 h 1818912"/>
                <a:gd name="connsiteX23" fmla="*/ 343434 w 715798"/>
                <a:gd name="connsiteY23" fmla="*/ 356821 h 1818912"/>
                <a:gd name="connsiteX24" fmla="*/ 260884 w 715798"/>
                <a:gd name="connsiteY24" fmla="*/ 267921 h 1818912"/>
                <a:gd name="connsiteX0" fmla="*/ 261026 w 715940"/>
                <a:gd name="connsiteY0" fmla="*/ 267921 h 1817817"/>
                <a:gd name="connsiteX1" fmla="*/ 292776 w 715940"/>
                <a:gd name="connsiteY1" fmla="*/ 58371 h 1817817"/>
                <a:gd name="connsiteX2" fmla="*/ 476926 w 715940"/>
                <a:gd name="connsiteY2" fmla="*/ 7571 h 1817817"/>
                <a:gd name="connsiteX3" fmla="*/ 635676 w 715940"/>
                <a:gd name="connsiteY3" fmla="*/ 191721 h 1817817"/>
                <a:gd name="connsiteX4" fmla="*/ 622976 w 715940"/>
                <a:gd name="connsiteY4" fmla="*/ 610821 h 1817817"/>
                <a:gd name="connsiteX5" fmla="*/ 517785 w 715940"/>
                <a:gd name="connsiteY5" fmla="*/ 892084 h 1817817"/>
                <a:gd name="connsiteX6" fmla="*/ 473336 w 715940"/>
                <a:gd name="connsiteY6" fmla="*/ 1234984 h 1817817"/>
                <a:gd name="connsiteX7" fmla="*/ 591226 w 715940"/>
                <a:gd name="connsiteY7" fmla="*/ 1531571 h 1817817"/>
                <a:gd name="connsiteX8" fmla="*/ 711876 w 715940"/>
                <a:gd name="connsiteY8" fmla="*/ 1696671 h 1817817"/>
                <a:gd name="connsiteX9" fmla="*/ 673776 w 715940"/>
                <a:gd name="connsiteY9" fmla="*/ 1766521 h 1817817"/>
                <a:gd name="connsiteX10" fmla="*/ 540426 w 715940"/>
                <a:gd name="connsiteY10" fmla="*/ 1639521 h 1817817"/>
                <a:gd name="connsiteX11" fmla="*/ 381676 w 715940"/>
                <a:gd name="connsiteY11" fmla="*/ 1423621 h 1817817"/>
                <a:gd name="connsiteX12" fmla="*/ 172126 w 715940"/>
                <a:gd name="connsiteY12" fmla="*/ 1677621 h 1817817"/>
                <a:gd name="connsiteX13" fmla="*/ 76876 w 715940"/>
                <a:gd name="connsiteY13" fmla="*/ 1817321 h 1817817"/>
                <a:gd name="connsiteX14" fmla="*/ 7026 w 715940"/>
                <a:gd name="connsiteY14" fmla="*/ 1709371 h 1817817"/>
                <a:gd name="connsiteX15" fmla="*/ 254676 w 715940"/>
                <a:gd name="connsiteY15" fmla="*/ 1360121 h 1817817"/>
                <a:gd name="connsiteX16" fmla="*/ 337226 w 715940"/>
                <a:gd name="connsiteY16" fmla="*/ 1150571 h 1817817"/>
                <a:gd name="connsiteX17" fmla="*/ 403485 w 715940"/>
                <a:gd name="connsiteY17" fmla="*/ 822234 h 1817817"/>
                <a:gd name="connsiteX18" fmla="*/ 508676 w 715940"/>
                <a:gd name="connsiteY18" fmla="*/ 560021 h 1817817"/>
                <a:gd name="connsiteX19" fmla="*/ 521376 w 715940"/>
                <a:gd name="connsiteY19" fmla="*/ 210771 h 1817817"/>
                <a:gd name="connsiteX20" fmla="*/ 445176 w 715940"/>
                <a:gd name="connsiteY20" fmla="*/ 134571 h 1817817"/>
                <a:gd name="connsiteX21" fmla="*/ 375326 w 715940"/>
                <a:gd name="connsiteY21" fmla="*/ 179021 h 1817817"/>
                <a:gd name="connsiteX22" fmla="*/ 375326 w 715940"/>
                <a:gd name="connsiteY22" fmla="*/ 293321 h 1817817"/>
                <a:gd name="connsiteX23" fmla="*/ 343576 w 715940"/>
                <a:gd name="connsiteY23" fmla="*/ 356821 h 1817817"/>
                <a:gd name="connsiteX24" fmla="*/ 261026 w 715940"/>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362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362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362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362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362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60636 w 716275"/>
                <a:gd name="connsiteY6" fmla="*/ 129213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60636 w 716275"/>
                <a:gd name="connsiteY6" fmla="*/ 129213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60636 w 716275"/>
                <a:gd name="connsiteY6" fmla="*/ 129213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60636 w 716275"/>
                <a:gd name="connsiteY6" fmla="*/ 129213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6962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16275" h="1817817">
                  <a:moveTo>
                    <a:pt x="261026" y="267921"/>
                  </a:moveTo>
                  <a:cubicBezTo>
                    <a:pt x="252559" y="218179"/>
                    <a:pt x="256793" y="101763"/>
                    <a:pt x="292776" y="58371"/>
                  </a:cubicBezTo>
                  <a:cubicBezTo>
                    <a:pt x="328759" y="14979"/>
                    <a:pt x="419776" y="-14654"/>
                    <a:pt x="476926" y="7571"/>
                  </a:cubicBezTo>
                  <a:cubicBezTo>
                    <a:pt x="534076" y="29796"/>
                    <a:pt x="611334" y="91179"/>
                    <a:pt x="635676" y="191721"/>
                  </a:cubicBezTo>
                  <a:cubicBezTo>
                    <a:pt x="660018" y="292263"/>
                    <a:pt x="642624" y="494094"/>
                    <a:pt x="622976" y="610821"/>
                  </a:cubicBezTo>
                  <a:cubicBezTo>
                    <a:pt x="603328" y="727548"/>
                    <a:pt x="545900" y="794407"/>
                    <a:pt x="517785" y="892084"/>
                  </a:cubicBezTo>
                  <a:cubicBezTo>
                    <a:pt x="489670" y="989761"/>
                    <a:pt x="476971" y="1182378"/>
                    <a:pt x="460636" y="1292134"/>
                  </a:cubicBezTo>
                  <a:cubicBezTo>
                    <a:pt x="495101" y="1376490"/>
                    <a:pt x="549353" y="1464148"/>
                    <a:pt x="591226" y="1531571"/>
                  </a:cubicBezTo>
                  <a:cubicBezTo>
                    <a:pt x="633099" y="1598994"/>
                    <a:pt x="698118" y="1657513"/>
                    <a:pt x="711876" y="1696671"/>
                  </a:cubicBezTo>
                  <a:cubicBezTo>
                    <a:pt x="725634" y="1735829"/>
                    <a:pt x="705526" y="1777104"/>
                    <a:pt x="673776" y="1766521"/>
                  </a:cubicBezTo>
                  <a:cubicBezTo>
                    <a:pt x="642026" y="1755938"/>
                    <a:pt x="570059" y="1689263"/>
                    <a:pt x="521376" y="1633171"/>
                  </a:cubicBezTo>
                  <a:cubicBezTo>
                    <a:pt x="472693" y="1577079"/>
                    <a:pt x="408134" y="1473363"/>
                    <a:pt x="381676" y="1429971"/>
                  </a:cubicBezTo>
                  <a:cubicBezTo>
                    <a:pt x="323468" y="1481829"/>
                    <a:pt x="222926" y="1613063"/>
                    <a:pt x="172126" y="1677621"/>
                  </a:cubicBezTo>
                  <a:cubicBezTo>
                    <a:pt x="121326" y="1742179"/>
                    <a:pt x="104393" y="1812029"/>
                    <a:pt x="76876" y="1817321"/>
                  </a:cubicBezTo>
                  <a:cubicBezTo>
                    <a:pt x="49359" y="1822613"/>
                    <a:pt x="-22607" y="1785571"/>
                    <a:pt x="7026" y="1709371"/>
                  </a:cubicBezTo>
                  <a:cubicBezTo>
                    <a:pt x="36659" y="1633171"/>
                    <a:pt x="199643" y="1450079"/>
                    <a:pt x="254676" y="1360121"/>
                  </a:cubicBezTo>
                  <a:cubicBezTo>
                    <a:pt x="309709" y="1270163"/>
                    <a:pt x="312425" y="1259269"/>
                    <a:pt x="337226" y="1169621"/>
                  </a:cubicBezTo>
                  <a:cubicBezTo>
                    <a:pt x="362027" y="1079973"/>
                    <a:pt x="374910" y="913251"/>
                    <a:pt x="403485" y="822234"/>
                  </a:cubicBezTo>
                  <a:cubicBezTo>
                    <a:pt x="432060" y="731217"/>
                    <a:pt x="489028" y="661931"/>
                    <a:pt x="508676" y="560021"/>
                  </a:cubicBezTo>
                  <a:cubicBezTo>
                    <a:pt x="528324" y="458111"/>
                    <a:pt x="531959" y="281679"/>
                    <a:pt x="521376" y="210771"/>
                  </a:cubicBezTo>
                  <a:cubicBezTo>
                    <a:pt x="510793" y="139863"/>
                    <a:pt x="469518" y="139863"/>
                    <a:pt x="445176" y="134571"/>
                  </a:cubicBezTo>
                  <a:cubicBezTo>
                    <a:pt x="420834" y="129279"/>
                    <a:pt x="386968" y="152563"/>
                    <a:pt x="375326" y="179021"/>
                  </a:cubicBezTo>
                  <a:cubicBezTo>
                    <a:pt x="363684" y="205479"/>
                    <a:pt x="380618" y="263688"/>
                    <a:pt x="375326" y="293321"/>
                  </a:cubicBezTo>
                  <a:cubicBezTo>
                    <a:pt x="370034" y="322954"/>
                    <a:pt x="362626" y="355763"/>
                    <a:pt x="343576" y="356821"/>
                  </a:cubicBezTo>
                  <a:cubicBezTo>
                    <a:pt x="324526" y="357879"/>
                    <a:pt x="269493" y="317663"/>
                    <a:pt x="261026" y="267921"/>
                  </a:cubicBezTo>
                  <a:close/>
                </a:path>
              </a:pathLst>
            </a:cu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 name="skeleton">
              <a:extLst>
                <a:ext uri="{FF2B5EF4-FFF2-40B4-BE49-F238E27FC236}">
                  <a16:creationId xmlns:a16="http://schemas.microsoft.com/office/drawing/2014/main" id="{5CCE9E21-2E1F-44A0-84C8-F299D01798BB}"/>
                </a:ext>
              </a:extLst>
            </p:cNvPr>
            <p:cNvGrpSpPr/>
            <p:nvPr/>
          </p:nvGrpSpPr>
          <p:grpSpPr>
            <a:xfrm>
              <a:off x="3719534" y="749075"/>
              <a:ext cx="797514" cy="2418772"/>
              <a:chOff x="3706744" y="951343"/>
              <a:chExt cx="797514" cy="2418772"/>
            </a:xfrm>
          </p:grpSpPr>
          <p:sp>
            <p:nvSpPr>
              <p:cNvPr id="14" name="Freeform: Shape 13">
                <a:extLst>
                  <a:ext uri="{FF2B5EF4-FFF2-40B4-BE49-F238E27FC236}">
                    <a16:creationId xmlns:a16="http://schemas.microsoft.com/office/drawing/2014/main" id="{8F8CB7B2-C5AD-4E1F-8B8D-507BB9A8B0E3}"/>
                  </a:ext>
                </a:extLst>
              </p:cNvPr>
              <p:cNvSpPr/>
              <p:nvPr/>
            </p:nvSpPr>
            <p:spPr>
              <a:xfrm>
                <a:off x="3721297" y="951343"/>
                <a:ext cx="647835" cy="322591"/>
              </a:xfrm>
              <a:custGeom>
                <a:avLst/>
                <a:gdLst>
                  <a:gd name="connsiteX0" fmla="*/ 855694 w 865511"/>
                  <a:gd name="connsiteY0" fmla="*/ 260091 h 292576"/>
                  <a:gd name="connsiteX1" fmla="*/ 8671 w 865511"/>
                  <a:gd name="connsiteY1" fmla="*/ 260091 h 292576"/>
                  <a:gd name="connsiteX2" fmla="*/ 441808 w 865511"/>
                  <a:gd name="connsiteY2" fmla="*/ 209 h 292576"/>
                  <a:gd name="connsiteX3" fmla="*/ 855694 w 865511"/>
                  <a:gd name="connsiteY3" fmla="*/ 260091 h 292576"/>
                  <a:gd name="connsiteX0" fmla="*/ 869954 w 878954"/>
                  <a:gd name="connsiteY0" fmla="*/ 277441 h 309926"/>
                  <a:gd name="connsiteX1" fmla="*/ 22931 w 878954"/>
                  <a:gd name="connsiteY1" fmla="*/ 277441 h 309926"/>
                  <a:gd name="connsiteX2" fmla="*/ 249438 w 878954"/>
                  <a:gd name="connsiteY2" fmla="*/ 51528 h 309926"/>
                  <a:gd name="connsiteX3" fmla="*/ 456068 w 878954"/>
                  <a:gd name="connsiteY3" fmla="*/ 17559 h 309926"/>
                  <a:gd name="connsiteX4" fmla="*/ 869954 w 878954"/>
                  <a:gd name="connsiteY4" fmla="*/ 277441 h 309926"/>
                  <a:gd name="connsiteX0" fmla="*/ 869954 w 893873"/>
                  <a:gd name="connsiteY0" fmla="*/ 260732 h 291131"/>
                  <a:gd name="connsiteX1" fmla="*/ 22931 w 893873"/>
                  <a:gd name="connsiteY1" fmla="*/ 260732 h 291131"/>
                  <a:gd name="connsiteX2" fmla="*/ 249438 w 893873"/>
                  <a:gd name="connsiteY2" fmla="*/ 34819 h 291131"/>
                  <a:gd name="connsiteX3" fmla="*/ 456068 w 893873"/>
                  <a:gd name="connsiteY3" fmla="*/ 850 h 291131"/>
                  <a:gd name="connsiteX4" fmla="*/ 643283 w 893873"/>
                  <a:gd name="connsiteY4" fmla="*/ 34820 h 291131"/>
                  <a:gd name="connsiteX5" fmla="*/ 869954 w 893873"/>
                  <a:gd name="connsiteY5" fmla="*/ 260732 h 291131"/>
                  <a:gd name="connsiteX0" fmla="*/ 869954 w 893873"/>
                  <a:gd name="connsiteY0" fmla="*/ 242075 h 272474"/>
                  <a:gd name="connsiteX1" fmla="*/ 22931 w 893873"/>
                  <a:gd name="connsiteY1" fmla="*/ 242075 h 272474"/>
                  <a:gd name="connsiteX2" fmla="*/ 249438 w 893873"/>
                  <a:gd name="connsiteY2" fmla="*/ 16162 h 272474"/>
                  <a:gd name="connsiteX3" fmla="*/ 456068 w 893873"/>
                  <a:gd name="connsiteY3" fmla="*/ 30309 h 272474"/>
                  <a:gd name="connsiteX4" fmla="*/ 643283 w 893873"/>
                  <a:gd name="connsiteY4" fmla="*/ 16163 h 272474"/>
                  <a:gd name="connsiteX5" fmla="*/ 869954 w 893873"/>
                  <a:gd name="connsiteY5" fmla="*/ 242075 h 272474"/>
                  <a:gd name="connsiteX0" fmla="*/ 869954 w 893873"/>
                  <a:gd name="connsiteY0" fmla="*/ 242075 h 272474"/>
                  <a:gd name="connsiteX1" fmla="*/ 22931 w 893873"/>
                  <a:gd name="connsiteY1" fmla="*/ 242075 h 272474"/>
                  <a:gd name="connsiteX2" fmla="*/ 249438 w 893873"/>
                  <a:gd name="connsiteY2" fmla="*/ 16162 h 272474"/>
                  <a:gd name="connsiteX3" fmla="*/ 456068 w 893873"/>
                  <a:gd name="connsiteY3" fmla="*/ 30309 h 272474"/>
                  <a:gd name="connsiteX4" fmla="*/ 643283 w 893873"/>
                  <a:gd name="connsiteY4" fmla="*/ 16163 h 272474"/>
                  <a:gd name="connsiteX5" fmla="*/ 869954 w 893873"/>
                  <a:gd name="connsiteY5" fmla="*/ 242075 h 272474"/>
                  <a:gd name="connsiteX0" fmla="*/ 869954 w 893873"/>
                  <a:gd name="connsiteY0" fmla="*/ 236345 h 266744"/>
                  <a:gd name="connsiteX1" fmla="*/ 22931 w 893873"/>
                  <a:gd name="connsiteY1" fmla="*/ 236345 h 266744"/>
                  <a:gd name="connsiteX2" fmla="*/ 249438 w 893873"/>
                  <a:gd name="connsiteY2" fmla="*/ 10432 h 266744"/>
                  <a:gd name="connsiteX3" fmla="*/ 456068 w 893873"/>
                  <a:gd name="connsiteY3" fmla="*/ 72695 h 266744"/>
                  <a:gd name="connsiteX4" fmla="*/ 643283 w 893873"/>
                  <a:gd name="connsiteY4" fmla="*/ 10433 h 266744"/>
                  <a:gd name="connsiteX5" fmla="*/ 869954 w 893873"/>
                  <a:gd name="connsiteY5" fmla="*/ 236345 h 266744"/>
                  <a:gd name="connsiteX0" fmla="*/ 869954 w 893873"/>
                  <a:gd name="connsiteY0" fmla="*/ 238050 h 268449"/>
                  <a:gd name="connsiteX1" fmla="*/ 22931 w 893873"/>
                  <a:gd name="connsiteY1" fmla="*/ 238050 h 268449"/>
                  <a:gd name="connsiteX2" fmla="*/ 249438 w 893873"/>
                  <a:gd name="connsiteY2" fmla="*/ 12137 h 268449"/>
                  <a:gd name="connsiteX3" fmla="*/ 456068 w 893873"/>
                  <a:gd name="connsiteY3" fmla="*/ 74400 h 268449"/>
                  <a:gd name="connsiteX4" fmla="*/ 643283 w 893873"/>
                  <a:gd name="connsiteY4" fmla="*/ 12138 h 268449"/>
                  <a:gd name="connsiteX5" fmla="*/ 869954 w 893873"/>
                  <a:gd name="connsiteY5" fmla="*/ 238050 h 268449"/>
                  <a:gd name="connsiteX0" fmla="*/ 791943 w 811090"/>
                  <a:gd name="connsiteY0" fmla="*/ 238050 h 272655"/>
                  <a:gd name="connsiteX1" fmla="*/ 30849 w 811090"/>
                  <a:gd name="connsiteY1" fmla="*/ 244924 h 272655"/>
                  <a:gd name="connsiteX2" fmla="*/ 171427 w 811090"/>
                  <a:gd name="connsiteY2" fmla="*/ 12137 h 272655"/>
                  <a:gd name="connsiteX3" fmla="*/ 378057 w 811090"/>
                  <a:gd name="connsiteY3" fmla="*/ 74400 h 272655"/>
                  <a:gd name="connsiteX4" fmla="*/ 565272 w 811090"/>
                  <a:gd name="connsiteY4" fmla="*/ 12138 h 272655"/>
                  <a:gd name="connsiteX5" fmla="*/ 791943 w 811090"/>
                  <a:gd name="connsiteY5" fmla="*/ 238050 h 272655"/>
                  <a:gd name="connsiteX0" fmla="*/ 670209 w 701095"/>
                  <a:gd name="connsiteY0" fmla="*/ 258671 h 283187"/>
                  <a:gd name="connsiteX1" fmla="*/ 30849 w 701095"/>
                  <a:gd name="connsiteY1" fmla="*/ 244924 h 283187"/>
                  <a:gd name="connsiteX2" fmla="*/ 171427 w 701095"/>
                  <a:gd name="connsiteY2" fmla="*/ 12137 h 283187"/>
                  <a:gd name="connsiteX3" fmla="*/ 378057 w 701095"/>
                  <a:gd name="connsiteY3" fmla="*/ 74400 h 283187"/>
                  <a:gd name="connsiteX4" fmla="*/ 565272 w 701095"/>
                  <a:gd name="connsiteY4" fmla="*/ 12138 h 283187"/>
                  <a:gd name="connsiteX5" fmla="*/ 670209 w 701095"/>
                  <a:gd name="connsiteY5" fmla="*/ 258671 h 283187"/>
                  <a:gd name="connsiteX0" fmla="*/ 670209 w 710189"/>
                  <a:gd name="connsiteY0" fmla="*/ 258671 h 286086"/>
                  <a:gd name="connsiteX1" fmla="*/ 30849 w 710189"/>
                  <a:gd name="connsiteY1" fmla="*/ 244924 h 286086"/>
                  <a:gd name="connsiteX2" fmla="*/ 171427 w 710189"/>
                  <a:gd name="connsiteY2" fmla="*/ 12137 h 286086"/>
                  <a:gd name="connsiteX3" fmla="*/ 378057 w 710189"/>
                  <a:gd name="connsiteY3" fmla="*/ 74400 h 286086"/>
                  <a:gd name="connsiteX4" fmla="*/ 565272 w 710189"/>
                  <a:gd name="connsiteY4" fmla="*/ 12138 h 286086"/>
                  <a:gd name="connsiteX5" fmla="*/ 670209 w 710189"/>
                  <a:gd name="connsiteY5" fmla="*/ 258671 h 286086"/>
                  <a:gd name="connsiteX0" fmla="*/ 670209 w 710189"/>
                  <a:gd name="connsiteY0" fmla="*/ 254804 h 282219"/>
                  <a:gd name="connsiteX1" fmla="*/ 30849 w 710189"/>
                  <a:gd name="connsiteY1" fmla="*/ 241057 h 282219"/>
                  <a:gd name="connsiteX2" fmla="*/ 171427 w 710189"/>
                  <a:gd name="connsiteY2" fmla="*/ 8270 h 282219"/>
                  <a:gd name="connsiteX3" fmla="*/ 385218 w 710189"/>
                  <a:gd name="connsiteY3" fmla="*/ 125523 h 282219"/>
                  <a:gd name="connsiteX4" fmla="*/ 565272 w 710189"/>
                  <a:gd name="connsiteY4" fmla="*/ 8271 h 282219"/>
                  <a:gd name="connsiteX5" fmla="*/ 670209 w 710189"/>
                  <a:gd name="connsiteY5" fmla="*/ 254804 h 282219"/>
                  <a:gd name="connsiteX0" fmla="*/ 670209 w 710189"/>
                  <a:gd name="connsiteY0" fmla="*/ 254804 h 282219"/>
                  <a:gd name="connsiteX1" fmla="*/ 30849 w 710189"/>
                  <a:gd name="connsiteY1" fmla="*/ 241057 h 282219"/>
                  <a:gd name="connsiteX2" fmla="*/ 171427 w 710189"/>
                  <a:gd name="connsiteY2" fmla="*/ 8270 h 282219"/>
                  <a:gd name="connsiteX3" fmla="*/ 385218 w 710189"/>
                  <a:gd name="connsiteY3" fmla="*/ 125523 h 282219"/>
                  <a:gd name="connsiteX4" fmla="*/ 565272 w 710189"/>
                  <a:gd name="connsiteY4" fmla="*/ 8271 h 282219"/>
                  <a:gd name="connsiteX5" fmla="*/ 670209 w 710189"/>
                  <a:gd name="connsiteY5" fmla="*/ 254804 h 282219"/>
                  <a:gd name="connsiteX0" fmla="*/ 670209 w 710189"/>
                  <a:gd name="connsiteY0" fmla="*/ 262922 h 290337"/>
                  <a:gd name="connsiteX1" fmla="*/ 30849 w 710189"/>
                  <a:gd name="connsiteY1" fmla="*/ 249175 h 290337"/>
                  <a:gd name="connsiteX2" fmla="*/ 171427 w 710189"/>
                  <a:gd name="connsiteY2" fmla="*/ 16388 h 290337"/>
                  <a:gd name="connsiteX3" fmla="*/ 385218 w 710189"/>
                  <a:gd name="connsiteY3" fmla="*/ 133641 h 290337"/>
                  <a:gd name="connsiteX4" fmla="*/ 565272 w 710189"/>
                  <a:gd name="connsiteY4" fmla="*/ 16389 h 290337"/>
                  <a:gd name="connsiteX5" fmla="*/ 670209 w 710189"/>
                  <a:gd name="connsiteY5" fmla="*/ 262922 h 290337"/>
                  <a:gd name="connsiteX0" fmla="*/ 670209 w 710189"/>
                  <a:gd name="connsiteY0" fmla="*/ 262922 h 290337"/>
                  <a:gd name="connsiteX1" fmla="*/ 30849 w 710189"/>
                  <a:gd name="connsiteY1" fmla="*/ 249175 h 290337"/>
                  <a:gd name="connsiteX2" fmla="*/ 171427 w 710189"/>
                  <a:gd name="connsiteY2" fmla="*/ 16388 h 290337"/>
                  <a:gd name="connsiteX3" fmla="*/ 385218 w 710189"/>
                  <a:gd name="connsiteY3" fmla="*/ 133641 h 290337"/>
                  <a:gd name="connsiteX4" fmla="*/ 565272 w 710189"/>
                  <a:gd name="connsiteY4" fmla="*/ 16389 h 290337"/>
                  <a:gd name="connsiteX5" fmla="*/ 670209 w 710189"/>
                  <a:gd name="connsiteY5" fmla="*/ 262922 h 290337"/>
                  <a:gd name="connsiteX0" fmla="*/ 670209 w 678938"/>
                  <a:gd name="connsiteY0" fmla="*/ 262922 h 277772"/>
                  <a:gd name="connsiteX1" fmla="*/ 363560 w 678938"/>
                  <a:gd name="connsiteY1" fmla="*/ 249925 h 277772"/>
                  <a:gd name="connsiteX2" fmla="*/ 30849 w 678938"/>
                  <a:gd name="connsiteY2" fmla="*/ 249175 h 277772"/>
                  <a:gd name="connsiteX3" fmla="*/ 171427 w 678938"/>
                  <a:gd name="connsiteY3" fmla="*/ 16388 h 277772"/>
                  <a:gd name="connsiteX4" fmla="*/ 385218 w 678938"/>
                  <a:gd name="connsiteY4" fmla="*/ 133641 h 277772"/>
                  <a:gd name="connsiteX5" fmla="*/ 565272 w 678938"/>
                  <a:gd name="connsiteY5" fmla="*/ 16389 h 277772"/>
                  <a:gd name="connsiteX6" fmla="*/ 670209 w 678938"/>
                  <a:gd name="connsiteY6" fmla="*/ 262922 h 277772"/>
                  <a:gd name="connsiteX0" fmla="*/ 670209 w 678938"/>
                  <a:gd name="connsiteY0" fmla="*/ 262922 h 281805"/>
                  <a:gd name="connsiteX1" fmla="*/ 363560 w 678938"/>
                  <a:gd name="connsiteY1" fmla="*/ 249925 h 281805"/>
                  <a:gd name="connsiteX2" fmla="*/ 30849 w 678938"/>
                  <a:gd name="connsiteY2" fmla="*/ 249175 h 281805"/>
                  <a:gd name="connsiteX3" fmla="*/ 171427 w 678938"/>
                  <a:gd name="connsiteY3" fmla="*/ 16388 h 281805"/>
                  <a:gd name="connsiteX4" fmla="*/ 385218 w 678938"/>
                  <a:gd name="connsiteY4" fmla="*/ 133641 h 281805"/>
                  <a:gd name="connsiteX5" fmla="*/ 565272 w 678938"/>
                  <a:gd name="connsiteY5" fmla="*/ 16389 h 281805"/>
                  <a:gd name="connsiteX6" fmla="*/ 670209 w 678938"/>
                  <a:gd name="connsiteY6" fmla="*/ 262922 h 281805"/>
                  <a:gd name="connsiteX0" fmla="*/ 670209 w 678938"/>
                  <a:gd name="connsiteY0" fmla="*/ 262922 h 287861"/>
                  <a:gd name="connsiteX1" fmla="*/ 363560 w 678938"/>
                  <a:gd name="connsiteY1" fmla="*/ 249925 h 287861"/>
                  <a:gd name="connsiteX2" fmla="*/ 30849 w 678938"/>
                  <a:gd name="connsiteY2" fmla="*/ 249175 h 287861"/>
                  <a:gd name="connsiteX3" fmla="*/ 171427 w 678938"/>
                  <a:gd name="connsiteY3" fmla="*/ 16388 h 287861"/>
                  <a:gd name="connsiteX4" fmla="*/ 385218 w 678938"/>
                  <a:gd name="connsiteY4" fmla="*/ 133641 h 287861"/>
                  <a:gd name="connsiteX5" fmla="*/ 565272 w 678938"/>
                  <a:gd name="connsiteY5" fmla="*/ 16389 h 287861"/>
                  <a:gd name="connsiteX6" fmla="*/ 670209 w 678938"/>
                  <a:gd name="connsiteY6" fmla="*/ 262922 h 287861"/>
                  <a:gd name="connsiteX0" fmla="*/ 691691 w 698900"/>
                  <a:gd name="connsiteY0" fmla="*/ 262922 h 287861"/>
                  <a:gd name="connsiteX1" fmla="*/ 363560 w 698900"/>
                  <a:gd name="connsiteY1" fmla="*/ 249925 h 287861"/>
                  <a:gd name="connsiteX2" fmla="*/ 30849 w 698900"/>
                  <a:gd name="connsiteY2" fmla="*/ 249175 h 287861"/>
                  <a:gd name="connsiteX3" fmla="*/ 171427 w 698900"/>
                  <a:gd name="connsiteY3" fmla="*/ 16388 h 287861"/>
                  <a:gd name="connsiteX4" fmla="*/ 385218 w 698900"/>
                  <a:gd name="connsiteY4" fmla="*/ 133641 h 287861"/>
                  <a:gd name="connsiteX5" fmla="*/ 565272 w 698900"/>
                  <a:gd name="connsiteY5" fmla="*/ 16389 h 287861"/>
                  <a:gd name="connsiteX6" fmla="*/ 691691 w 698900"/>
                  <a:gd name="connsiteY6" fmla="*/ 262922 h 287861"/>
                  <a:gd name="connsiteX0" fmla="*/ 727495 w 733059"/>
                  <a:gd name="connsiteY0" fmla="*/ 256048 h 283974"/>
                  <a:gd name="connsiteX1" fmla="*/ 363560 w 733059"/>
                  <a:gd name="connsiteY1" fmla="*/ 249925 h 283974"/>
                  <a:gd name="connsiteX2" fmla="*/ 30849 w 733059"/>
                  <a:gd name="connsiteY2" fmla="*/ 249175 h 283974"/>
                  <a:gd name="connsiteX3" fmla="*/ 171427 w 733059"/>
                  <a:gd name="connsiteY3" fmla="*/ 16388 h 283974"/>
                  <a:gd name="connsiteX4" fmla="*/ 385218 w 733059"/>
                  <a:gd name="connsiteY4" fmla="*/ 133641 h 283974"/>
                  <a:gd name="connsiteX5" fmla="*/ 565272 w 733059"/>
                  <a:gd name="connsiteY5" fmla="*/ 16389 h 283974"/>
                  <a:gd name="connsiteX6" fmla="*/ 727495 w 733059"/>
                  <a:gd name="connsiteY6" fmla="*/ 256048 h 283974"/>
                  <a:gd name="connsiteX0" fmla="*/ 727495 w 744268"/>
                  <a:gd name="connsiteY0" fmla="*/ 256048 h 281805"/>
                  <a:gd name="connsiteX1" fmla="*/ 363560 w 744268"/>
                  <a:gd name="connsiteY1" fmla="*/ 249925 h 281805"/>
                  <a:gd name="connsiteX2" fmla="*/ 30849 w 744268"/>
                  <a:gd name="connsiteY2" fmla="*/ 249175 h 281805"/>
                  <a:gd name="connsiteX3" fmla="*/ 171427 w 744268"/>
                  <a:gd name="connsiteY3" fmla="*/ 16388 h 281805"/>
                  <a:gd name="connsiteX4" fmla="*/ 385218 w 744268"/>
                  <a:gd name="connsiteY4" fmla="*/ 133641 h 281805"/>
                  <a:gd name="connsiteX5" fmla="*/ 565272 w 744268"/>
                  <a:gd name="connsiteY5" fmla="*/ 16389 h 281805"/>
                  <a:gd name="connsiteX6" fmla="*/ 671475 w 744268"/>
                  <a:gd name="connsiteY6" fmla="*/ 84956 h 281805"/>
                  <a:gd name="connsiteX7" fmla="*/ 727495 w 744268"/>
                  <a:gd name="connsiteY7" fmla="*/ 256048 h 281805"/>
                  <a:gd name="connsiteX0" fmla="*/ 727495 w 732676"/>
                  <a:gd name="connsiteY0" fmla="*/ 256048 h 281805"/>
                  <a:gd name="connsiteX1" fmla="*/ 363560 w 732676"/>
                  <a:gd name="connsiteY1" fmla="*/ 249925 h 281805"/>
                  <a:gd name="connsiteX2" fmla="*/ 30849 w 732676"/>
                  <a:gd name="connsiteY2" fmla="*/ 249175 h 281805"/>
                  <a:gd name="connsiteX3" fmla="*/ 171427 w 732676"/>
                  <a:gd name="connsiteY3" fmla="*/ 16388 h 281805"/>
                  <a:gd name="connsiteX4" fmla="*/ 385218 w 732676"/>
                  <a:gd name="connsiteY4" fmla="*/ 133641 h 281805"/>
                  <a:gd name="connsiteX5" fmla="*/ 565272 w 732676"/>
                  <a:gd name="connsiteY5" fmla="*/ 16389 h 281805"/>
                  <a:gd name="connsiteX6" fmla="*/ 727495 w 732676"/>
                  <a:gd name="connsiteY6" fmla="*/ 256048 h 281805"/>
                  <a:gd name="connsiteX0" fmla="*/ 727495 w 732676"/>
                  <a:gd name="connsiteY0" fmla="*/ 256048 h 283974"/>
                  <a:gd name="connsiteX1" fmla="*/ 363560 w 732676"/>
                  <a:gd name="connsiteY1" fmla="*/ 249925 h 283974"/>
                  <a:gd name="connsiteX2" fmla="*/ 30849 w 732676"/>
                  <a:gd name="connsiteY2" fmla="*/ 249175 h 283974"/>
                  <a:gd name="connsiteX3" fmla="*/ 171427 w 732676"/>
                  <a:gd name="connsiteY3" fmla="*/ 16388 h 283974"/>
                  <a:gd name="connsiteX4" fmla="*/ 385218 w 732676"/>
                  <a:gd name="connsiteY4" fmla="*/ 133641 h 283974"/>
                  <a:gd name="connsiteX5" fmla="*/ 565272 w 732676"/>
                  <a:gd name="connsiteY5" fmla="*/ 16389 h 283974"/>
                  <a:gd name="connsiteX6" fmla="*/ 727495 w 732676"/>
                  <a:gd name="connsiteY6" fmla="*/ 256048 h 283974"/>
                  <a:gd name="connsiteX0" fmla="*/ 727495 w 733405"/>
                  <a:gd name="connsiteY0" fmla="*/ 256048 h 283974"/>
                  <a:gd name="connsiteX1" fmla="*/ 363560 w 733405"/>
                  <a:gd name="connsiteY1" fmla="*/ 249925 h 283974"/>
                  <a:gd name="connsiteX2" fmla="*/ 30849 w 733405"/>
                  <a:gd name="connsiteY2" fmla="*/ 249175 h 283974"/>
                  <a:gd name="connsiteX3" fmla="*/ 171427 w 733405"/>
                  <a:gd name="connsiteY3" fmla="*/ 16388 h 283974"/>
                  <a:gd name="connsiteX4" fmla="*/ 385218 w 733405"/>
                  <a:gd name="connsiteY4" fmla="*/ 133641 h 283974"/>
                  <a:gd name="connsiteX5" fmla="*/ 565272 w 733405"/>
                  <a:gd name="connsiteY5" fmla="*/ 16389 h 283974"/>
                  <a:gd name="connsiteX6" fmla="*/ 727495 w 733405"/>
                  <a:gd name="connsiteY6" fmla="*/ 256048 h 283974"/>
                  <a:gd name="connsiteX0" fmla="*/ 727495 w 735136"/>
                  <a:gd name="connsiteY0" fmla="*/ 256048 h 283974"/>
                  <a:gd name="connsiteX1" fmla="*/ 363560 w 735136"/>
                  <a:gd name="connsiteY1" fmla="*/ 249925 h 283974"/>
                  <a:gd name="connsiteX2" fmla="*/ 30849 w 735136"/>
                  <a:gd name="connsiteY2" fmla="*/ 249175 h 283974"/>
                  <a:gd name="connsiteX3" fmla="*/ 171427 w 735136"/>
                  <a:gd name="connsiteY3" fmla="*/ 16388 h 283974"/>
                  <a:gd name="connsiteX4" fmla="*/ 385218 w 735136"/>
                  <a:gd name="connsiteY4" fmla="*/ 133641 h 283974"/>
                  <a:gd name="connsiteX5" fmla="*/ 565272 w 735136"/>
                  <a:gd name="connsiteY5" fmla="*/ 16389 h 283974"/>
                  <a:gd name="connsiteX6" fmla="*/ 727495 w 735136"/>
                  <a:gd name="connsiteY6" fmla="*/ 256048 h 283974"/>
                  <a:gd name="connsiteX0" fmla="*/ 730069 w 737710"/>
                  <a:gd name="connsiteY0" fmla="*/ 256048 h 283974"/>
                  <a:gd name="connsiteX1" fmla="*/ 366134 w 737710"/>
                  <a:gd name="connsiteY1" fmla="*/ 249925 h 283974"/>
                  <a:gd name="connsiteX2" fmla="*/ 33423 w 737710"/>
                  <a:gd name="connsiteY2" fmla="*/ 249175 h 283974"/>
                  <a:gd name="connsiteX3" fmla="*/ 174001 w 737710"/>
                  <a:gd name="connsiteY3" fmla="*/ 16388 h 283974"/>
                  <a:gd name="connsiteX4" fmla="*/ 387792 w 737710"/>
                  <a:gd name="connsiteY4" fmla="*/ 133641 h 283974"/>
                  <a:gd name="connsiteX5" fmla="*/ 567846 w 737710"/>
                  <a:gd name="connsiteY5" fmla="*/ 16389 h 283974"/>
                  <a:gd name="connsiteX6" fmla="*/ 730069 w 737710"/>
                  <a:gd name="connsiteY6" fmla="*/ 256048 h 283974"/>
                  <a:gd name="connsiteX0" fmla="*/ 730069 w 739112"/>
                  <a:gd name="connsiteY0" fmla="*/ 262510 h 290998"/>
                  <a:gd name="connsiteX1" fmla="*/ 366134 w 739112"/>
                  <a:gd name="connsiteY1" fmla="*/ 256387 h 290998"/>
                  <a:gd name="connsiteX2" fmla="*/ 33423 w 739112"/>
                  <a:gd name="connsiteY2" fmla="*/ 255637 h 290998"/>
                  <a:gd name="connsiteX3" fmla="*/ 174001 w 739112"/>
                  <a:gd name="connsiteY3" fmla="*/ 22850 h 290998"/>
                  <a:gd name="connsiteX4" fmla="*/ 387792 w 739112"/>
                  <a:gd name="connsiteY4" fmla="*/ 140103 h 290998"/>
                  <a:gd name="connsiteX5" fmla="*/ 578712 w 739112"/>
                  <a:gd name="connsiteY5" fmla="*/ 14259 h 290998"/>
                  <a:gd name="connsiteX6" fmla="*/ 730069 w 739112"/>
                  <a:gd name="connsiteY6" fmla="*/ 262510 h 290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9112" h="290998">
                    <a:moveTo>
                      <a:pt x="730069" y="262510"/>
                    </a:moveTo>
                    <a:cubicBezTo>
                      <a:pt x="694639" y="302865"/>
                      <a:pt x="436890" y="299921"/>
                      <a:pt x="366134" y="256387"/>
                    </a:cubicBezTo>
                    <a:cubicBezTo>
                      <a:pt x="331182" y="295338"/>
                      <a:pt x="65445" y="302579"/>
                      <a:pt x="33423" y="255637"/>
                    </a:cubicBezTo>
                    <a:cubicBezTo>
                      <a:pt x="-66416" y="221422"/>
                      <a:pt x="80329" y="52417"/>
                      <a:pt x="174001" y="22850"/>
                    </a:cubicBezTo>
                    <a:cubicBezTo>
                      <a:pt x="246191" y="-20464"/>
                      <a:pt x="336472" y="23249"/>
                      <a:pt x="387792" y="140103"/>
                    </a:cubicBezTo>
                    <a:cubicBezTo>
                      <a:pt x="417629" y="30124"/>
                      <a:pt x="509731" y="-29055"/>
                      <a:pt x="578712" y="14259"/>
                    </a:cubicBezTo>
                    <a:cubicBezTo>
                      <a:pt x="693044" y="20912"/>
                      <a:pt x="765499" y="222155"/>
                      <a:pt x="730069" y="262510"/>
                    </a:cubicBezTo>
                    <a:close/>
                  </a:path>
                </a:pathLst>
              </a:custGeom>
              <a:solidFill>
                <a:schemeClr val="accent2">
                  <a:lumMod val="40000"/>
                  <a:lumOff val="60000"/>
                </a:schemeClr>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EA0D7C0E-96BA-489B-B047-736BBEE93A6D}"/>
                  </a:ext>
                </a:extLst>
              </p:cNvPr>
              <p:cNvSpPr/>
              <p:nvPr/>
            </p:nvSpPr>
            <p:spPr>
              <a:xfrm>
                <a:off x="3706744" y="2942525"/>
                <a:ext cx="235818" cy="427590"/>
              </a:xfrm>
              <a:custGeom>
                <a:avLst/>
                <a:gdLst>
                  <a:gd name="connsiteX0" fmla="*/ 0 w 202253"/>
                  <a:gd name="connsiteY0" fmla="*/ 216453 h 432905"/>
                  <a:gd name="connsiteX1" fmla="*/ 101127 w 202253"/>
                  <a:gd name="connsiteY1" fmla="*/ 0 h 432905"/>
                  <a:gd name="connsiteX2" fmla="*/ 202254 w 202253"/>
                  <a:gd name="connsiteY2" fmla="*/ 216453 h 432905"/>
                  <a:gd name="connsiteX3" fmla="*/ 101127 w 202253"/>
                  <a:gd name="connsiteY3" fmla="*/ 432906 h 432905"/>
                  <a:gd name="connsiteX4" fmla="*/ 0 w 202253"/>
                  <a:gd name="connsiteY4" fmla="*/ 216453 h 432905"/>
                  <a:gd name="connsiteX0" fmla="*/ 68 w 202322"/>
                  <a:gd name="connsiteY0" fmla="*/ 197403 h 413856"/>
                  <a:gd name="connsiteX1" fmla="*/ 113895 w 202322"/>
                  <a:gd name="connsiteY1" fmla="*/ 0 h 413856"/>
                  <a:gd name="connsiteX2" fmla="*/ 202322 w 202322"/>
                  <a:gd name="connsiteY2" fmla="*/ 197403 h 413856"/>
                  <a:gd name="connsiteX3" fmla="*/ 101195 w 202322"/>
                  <a:gd name="connsiteY3" fmla="*/ 413856 h 413856"/>
                  <a:gd name="connsiteX4" fmla="*/ 68 w 202322"/>
                  <a:gd name="connsiteY4" fmla="*/ 197403 h 413856"/>
                  <a:gd name="connsiteX0" fmla="*/ 68 w 234191"/>
                  <a:gd name="connsiteY0" fmla="*/ 200611 h 417064"/>
                  <a:gd name="connsiteX1" fmla="*/ 113895 w 234191"/>
                  <a:gd name="connsiteY1" fmla="*/ 3208 h 417064"/>
                  <a:gd name="connsiteX2" fmla="*/ 229839 w 234191"/>
                  <a:gd name="connsiteY2" fmla="*/ 86921 h 417064"/>
                  <a:gd name="connsiteX3" fmla="*/ 202322 w 234191"/>
                  <a:gd name="connsiteY3" fmla="*/ 200611 h 417064"/>
                  <a:gd name="connsiteX4" fmla="*/ 101195 w 234191"/>
                  <a:gd name="connsiteY4" fmla="*/ 417064 h 417064"/>
                  <a:gd name="connsiteX5" fmla="*/ 68 w 234191"/>
                  <a:gd name="connsiteY5" fmla="*/ 200611 h 417064"/>
                  <a:gd name="connsiteX0" fmla="*/ 49 w 233494"/>
                  <a:gd name="connsiteY0" fmla="*/ 200611 h 421431"/>
                  <a:gd name="connsiteX1" fmla="*/ 113876 w 233494"/>
                  <a:gd name="connsiteY1" fmla="*/ 3208 h 421431"/>
                  <a:gd name="connsiteX2" fmla="*/ 229820 w 233494"/>
                  <a:gd name="connsiteY2" fmla="*/ 86921 h 421431"/>
                  <a:gd name="connsiteX3" fmla="*/ 202303 w 233494"/>
                  <a:gd name="connsiteY3" fmla="*/ 200611 h 421431"/>
                  <a:gd name="connsiteX4" fmla="*/ 210770 w 233494"/>
                  <a:gd name="connsiteY4" fmla="*/ 334571 h 421431"/>
                  <a:gd name="connsiteX5" fmla="*/ 101176 w 233494"/>
                  <a:gd name="connsiteY5" fmla="*/ 417064 h 421431"/>
                  <a:gd name="connsiteX6" fmla="*/ 49 w 233494"/>
                  <a:gd name="connsiteY6" fmla="*/ 200611 h 421431"/>
                  <a:gd name="connsiteX0" fmla="*/ 3424 w 236869"/>
                  <a:gd name="connsiteY0" fmla="*/ 200611 h 417083"/>
                  <a:gd name="connsiteX1" fmla="*/ 117251 w 236869"/>
                  <a:gd name="connsiteY1" fmla="*/ 3208 h 417083"/>
                  <a:gd name="connsiteX2" fmla="*/ 233195 w 236869"/>
                  <a:gd name="connsiteY2" fmla="*/ 86921 h 417083"/>
                  <a:gd name="connsiteX3" fmla="*/ 205678 w 236869"/>
                  <a:gd name="connsiteY3" fmla="*/ 200611 h 417083"/>
                  <a:gd name="connsiteX4" fmla="*/ 214145 w 236869"/>
                  <a:gd name="connsiteY4" fmla="*/ 334571 h 417083"/>
                  <a:gd name="connsiteX5" fmla="*/ 104551 w 236869"/>
                  <a:gd name="connsiteY5" fmla="*/ 417064 h 417083"/>
                  <a:gd name="connsiteX6" fmla="*/ 36344 w 236869"/>
                  <a:gd name="connsiteY6" fmla="*/ 340921 h 417083"/>
                  <a:gd name="connsiteX7" fmla="*/ 3424 w 236869"/>
                  <a:gd name="connsiteY7" fmla="*/ 200611 h 417083"/>
                  <a:gd name="connsiteX0" fmla="*/ 169 w 233614"/>
                  <a:gd name="connsiteY0" fmla="*/ 197808 h 414280"/>
                  <a:gd name="connsiteX1" fmla="*/ 45790 w 233614"/>
                  <a:gd name="connsiteY1" fmla="*/ 58718 h 414280"/>
                  <a:gd name="connsiteX2" fmla="*/ 113996 w 233614"/>
                  <a:gd name="connsiteY2" fmla="*/ 405 h 414280"/>
                  <a:gd name="connsiteX3" fmla="*/ 229940 w 233614"/>
                  <a:gd name="connsiteY3" fmla="*/ 84118 h 414280"/>
                  <a:gd name="connsiteX4" fmla="*/ 202423 w 233614"/>
                  <a:gd name="connsiteY4" fmla="*/ 197808 h 414280"/>
                  <a:gd name="connsiteX5" fmla="*/ 210890 w 233614"/>
                  <a:gd name="connsiteY5" fmla="*/ 331768 h 414280"/>
                  <a:gd name="connsiteX6" fmla="*/ 101296 w 233614"/>
                  <a:gd name="connsiteY6" fmla="*/ 414261 h 414280"/>
                  <a:gd name="connsiteX7" fmla="*/ 33089 w 233614"/>
                  <a:gd name="connsiteY7" fmla="*/ 338118 h 414280"/>
                  <a:gd name="connsiteX8" fmla="*/ 169 w 233614"/>
                  <a:gd name="connsiteY8" fmla="*/ 197808 h 414280"/>
                  <a:gd name="connsiteX0" fmla="*/ 169 w 233614"/>
                  <a:gd name="connsiteY0" fmla="*/ 197808 h 414280"/>
                  <a:gd name="connsiteX1" fmla="*/ 45790 w 233614"/>
                  <a:gd name="connsiteY1" fmla="*/ 58718 h 414280"/>
                  <a:gd name="connsiteX2" fmla="*/ 113996 w 233614"/>
                  <a:gd name="connsiteY2" fmla="*/ 405 h 414280"/>
                  <a:gd name="connsiteX3" fmla="*/ 229940 w 233614"/>
                  <a:gd name="connsiteY3" fmla="*/ 84118 h 414280"/>
                  <a:gd name="connsiteX4" fmla="*/ 202423 w 233614"/>
                  <a:gd name="connsiteY4" fmla="*/ 197808 h 414280"/>
                  <a:gd name="connsiteX5" fmla="*/ 210890 w 233614"/>
                  <a:gd name="connsiteY5" fmla="*/ 331768 h 414280"/>
                  <a:gd name="connsiteX6" fmla="*/ 101296 w 233614"/>
                  <a:gd name="connsiteY6" fmla="*/ 414261 h 414280"/>
                  <a:gd name="connsiteX7" fmla="*/ 33089 w 233614"/>
                  <a:gd name="connsiteY7" fmla="*/ 338118 h 414280"/>
                  <a:gd name="connsiteX8" fmla="*/ 169 w 233614"/>
                  <a:gd name="connsiteY8" fmla="*/ 197808 h 414280"/>
                  <a:gd name="connsiteX0" fmla="*/ 169 w 233614"/>
                  <a:gd name="connsiteY0" fmla="*/ 197678 h 414150"/>
                  <a:gd name="connsiteX1" fmla="*/ 45790 w 233614"/>
                  <a:gd name="connsiteY1" fmla="*/ 58588 h 414150"/>
                  <a:gd name="connsiteX2" fmla="*/ 113996 w 233614"/>
                  <a:gd name="connsiteY2" fmla="*/ 275 h 414150"/>
                  <a:gd name="connsiteX3" fmla="*/ 229940 w 233614"/>
                  <a:gd name="connsiteY3" fmla="*/ 83988 h 414150"/>
                  <a:gd name="connsiteX4" fmla="*/ 202423 w 233614"/>
                  <a:gd name="connsiteY4" fmla="*/ 197678 h 414150"/>
                  <a:gd name="connsiteX5" fmla="*/ 210890 w 233614"/>
                  <a:gd name="connsiteY5" fmla="*/ 331638 h 414150"/>
                  <a:gd name="connsiteX6" fmla="*/ 101296 w 233614"/>
                  <a:gd name="connsiteY6" fmla="*/ 414131 h 414150"/>
                  <a:gd name="connsiteX7" fmla="*/ 33089 w 233614"/>
                  <a:gd name="connsiteY7" fmla="*/ 337988 h 414150"/>
                  <a:gd name="connsiteX8" fmla="*/ 169 w 233614"/>
                  <a:gd name="connsiteY8" fmla="*/ 197678 h 414150"/>
                  <a:gd name="connsiteX0" fmla="*/ 169 w 233614"/>
                  <a:gd name="connsiteY0" fmla="*/ 203941 h 420413"/>
                  <a:gd name="connsiteX1" fmla="*/ 45790 w 233614"/>
                  <a:gd name="connsiteY1" fmla="*/ 64851 h 420413"/>
                  <a:gd name="connsiteX2" fmla="*/ 139396 w 233614"/>
                  <a:gd name="connsiteY2" fmla="*/ 188 h 420413"/>
                  <a:gd name="connsiteX3" fmla="*/ 229940 w 233614"/>
                  <a:gd name="connsiteY3" fmla="*/ 90251 h 420413"/>
                  <a:gd name="connsiteX4" fmla="*/ 202423 w 233614"/>
                  <a:gd name="connsiteY4" fmla="*/ 203941 h 420413"/>
                  <a:gd name="connsiteX5" fmla="*/ 210890 w 233614"/>
                  <a:gd name="connsiteY5" fmla="*/ 337901 h 420413"/>
                  <a:gd name="connsiteX6" fmla="*/ 101296 w 233614"/>
                  <a:gd name="connsiteY6" fmla="*/ 420394 h 420413"/>
                  <a:gd name="connsiteX7" fmla="*/ 33089 w 233614"/>
                  <a:gd name="connsiteY7" fmla="*/ 344251 h 420413"/>
                  <a:gd name="connsiteX8" fmla="*/ 169 w 233614"/>
                  <a:gd name="connsiteY8" fmla="*/ 203941 h 420413"/>
                  <a:gd name="connsiteX0" fmla="*/ 169 w 233614"/>
                  <a:gd name="connsiteY0" fmla="*/ 203941 h 420770"/>
                  <a:gd name="connsiteX1" fmla="*/ 45790 w 233614"/>
                  <a:gd name="connsiteY1" fmla="*/ 64851 h 420770"/>
                  <a:gd name="connsiteX2" fmla="*/ 139396 w 233614"/>
                  <a:gd name="connsiteY2" fmla="*/ 188 h 420770"/>
                  <a:gd name="connsiteX3" fmla="*/ 229940 w 233614"/>
                  <a:gd name="connsiteY3" fmla="*/ 90251 h 420770"/>
                  <a:gd name="connsiteX4" fmla="*/ 202423 w 233614"/>
                  <a:gd name="connsiteY4" fmla="*/ 203941 h 420770"/>
                  <a:gd name="connsiteX5" fmla="*/ 210890 w 233614"/>
                  <a:gd name="connsiteY5" fmla="*/ 337901 h 420770"/>
                  <a:gd name="connsiteX6" fmla="*/ 101296 w 233614"/>
                  <a:gd name="connsiteY6" fmla="*/ 420394 h 420770"/>
                  <a:gd name="connsiteX7" fmla="*/ 33089 w 233614"/>
                  <a:gd name="connsiteY7" fmla="*/ 344251 h 420770"/>
                  <a:gd name="connsiteX8" fmla="*/ 169 w 233614"/>
                  <a:gd name="connsiteY8" fmla="*/ 203941 h 420770"/>
                  <a:gd name="connsiteX0" fmla="*/ 169 w 233614"/>
                  <a:gd name="connsiteY0" fmla="*/ 203941 h 420770"/>
                  <a:gd name="connsiteX1" fmla="*/ 45790 w 233614"/>
                  <a:gd name="connsiteY1" fmla="*/ 64851 h 420770"/>
                  <a:gd name="connsiteX2" fmla="*/ 139396 w 233614"/>
                  <a:gd name="connsiteY2" fmla="*/ 188 h 420770"/>
                  <a:gd name="connsiteX3" fmla="*/ 229940 w 233614"/>
                  <a:gd name="connsiteY3" fmla="*/ 90251 h 420770"/>
                  <a:gd name="connsiteX4" fmla="*/ 202423 w 233614"/>
                  <a:gd name="connsiteY4" fmla="*/ 203941 h 420770"/>
                  <a:gd name="connsiteX5" fmla="*/ 210890 w 233614"/>
                  <a:gd name="connsiteY5" fmla="*/ 337901 h 420770"/>
                  <a:gd name="connsiteX6" fmla="*/ 120346 w 233614"/>
                  <a:gd name="connsiteY6" fmla="*/ 420394 h 420770"/>
                  <a:gd name="connsiteX7" fmla="*/ 33089 w 233614"/>
                  <a:gd name="connsiteY7" fmla="*/ 344251 h 420770"/>
                  <a:gd name="connsiteX8" fmla="*/ 169 w 233614"/>
                  <a:gd name="connsiteY8" fmla="*/ 203941 h 420770"/>
                  <a:gd name="connsiteX0" fmla="*/ 169 w 233614"/>
                  <a:gd name="connsiteY0" fmla="*/ 218147 h 434976"/>
                  <a:gd name="connsiteX1" fmla="*/ 45790 w 233614"/>
                  <a:gd name="connsiteY1" fmla="*/ 79057 h 434976"/>
                  <a:gd name="connsiteX2" fmla="*/ 137015 w 233614"/>
                  <a:gd name="connsiteY2" fmla="*/ 106 h 434976"/>
                  <a:gd name="connsiteX3" fmla="*/ 229940 w 233614"/>
                  <a:gd name="connsiteY3" fmla="*/ 104457 h 434976"/>
                  <a:gd name="connsiteX4" fmla="*/ 202423 w 233614"/>
                  <a:gd name="connsiteY4" fmla="*/ 218147 h 434976"/>
                  <a:gd name="connsiteX5" fmla="*/ 210890 w 233614"/>
                  <a:gd name="connsiteY5" fmla="*/ 352107 h 434976"/>
                  <a:gd name="connsiteX6" fmla="*/ 120346 w 233614"/>
                  <a:gd name="connsiteY6" fmla="*/ 434600 h 434976"/>
                  <a:gd name="connsiteX7" fmla="*/ 33089 w 233614"/>
                  <a:gd name="connsiteY7" fmla="*/ 358457 h 434976"/>
                  <a:gd name="connsiteX8" fmla="*/ 169 w 233614"/>
                  <a:gd name="connsiteY8" fmla="*/ 218147 h 434976"/>
                  <a:gd name="connsiteX0" fmla="*/ 169 w 233614"/>
                  <a:gd name="connsiteY0" fmla="*/ 218145 h 434974"/>
                  <a:gd name="connsiteX1" fmla="*/ 45790 w 233614"/>
                  <a:gd name="connsiteY1" fmla="*/ 79055 h 434974"/>
                  <a:gd name="connsiteX2" fmla="*/ 137015 w 233614"/>
                  <a:gd name="connsiteY2" fmla="*/ 104 h 434974"/>
                  <a:gd name="connsiteX3" fmla="*/ 229940 w 233614"/>
                  <a:gd name="connsiteY3" fmla="*/ 104455 h 434974"/>
                  <a:gd name="connsiteX4" fmla="*/ 202423 w 233614"/>
                  <a:gd name="connsiteY4" fmla="*/ 218145 h 434974"/>
                  <a:gd name="connsiteX5" fmla="*/ 210890 w 233614"/>
                  <a:gd name="connsiteY5" fmla="*/ 352105 h 434974"/>
                  <a:gd name="connsiteX6" fmla="*/ 120346 w 233614"/>
                  <a:gd name="connsiteY6" fmla="*/ 434598 h 434974"/>
                  <a:gd name="connsiteX7" fmla="*/ 33089 w 233614"/>
                  <a:gd name="connsiteY7" fmla="*/ 358455 h 434974"/>
                  <a:gd name="connsiteX8" fmla="*/ 169 w 233614"/>
                  <a:gd name="connsiteY8" fmla="*/ 218145 h 434974"/>
                  <a:gd name="connsiteX0" fmla="*/ 1 w 233446"/>
                  <a:gd name="connsiteY0" fmla="*/ 218418 h 435247"/>
                  <a:gd name="connsiteX1" fmla="*/ 33716 w 233446"/>
                  <a:gd name="connsiteY1" fmla="*/ 74565 h 435247"/>
                  <a:gd name="connsiteX2" fmla="*/ 136847 w 233446"/>
                  <a:gd name="connsiteY2" fmla="*/ 377 h 435247"/>
                  <a:gd name="connsiteX3" fmla="*/ 229772 w 233446"/>
                  <a:gd name="connsiteY3" fmla="*/ 104728 h 435247"/>
                  <a:gd name="connsiteX4" fmla="*/ 202255 w 233446"/>
                  <a:gd name="connsiteY4" fmla="*/ 218418 h 435247"/>
                  <a:gd name="connsiteX5" fmla="*/ 210722 w 233446"/>
                  <a:gd name="connsiteY5" fmla="*/ 352378 h 435247"/>
                  <a:gd name="connsiteX6" fmla="*/ 120178 w 233446"/>
                  <a:gd name="connsiteY6" fmla="*/ 434871 h 435247"/>
                  <a:gd name="connsiteX7" fmla="*/ 32921 w 233446"/>
                  <a:gd name="connsiteY7" fmla="*/ 358728 h 435247"/>
                  <a:gd name="connsiteX8" fmla="*/ 1 w 233446"/>
                  <a:gd name="connsiteY8" fmla="*/ 218418 h 435247"/>
                  <a:gd name="connsiteX0" fmla="*/ 1 w 233446"/>
                  <a:gd name="connsiteY0" fmla="*/ 218418 h 435247"/>
                  <a:gd name="connsiteX1" fmla="*/ 33716 w 233446"/>
                  <a:gd name="connsiteY1" fmla="*/ 74565 h 435247"/>
                  <a:gd name="connsiteX2" fmla="*/ 136847 w 233446"/>
                  <a:gd name="connsiteY2" fmla="*/ 377 h 435247"/>
                  <a:gd name="connsiteX3" fmla="*/ 229772 w 233446"/>
                  <a:gd name="connsiteY3" fmla="*/ 104728 h 435247"/>
                  <a:gd name="connsiteX4" fmla="*/ 202255 w 233446"/>
                  <a:gd name="connsiteY4" fmla="*/ 218418 h 435247"/>
                  <a:gd name="connsiteX5" fmla="*/ 210722 w 233446"/>
                  <a:gd name="connsiteY5" fmla="*/ 352378 h 435247"/>
                  <a:gd name="connsiteX6" fmla="*/ 120178 w 233446"/>
                  <a:gd name="connsiteY6" fmla="*/ 434871 h 435247"/>
                  <a:gd name="connsiteX7" fmla="*/ 32921 w 233446"/>
                  <a:gd name="connsiteY7" fmla="*/ 358728 h 435247"/>
                  <a:gd name="connsiteX8" fmla="*/ 1 w 233446"/>
                  <a:gd name="connsiteY8" fmla="*/ 218418 h 435247"/>
                  <a:gd name="connsiteX0" fmla="*/ 396 w 233841"/>
                  <a:gd name="connsiteY0" fmla="*/ 218418 h 434897"/>
                  <a:gd name="connsiteX1" fmla="*/ 34111 w 233841"/>
                  <a:gd name="connsiteY1" fmla="*/ 74565 h 434897"/>
                  <a:gd name="connsiteX2" fmla="*/ 137242 w 233841"/>
                  <a:gd name="connsiteY2" fmla="*/ 377 h 434897"/>
                  <a:gd name="connsiteX3" fmla="*/ 230167 w 233841"/>
                  <a:gd name="connsiteY3" fmla="*/ 104728 h 434897"/>
                  <a:gd name="connsiteX4" fmla="*/ 202650 w 233841"/>
                  <a:gd name="connsiteY4" fmla="*/ 218418 h 434897"/>
                  <a:gd name="connsiteX5" fmla="*/ 211117 w 233841"/>
                  <a:gd name="connsiteY5" fmla="*/ 352378 h 434897"/>
                  <a:gd name="connsiteX6" fmla="*/ 120573 w 233841"/>
                  <a:gd name="connsiteY6" fmla="*/ 434871 h 434897"/>
                  <a:gd name="connsiteX7" fmla="*/ 21410 w 233841"/>
                  <a:gd name="connsiteY7" fmla="*/ 344440 h 434897"/>
                  <a:gd name="connsiteX8" fmla="*/ 396 w 233841"/>
                  <a:gd name="connsiteY8" fmla="*/ 218418 h 434897"/>
                  <a:gd name="connsiteX0" fmla="*/ 396 w 233841"/>
                  <a:gd name="connsiteY0" fmla="*/ 218418 h 427758"/>
                  <a:gd name="connsiteX1" fmla="*/ 34111 w 233841"/>
                  <a:gd name="connsiteY1" fmla="*/ 74565 h 427758"/>
                  <a:gd name="connsiteX2" fmla="*/ 137242 w 233841"/>
                  <a:gd name="connsiteY2" fmla="*/ 377 h 427758"/>
                  <a:gd name="connsiteX3" fmla="*/ 230167 w 233841"/>
                  <a:gd name="connsiteY3" fmla="*/ 104728 h 427758"/>
                  <a:gd name="connsiteX4" fmla="*/ 202650 w 233841"/>
                  <a:gd name="connsiteY4" fmla="*/ 218418 h 427758"/>
                  <a:gd name="connsiteX5" fmla="*/ 211117 w 233841"/>
                  <a:gd name="connsiteY5" fmla="*/ 352378 h 427758"/>
                  <a:gd name="connsiteX6" fmla="*/ 125336 w 233841"/>
                  <a:gd name="connsiteY6" fmla="*/ 427727 h 427758"/>
                  <a:gd name="connsiteX7" fmla="*/ 21410 w 233841"/>
                  <a:gd name="connsiteY7" fmla="*/ 344440 h 427758"/>
                  <a:gd name="connsiteX8" fmla="*/ 396 w 233841"/>
                  <a:gd name="connsiteY8" fmla="*/ 218418 h 427758"/>
                  <a:gd name="connsiteX0" fmla="*/ 396 w 233841"/>
                  <a:gd name="connsiteY0" fmla="*/ 218418 h 427758"/>
                  <a:gd name="connsiteX1" fmla="*/ 34111 w 233841"/>
                  <a:gd name="connsiteY1" fmla="*/ 74565 h 427758"/>
                  <a:gd name="connsiteX2" fmla="*/ 137242 w 233841"/>
                  <a:gd name="connsiteY2" fmla="*/ 377 h 427758"/>
                  <a:gd name="connsiteX3" fmla="*/ 230167 w 233841"/>
                  <a:gd name="connsiteY3" fmla="*/ 104728 h 427758"/>
                  <a:gd name="connsiteX4" fmla="*/ 202650 w 233841"/>
                  <a:gd name="connsiteY4" fmla="*/ 218418 h 427758"/>
                  <a:gd name="connsiteX5" fmla="*/ 211117 w 233841"/>
                  <a:gd name="connsiteY5" fmla="*/ 352378 h 427758"/>
                  <a:gd name="connsiteX6" fmla="*/ 125336 w 233841"/>
                  <a:gd name="connsiteY6" fmla="*/ 427727 h 427758"/>
                  <a:gd name="connsiteX7" fmla="*/ 21410 w 233841"/>
                  <a:gd name="connsiteY7" fmla="*/ 344440 h 427758"/>
                  <a:gd name="connsiteX8" fmla="*/ 396 w 233841"/>
                  <a:gd name="connsiteY8" fmla="*/ 218418 h 427758"/>
                  <a:gd name="connsiteX0" fmla="*/ 396 w 233841"/>
                  <a:gd name="connsiteY0" fmla="*/ 218418 h 427764"/>
                  <a:gd name="connsiteX1" fmla="*/ 34111 w 233841"/>
                  <a:gd name="connsiteY1" fmla="*/ 74565 h 427764"/>
                  <a:gd name="connsiteX2" fmla="*/ 137242 w 233841"/>
                  <a:gd name="connsiteY2" fmla="*/ 377 h 427764"/>
                  <a:gd name="connsiteX3" fmla="*/ 230167 w 233841"/>
                  <a:gd name="connsiteY3" fmla="*/ 104728 h 427764"/>
                  <a:gd name="connsiteX4" fmla="*/ 202650 w 233841"/>
                  <a:gd name="connsiteY4" fmla="*/ 218418 h 427764"/>
                  <a:gd name="connsiteX5" fmla="*/ 211117 w 233841"/>
                  <a:gd name="connsiteY5" fmla="*/ 352378 h 427764"/>
                  <a:gd name="connsiteX6" fmla="*/ 125336 w 233841"/>
                  <a:gd name="connsiteY6" fmla="*/ 427727 h 427764"/>
                  <a:gd name="connsiteX7" fmla="*/ 21410 w 233841"/>
                  <a:gd name="connsiteY7" fmla="*/ 344440 h 427764"/>
                  <a:gd name="connsiteX8" fmla="*/ 396 w 233841"/>
                  <a:gd name="connsiteY8" fmla="*/ 218418 h 427764"/>
                  <a:gd name="connsiteX0" fmla="*/ 396 w 236038"/>
                  <a:gd name="connsiteY0" fmla="*/ 218049 h 427395"/>
                  <a:gd name="connsiteX1" fmla="*/ 34111 w 236038"/>
                  <a:gd name="connsiteY1" fmla="*/ 74196 h 427395"/>
                  <a:gd name="connsiteX2" fmla="*/ 137242 w 236038"/>
                  <a:gd name="connsiteY2" fmla="*/ 8 h 427395"/>
                  <a:gd name="connsiteX3" fmla="*/ 232548 w 236038"/>
                  <a:gd name="connsiteY3" fmla="*/ 78165 h 427395"/>
                  <a:gd name="connsiteX4" fmla="*/ 202650 w 236038"/>
                  <a:gd name="connsiteY4" fmla="*/ 218049 h 427395"/>
                  <a:gd name="connsiteX5" fmla="*/ 211117 w 236038"/>
                  <a:gd name="connsiteY5" fmla="*/ 352009 h 427395"/>
                  <a:gd name="connsiteX6" fmla="*/ 125336 w 236038"/>
                  <a:gd name="connsiteY6" fmla="*/ 427358 h 427395"/>
                  <a:gd name="connsiteX7" fmla="*/ 21410 w 236038"/>
                  <a:gd name="connsiteY7" fmla="*/ 344071 h 427395"/>
                  <a:gd name="connsiteX8" fmla="*/ 396 w 236038"/>
                  <a:gd name="connsiteY8" fmla="*/ 218049 h 427395"/>
                  <a:gd name="connsiteX0" fmla="*/ 396 w 236881"/>
                  <a:gd name="connsiteY0" fmla="*/ 218049 h 427395"/>
                  <a:gd name="connsiteX1" fmla="*/ 34111 w 236881"/>
                  <a:gd name="connsiteY1" fmla="*/ 74196 h 427395"/>
                  <a:gd name="connsiteX2" fmla="*/ 137242 w 236881"/>
                  <a:gd name="connsiteY2" fmla="*/ 8 h 427395"/>
                  <a:gd name="connsiteX3" fmla="*/ 232548 w 236881"/>
                  <a:gd name="connsiteY3" fmla="*/ 78165 h 427395"/>
                  <a:gd name="connsiteX4" fmla="*/ 202650 w 236881"/>
                  <a:gd name="connsiteY4" fmla="*/ 218049 h 427395"/>
                  <a:gd name="connsiteX5" fmla="*/ 211117 w 236881"/>
                  <a:gd name="connsiteY5" fmla="*/ 352009 h 427395"/>
                  <a:gd name="connsiteX6" fmla="*/ 125336 w 236881"/>
                  <a:gd name="connsiteY6" fmla="*/ 427358 h 427395"/>
                  <a:gd name="connsiteX7" fmla="*/ 21410 w 236881"/>
                  <a:gd name="connsiteY7" fmla="*/ 344071 h 427395"/>
                  <a:gd name="connsiteX8" fmla="*/ 396 w 236881"/>
                  <a:gd name="connsiteY8" fmla="*/ 218049 h 427395"/>
                  <a:gd name="connsiteX0" fmla="*/ 396 w 236066"/>
                  <a:gd name="connsiteY0" fmla="*/ 218049 h 427395"/>
                  <a:gd name="connsiteX1" fmla="*/ 34111 w 236066"/>
                  <a:gd name="connsiteY1" fmla="*/ 74196 h 427395"/>
                  <a:gd name="connsiteX2" fmla="*/ 137242 w 236066"/>
                  <a:gd name="connsiteY2" fmla="*/ 8 h 427395"/>
                  <a:gd name="connsiteX3" fmla="*/ 232548 w 236066"/>
                  <a:gd name="connsiteY3" fmla="*/ 78165 h 427395"/>
                  <a:gd name="connsiteX4" fmla="*/ 190744 w 236066"/>
                  <a:gd name="connsiteY4" fmla="*/ 198999 h 427395"/>
                  <a:gd name="connsiteX5" fmla="*/ 211117 w 236066"/>
                  <a:gd name="connsiteY5" fmla="*/ 352009 h 427395"/>
                  <a:gd name="connsiteX6" fmla="*/ 125336 w 236066"/>
                  <a:gd name="connsiteY6" fmla="*/ 427358 h 427395"/>
                  <a:gd name="connsiteX7" fmla="*/ 21410 w 236066"/>
                  <a:gd name="connsiteY7" fmla="*/ 344071 h 427395"/>
                  <a:gd name="connsiteX8" fmla="*/ 396 w 236066"/>
                  <a:gd name="connsiteY8" fmla="*/ 218049 h 427395"/>
                  <a:gd name="connsiteX0" fmla="*/ 396 w 236066"/>
                  <a:gd name="connsiteY0" fmla="*/ 218049 h 427395"/>
                  <a:gd name="connsiteX1" fmla="*/ 34111 w 236066"/>
                  <a:gd name="connsiteY1" fmla="*/ 74196 h 427395"/>
                  <a:gd name="connsiteX2" fmla="*/ 137242 w 236066"/>
                  <a:gd name="connsiteY2" fmla="*/ 8 h 427395"/>
                  <a:gd name="connsiteX3" fmla="*/ 232548 w 236066"/>
                  <a:gd name="connsiteY3" fmla="*/ 78165 h 427395"/>
                  <a:gd name="connsiteX4" fmla="*/ 190744 w 236066"/>
                  <a:gd name="connsiteY4" fmla="*/ 198999 h 427395"/>
                  <a:gd name="connsiteX5" fmla="*/ 211117 w 236066"/>
                  <a:gd name="connsiteY5" fmla="*/ 352009 h 427395"/>
                  <a:gd name="connsiteX6" fmla="*/ 125336 w 236066"/>
                  <a:gd name="connsiteY6" fmla="*/ 427358 h 427395"/>
                  <a:gd name="connsiteX7" fmla="*/ 21410 w 236066"/>
                  <a:gd name="connsiteY7" fmla="*/ 344071 h 427395"/>
                  <a:gd name="connsiteX8" fmla="*/ 396 w 236066"/>
                  <a:gd name="connsiteY8" fmla="*/ 218049 h 427395"/>
                  <a:gd name="connsiteX0" fmla="*/ 396 w 236066"/>
                  <a:gd name="connsiteY0" fmla="*/ 218049 h 427395"/>
                  <a:gd name="connsiteX1" fmla="*/ 34111 w 236066"/>
                  <a:gd name="connsiteY1" fmla="*/ 74196 h 427395"/>
                  <a:gd name="connsiteX2" fmla="*/ 137242 w 236066"/>
                  <a:gd name="connsiteY2" fmla="*/ 8 h 427395"/>
                  <a:gd name="connsiteX3" fmla="*/ 232548 w 236066"/>
                  <a:gd name="connsiteY3" fmla="*/ 78165 h 427395"/>
                  <a:gd name="connsiteX4" fmla="*/ 190744 w 236066"/>
                  <a:gd name="connsiteY4" fmla="*/ 198999 h 427395"/>
                  <a:gd name="connsiteX5" fmla="*/ 211117 w 236066"/>
                  <a:gd name="connsiteY5" fmla="*/ 352009 h 427395"/>
                  <a:gd name="connsiteX6" fmla="*/ 125336 w 236066"/>
                  <a:gd name="connsiteY6" fmla="*/ 427358 h 427395"/>
                  <a:gd name="connsiteX7" fmla="*/ 21410 w 236066"/>
                  <a:gd name="connsiteY7" fmla="*/ 344071 h 427395"/>
                  <a:gd name="connsiteX8" fmla="*/ 396 w 236066"/>
                  <a:gd name="connsiteY8" fmla="*/ 218049 h 427395"/>
                  <a:gd name="connsiteX0" fmla="*/ 396 w 236066"/>
                  <a:gd name="connsiteY0" fmla="*/ 218049 h 427395"/>
                  <a:gd name="connsiteX1" fmla="*/ 34111 w 236066"/>
                  <a:gd name="connsiteY1" fmla="*/ 74196 h 427395"/>
                  <a:gd name="connsiteX2" fmla="*/ 137242 w 236066"/>
                  <a:gd name="connsiteY2" fmla="*/ 8 h 427395"/>
                  <a:gd name="connsiteX3" fmla="*/ 232548 w 236066"/>
                  <a:gd name="connsiteY3" fmla="*/ 78165 h 427395"/>
                  <a:gd name="connsiteX4" fmla="*/ 190744 w 236066"/>
                  <a:gd name="connsiteY4" fmla="*/ 198999 h 427395"/>
                  <a:gd name="connsiteX5" fmla="*/ 211117 w 236066"/>
                  <a:gd name="connsiteY5" fmla="*/ 352009 h 427395"/>
                  <a:gd name="connsiteX6" fmla="*/ 125336 w 236066"/>
                  <a:gd name="connsiteY6" fmla="*/ 427358 h 427395"/>
                  <a:gd name="connsiteX7" fmla="*/ 21410 w 236066"/>
                  <a:gd name="connsiteY7" fmla="*/ 344071 h 427395"/>
                  <a:gd name="connsiteX8" fmla="*/ 396 w 236066"/>
                  <a:gd name="connsiteY8" fmla="*/ 218049 h 427395"/>
                  <a:gd name="connsiteX0" fmla="*/ 396 w 238319"/>
                  <a:gd name="connsiteY0" fmla="*/ 218479 h 427825"/>
                  <a:gd name="connsiteX1" fmla="*/ 34111 w 238319"/>
                  <a:gd name="connsiteY1" fmla="*/ 74626 h 427825"/>
                  <a:gd name="connsiteX2" fmla="*/ 137242 w 238319"/>
                  <a:gd name="connsiteY2" fmla="*/ 438 h 427825"/>
                  <a:gd name="connsiteX3" fmla="*/ 234929 w 238319"/>
                  <a:gd name="connsiteY3" fmla="*/ 64307 h 427825"/>
                  <a:gd name="connsiteX4" fmla="*/ 190744 w 238319"/>
                  <a:gd name="connsiteY4" fmla="*/ 199429 h 427825"/>
                  <a:gd name="connsiteX5" fmla="*/ 211117 w 238319"/>
                  <a:gd name="connsiteY5" fmla="*/ 352439 h 427825"/>
                  <a:gd name="connsiteX6" fmla="*/ 125336 w 238319"/>
                  <a:gd name="connsiteY6" fmla="*/ 427788 h 427825"/>
                  <a:gd name="connsiteX7" fmla="*/ 21410 w 238319"/>
                  <a:gd name="connsiteY7" fmla="*/ 344501 h 427825"/>
                  <a:gd name="connsiteX8" fmla="*/ 396 w 238319"/>
                  <a:gd name="connsiteY8" fmla="*/ 218479 h 427825"/>
                  <a:gd name="connsiteX0" fmla="*/ 396 w 235818"/>
                  <a:gd name="connsiteY0" fmla="*/ 218479 h 427825"/>
                  <a:gd name="connsiteX1" fmla="*/ 34111 w 235818"/>
                  <a:gd name="connsiteY1" fmla="*/ 74626 h 427825"/>
                  <a:gd name="connsiteX2" fmla="*/ 137242 w 235818"/>
                  <a:gd name="connsiteY2" fmla="*/ 438 h 427825"/>
                  <a:gd name="connsiteX3" fmla="*/ 234929 w 235818"/>
                  <a:gd name="connsiteY3" fmla="*/ 64307 h 427825"/>
                  <a:gd name="connsiteX4" fmla="*/ 190744 w 235818"/>
                  <a:gd name="connsiteY4" fmla="*/ 199429 h 427825"/>
                  <a:gd name="connsiteX5" fmla="*/ 211117 w 235818"/>
                  <a:gd name="connsiteY5" fmla="*/ 352439 h 427825"/>
                  <a:gd name="connsiteX6" fmla="*/ 125336 w 235818"/>
                  <a:gd name="connsiteY6" fmla="*/ 427788 h 427825"/>
                  <a:gd name="connsiteX7" fmla="*/ 21410 w 235818"/>
                  <a:gd name="connsiteY7" fmla="*/ 344501 h 427825"/>
                  <a:gd name="connsiteX8" fmla="*/ 396 w 235818"/>
                  <a:gd name="connsiteY8" fmla="*/ 218479 h 427825"/>
                  <a:gd name="connsiteX0" fmla="*/ 396 w 235818"/>
                  <a:gd name="connsiteY0" fmla="*/ 218234 h 427580"/>
                  <a:gd name="connsiteX1" fmla="*/ 34111 w 235818"/>
                  <a:gd name="connsiteY1" fmla="*/ 74381 h 427580"/>
                  <a:gd name="connsiteX2" fmla="*/ 137242 w 235818"/>
                  <a:gd name="connsiteY2" fmla="*/ 193 h 427580"/>
                  <a:gd name="connsiteX3" fmla="*/ 234929 w 235818"/>
                  <a:gd name="connsiteY3" fmla="*/ 64062 h 427580"/>
                  <a:gd name="connsiteX4" fmla="*/ 190744 w 235818"/>
                  <a:gd name="connsiteY4" fmla="*/ 199184 h 427580"/>
                  <a:gd name="connsiteX5" fmla="*/ 211117 w 235818"/>
                  <a:gd name="connsiteY5" fmla="*/ 352194 h 427580"/>
                  <a:gd name="connsiteX6" fmla="*/ 125336 w 235818"/>
                  <a:gd name="connsiteY6" fmla="*/ 427543 h 427580"/>
                  <a:gd name="connsiteX7" fmla="*/ 21410 w 235818"/>
                  <a:gd name="connsiteY7" fmla="*/ 344256 h 427580"/>
                  <a:gd name="connsiteX8" fmla="*/ 396 w 235818"/>
                  <a:gd name="connsiteY8" fmla="*/ 218234 h 427580"/>
                  <a:gd name="connsiteX0" fmla="*/ 396 w 235818"/>
                  <a:gd name="connsiteY0" fmla="*/ 218234 h 427580"/>
                  <a:gd name="connsiteX1" fmla="*/ 34111 w 235818"/>
                  <a:gd name="connsiteY1" fmla="*/ 74381 h 427580"/>
                  <a:gd name="connsiteX2" fmla="*/ 137242 w 235818"/>
                  <a:gd name="connsiteY2" fmla="*/ 193 h 427580"/>
                  <a:gd name="connsiteX3" fmla="*/ 234929 w 235818"/>
                  <a:gd name="connsiteY3" fmla="*/ 64062 h 427580"/>
                  <a:gd name="connsiteX4" fmla="*/ 190744 w 235818"/>
                  <a:gd name="connsiteY4" fmla="*/ 199184 h 427580"/>
                  <a:gd name="connsiteX5" fmla="*/ 211117 w 235818"/>
                  <a:gd name="connsiteY5" fmla="*/ 352194 h 427580"/>
                  <a:gd name="connsiteX6" fmla="*/ 125336 w 235818"/>
                  <a:gd name="connsiteY6" fmla="*/ 427543 h 427580"/>
                  <a:gd name="connsiteX7" fmla="*/ 21410 w 235818"/>
                  <a:gd name="connsiteY7" fmla="*/ 344256 h 427580"/>
                  <a:gd name="connsiteX8" fmla="*/ 396 w 235818"/>
                  <a:gd name="connsiteY8" fmla="*/ 218234 h 42758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8" h="427590">
                    <a:moveTo>
                      <a:pt x="396" y="218234"/>
                    </a:moveTo>
                    <a:cubicBezTo>
                      <a:pt x="2513" y="156587"/>
                      <a:pt x="15140" y="107281"/>
                      <a:pt x="34111" y="74381"/>
                    </a:cubicBezTo>
                    <a:cubicBezTo>
                      <a:pt x="53082" y="41481"/>
                      <a:pt x="103772" y="1913"/>
                      <a:pt x="137242" y="193"/>
                    </a:cubicBezTo>
                    <a:cubicBezTo>
                      <a:pt x="170712" y="-1527"/>
                      <a:pt x="227335" y="7350"/>
                      <a:pt x="234929" y="64062"/>
                    </a:cubicBezTo>
                    <a:cubicBezTo>
                      <a:pt x="242523" y="120774"/>
                      <a:pt x="199211" y="164259"/>
                      <a:pt x="190744" y="199184"/>
                    </a:cubicBezTo>
                    <a:cubicBezTo>
                      <a:pt x="182277" y="234109"/>
                      <a:pt x="223209" y="301832"/>
                      <a:pt x="211117" y="352194"/>
                    </a:cubicBezTo>
                    <a:cubicBezTo>
                      <a:pt x="199025" y="402556"/>
                      <a:pt x="156954" y="428866"/>
                      <a:pt x="125336" y="427543"/>
                    </a:cubicBezTo>
                    <a:cubicBezTo>
                      <a:pt x="93718" y="426220"/>
                      <a:pt x="38264" y="380331"/>
                      <a:pt x="21410" y="344256"/>
                    </a:cubicBezTo>
                    <a:cubicBezTo>
                      <a:pt x="4556" y="308181"/>
                      <a:pt x="-1721" y="279881"/>
                      <a:pt x="396" y="218234"/>
                    </a:cubicBezTo>
                    <a:close/>
                  </a:path>
                </a:pathLst>
              </a:custGeom>
              <a:solidFill>
                <a:srgbClr val="7030A0">
                  <a:alpha val="46000"/>
                </a:srgbClr>
              </a:solid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56D4CE76-85E4-4225-A15B-19470A817D67}"/>
                  </a:ext>
                </a:extLst>
              </p:cNvPr>
              <p:cNvSpPr/>
              <p:nvPr/>
            </p:nvSpPr>
            <p:spPr>
              <a:xfrm>
                <a:off x="4302459" y="2970207"/>
                <a:ext cx="201799" cy="388451"/>
              </a:xfrm>
              <a:custGeom>
                <a:avLst/>
                <a:gdLst>
                  <a:gd name="connsiteX0" fmla="*/ 0 w 202253"/>
                  <a:gd name="connsiteY0" fmla="*/ 216453 h 432905"/>
                  <a:gd name="connsiteX1" fmla="*/ 101127 w 202253"/>
                  <a:gd name="connsiteY1" fmla="*/ 0 h 432905"/>
                  <a:gd name="connsiteX2" fmla="*/ 202254 w 202253"/>
                  <a:gd name="connsiteY2" fmla="*/ 216453 h 432905"/>
                  <a:gd name="connsiteX3" fmla="*/ 101127 w 202253"/>
                  <a:gd name="connsiteY3" fmla="*/ 432906 h 432905"/>
                  <a:gd name="connsiteX4" fmla="*/ 0 w 202253"/>
                  <a:gd name="connsiteY4" fmla="*/ 216453 h 432905"/>
                  <a:gd name="connsiteX0" fmla="*/ 0 w 161773"/>
                  <a:gd name="connsiteY0" fmla="*/ 216453 h 432906"/>
                  <a:gd name="connsiteX1" fmla="*/ 60646 w 161773"/>
                  <a:gd name="connsiteY1" fmla="*/ 0 h 432906"/>
                  <a:gd name="connsiteX2" fmla="*/ 161773 w 161773"/>
                  <a:gd name="connsiteY2" fmla="*/ 216453 h 432906"/>
                  <a:gd name="connsiteX3" fmla="*/ 60646 w 161773"/>
                  <a:gd name="connsiteY3" fmla="*/ 432906 h 432906"/>
                  <a:gd name="connsiteX4" fmla="*/ 0 w 161773"/>
                  <a:gd name="connsiteY4" fmla="*/ 216453 h 432906"/>
                  <a:gd name="connsiteX0" fmla="*/ 2602 w 164375"/>
                  <a:gd name="connsiteY0" fmla="*/ 216453 h 432906"/>
                  <a:gd name="connsiteX1" fmla="*/ 63248 w 164375"/>
                  <a:gd name="connsiteY1" fmla="*/ 0 h 432906"/>
                  <a:gd name="connsiteX2" fmla="*/ 164375 w 164375"/>
                  <a:gd name="connsiteY2" fmla="*/ 216453 h 432906"/>
                  <a:gd name="connsiteX3" fmla="*/ 63248 w 164375"/>
                  <a:gd name="connsiteY3" fmla="*/ 432906 h 432906"/>
                  <a:gd name="connsiteX4" fmla="*/ 2602 w 164375"/>
                  <a:gd name="connsiteY4" fmla="*/ 216453 h 432906"/>
                  <a:gd name="connsiteX0" fmla="*/ 2602 w 164375"/>
                  <a:gd name="connsiteY0" fmla="*/ 216453 h 432906"/>
                  <a:gd name="connsiteX1" fmla="*/ 63248 w 164375"/>
                  <a:gd name="connsiteY1" fmla="*/ 0 h 432906"/>
                  <a:gd name="connsiteX2" fmla="*/ 164375 w 164375"/>
                  <a:gd name="connsiteY2" fmla="*/ 216453 h 432906"/>
                  <a:gd name="connsiteX3" fmla="*/ 63248 w 164375"/>
                  <a:gd name="connsiteY3" fmla="*/ 432906 h 432906"/>
                  <a:gd name="connsiteX4" fmla="*/ 2602 w 164375"/>
                  <a:gd name="connsiteY4" fmla="*/ 216453 h 432906"/>
                  <a:gd name="connsiteX0" fmla="*/ 2602 w 164375"/>
                  <a:gd name="connsiteY0" fmla="*/ 216453 h 432906"/>
                  <a:gd name="connsiteX1" fmla="*/ 63248 w 164375"/>
                  <a:gd name="connsiteY1" fmla="*/ 0 h 432906"/>
                  <a:gd name="connsiteX2" fmla="*/ 164375 w 164375"/>
                  <a:gd name="connsiteY2" fmla="*/ 216453 h 432906"/>
                  <a:gd name="connsiteX3" fmla="*/ 63248 w 164375"/>
                  <a:gd name="connsiteY3" fmla="*/ 432906 h 432906"/>
                  <a:gd name="connsiteX4" fmla="*/ 2602 w 164375"/>
                  <a:gd name="connsiteY4" fmla="*/ 216453 h 432906"/>
                  <a:gd name="connsiteX0" fmla="*/ 2518 w 166672"/>
                  <a:gd name="connsiteY0" fmla="*/ 204565 h 432953"/>
                  <a:gd name="connsiteX1" fmla="*/ 65545 w 166672"/>
                  <a:gd name="connsiteY1" fmla="*/ 18 h 432953"/>
                  <a:gd name="connsiteX2" fmla="*/ 166672 w 166672"/>
                  <a:gd name="connsiteY2" fmla="*/ 216471 h 432953"/>
                  <a:gd name="connsiteX3" fmla="*/ 65545 w 166672"/>
                  <a:gd name="connsiteY3" fmla="*/ 432924 h 432953"/>
                  <a:gd name="connsiteX4" fmla="*/ 2518 w 166672"/>
                  <a:gd name="connsiteY4" fmla="*/ 204565 h 432953"/>
                  <a:gd name="connsiteX0" fmla="*/ 9937 w 174091"/>
                  <a:gd name="connsiteY0" fmla="*/ 204565 h 439495"/>
                  <a:gd name="connsiteX1" fmla="*/ 72964 w 174091"/>
                  <a:gd name="connsiteY1" fmla="*/ 18 h 439495"/>
                  <a:gd name="connsiteX2" fmla="*/ 174091 w 174091"/>
                  <a:gd name="connsiteY2" fmla="*/ 216471 h 439495"/>
                  <a:gd name="connsiteX3" fmla="*/ 72964 w 174091"/>
                  <a:gd name="connsiteY3" fmla="*/ 432924 h 439495"/>
                  <a:gd name="connsiteX4" fmla="*/ 5036 w 174091"/>
                  <a:gd name="connsiteY4" fmla="*/ 367462 h 439495"/>
                  <a:gd name="connsiteX5" fmla="*/ 9937 w 174091"/>
                  <a:gd name="connsiteY5" fmla="*/ 204565 h 439495"/>
                  <a:gd name="connsiteX0" fmla="*/ 9937 w 174091"/>
                  <a:gd name="connsiteY0" fmla="*/ 204565 h 426712"/>
                  <a:gd name="connsiteX1" fmla="*/ 72964 w 174091"/>
                  <a:gd name="connsiteY1" fmla="*/ 18 h 426712"/>
                  <a:gd name="connsiteX2" fmla="*/ 174091 w 174091"/>
                  <a:gd name="connsiteY2" fmla="*/ 216471 h 426712"/>
                  <a:gd name="connsiteX3" fmla="*/ 127733 w 174091"/>
                  <a:gd name="connsiteY3" fmla="*/ 418636 h 426712"/>
                  <a:gd name="connsiteX4" fmla="*/ 5036 w 174091"/>
                  <a:gd name="connsiteY4" fmla="*/ 367462 h 426712"/>
                  <a:gd name="connsiteX5" fmla="*/ 9937 w 174091"/>
                  <a:gd name="connsiteY5" fmla="*/ 204565 h 426712"/>
                  <a:gd name="connsiteX0" fmla="*/ 9937 w 174091"/>
                  <a:gd name="connsiteY0" fmla="*/ 204565 h 423887"/>
                  <a:gd name="connsiteX1" fmla="*/ 72964 w 174091"/>
                  <a:gd name="connsiteY1" fmla="*/ 18 h 423887"/>
                  <a:gd name="connsiteX2" fmla="*/ 174091 w 174091"/>
                  <a:gd name="connsiteY2" fmla="*/ 216471 h 423887"/>
                  <a:gd name="connsiteX3" fmla="*/ 127733 w 174091"/>
                  <a:gd name="connsiteY3" fmla="*/ 418636 h 423887"/>
                  <a:gd name="connsiteX4" fmla="*/ 5036 w 174091"/>
                  <a:gd name="connsiteY4" fmla="*/ 367462 h 423887"/>
                  <a:gd name="connsiteX5" fmla="*/ 9937 w 174091"/>
                  <a:gd name="connsiteY5" fmla="*/ 204565 h 423887"/>
                  <a:gd name="connsiteX0" fmla="*/ 9937 w 174091"/>
                  <a:gd name="connsiteY0" fmla="*/ 204565 h 439369"/>
                  <a:gd name="connsiteX1" fmla="*/ 72964 w 174091"/>
                  <a:gd name="connsiteY1" fmla="*/ 18 h 439369"/>
                  <a:gd name="connsiteX2" fmla="*/ 174091 w 174091"/>
                  <a:gd name="connsiteY2" fmla="*/ 216471 h 439369"/>
                  <a:gd name="connsiteX3" fmla="*/ 127733 w 174091"/>
                  <a:gd name="connsiteY3" fmla="*/ 418636 h 439369"/>
                  <a:gd name="connsiteX4" fmla="*/ 43137 w 174091"/>
                  <a:gd name="connsiteY4" fmla="*/ 426994 h 439369"/>
                  <a:gd name="connsiteX5" fmla="*/ 5036 w 174091"/>
                  <a:gd name="connsiteY5" fmla="*/ 367462 h 439369"/>
                  <a:gd name="connsiteX6" fmla="*/ 9937 w 174091"/>
                  <a:gd name="connsiteY6" fmla="*/ 204565 h 439369"/>
                  <a:gd name="connsiteX0" fmla="*/ 11731 w 175885"/>
                  <a:gd name="connsiteY0" fmla="*/ 204565 h 439369"/>
                  <a:gd name="connsiteX1" fmla="*/ 74758 w 175885"/>
                  <a:gd name="connsiteY1" fmla="*/ 18 h 439369"/>
                  <a:gd name="connsiteX2" fmla="*/ 175885 w 175885"/>
                  <a:gd name="connsiteY2" fmla="*/ 216471 h 439369"/>
                  <a:gd name="connsiteX3" fmla="*/ 129527 w 175885"/>
                  <a:gd name="connsiteY3" fmla="*/ 418636 h 439369"/>
                  <a:gd name="connsiteX4" fmla="*/ 44931 w 175885"/>
                  <a:gd name="connsiteY4" fmla="*/ 426994 h 439369"/>
                  <a:gd name="connsiteX5" fmla="*/ 4449 w 175885"/>
                  <a:gd name="connsiteY5" fmla="*/ 350793 h 439369"/>
                  <a:gd name="connsiteX6" fmla="*/ 11731 w 175885"/>
                  <a:gd name="connsiteY6" fmla="*/ 204565 h 439369"/>
                  <a:gd name="connsiteX0" fmla="*/ 13638 w 175411"/>
                  <a:gd name="connsiteY0" fmla="*/ 221221 h 439356"/>
                  <a:gd name="connsiteX1" fmla="*/ 74284 w 175411"/>
                  <a:gd name="connsiteY1" fmla="*/ 5 h 439356"/>
                  <a:gd name="connsiteX2" fmla="*/ 175411 w 175411"/>
                  <a:gd name="connsiteY2" fmla="*/ 216458 h 439356"/>
                  <a:gd name="connsiteX3" fmla="*/ 129053 w 175411"/>
                  <a:gd name="connsiteY3" fmla="*/ 418623 h 439356"/>
                  <a:gd name="connsiteX4" fmla="*/ 44457 w 175411"/>
                  <a:gd name="connsiteY4" fmla="*/ 426981 h 439356"/>
                  <a:gd name="connsiteX5" fmla="*/ 3975 w 175411"/>
                  <a:gd name="connsiteY5" fmla="*/ 350780 h 439356"/>
                  <a:gd name="connsiteX6" fmla="*/ 13638 w 175411"/>
                  <a:gd name="connsiteY6" fmla="*/ 221221 h 439356"/>
                  <a:gd name="connsiteX0" fmla="*/ 13638 w 175411"/>
                  <a:gd name="connsiteY0" fmla="*/ 226218 h 444353"/>
                  <a:gd name="connsiteX1" fmla="*/ 20645 w 175411"/>
                  <a:gd name="connsiteY1" fmla="*/ 81933 h 444353"/>
                  <a:gd name="connsiteX2" fmla="*/ 74284 w 175411"/>
                  <a:gd name="connsiteY2" fmla="*/ 5002 h 444353"/>
                  <a:gd name="connsiteX3" fmla="*/ 175411 w 175411"/>
                  <a:gd name="connsiteY3" fmla="*/ 221455 h 444353"/>
                  <a:gd name="connsiteX4" fmla="*/ 129053 w 175411"/>
                  <a:gd name="connsiteY4" fmla="*/ 423620 h 444353"/>
                  <a:gd name="connsiteX5" fmla="*/ 44457 w 175411"/>
                  <a:gd name="connsiteY5" fmla="*/ 431978 h 444353"/>
                  <a:gd name="connsiteX6" fmla="*/ 3975 w 175411"/>
                  <a:gd name="connsiteY6" fmla="*/ 355777 h 444353"/>
                  <a:gd name="connsiteX7" fmla="*/ 13638 w 175411"/>
                  <a:gd name="connsiteY7" fmla="*/ 226218 h 444353"/>
                  <a:gd name="connsiteX0" fmla="*/ 13638 w 175411"/>
                  <a:gd name="connsiteY0" fmla="*/ 206482 h 424617"/>
                  <a:gd name="connsiteX1" fmla="*/ 20645 w 175411"/>
                  <a:gd name="connsiteY1" fmla="*/ 62197 h 424617"/>
                  <a:gd name="connsiteX2" fmla="*/ 107622 w 175411"/>
                  <a:gd name="connsiteY2" fmla="*/ 6698 h 424617"/>
                  <a:gd name="connsiteX3" fmla="*/ 175411 w 175411"/>
                  <a:gd name="connsiteY3" fmla="*/ 201719 h 424617"/>
                  <a:gd name="connsiteX4" fmla="*/ 129053 w 175411"/>
                  <a:gd name="connsiteY4" fmla="*/ 403884 h 424617"/>
                  <a:gd name="connsiteX5" fmla="*/ 44457 w 175411"/>
                  <a:gd name="connsiteY5" fmla="*/ 412242 h 424617"/>
                  <a:gd name="connsiteX6" fmla="*/ 3975 w 175411"/>
                  <a:gd name="connsiteY6" fmla="*/ 336041 h 424617"/>
                  <a:gd name="connsiteX7" fmla="*/ 13638 w 175411"/>
                  <a:gd name="connsiteY7" fmla="*/ 206482 h 424617"/>
                  <a:gd name="connsiteX0" fmla="*/ 13638 w 175411"/>
                  <a:gd name="connsiteY0" fmla="*/ 204692 h 422827"/>
                  <a:gd name="connsiteX1" fmla="*/ 20645 w 175411"/>
                  <a:gd name="connsiteY1" fmla="*/ 60407 h 422827"/>
                  <a:gd name="connsiteX2" fmla="*/ 107622 w 175411"/>
                  <a:gd name="connsiteY2" fmla="*/ 4908 h 422827"/>
                  <a:gd name="connsiteX3" fmla="*/ 175411 w 175411"/>
                  <a:gd name="connsiteY3" fmla="*/ 199929 h 422827"/>
                  <a:gd name="connsiteX4" fmla="*/ 129053 w 175411"/>
                  <a:gd name="connsiteY4" fmla="*/ 402094 h 422827"/>
                  <a:gd name="connsiteX5" fmla="*/ 44457 w 175411"/>
                  <a:gd name="connsiteY5" fmla="*/ 410452 h 422827"/>
                  <a:gd name="connsiteX6" fmla="*/ 3975 w 175411"/>
                  <a:gd name="connsiteY6" fmla="*/ 334251 h 422827"/>
                  <a:gd name="connsiteX7" fmla="*/ 13638 w 175411"/>
                  <a:gd name="connsiteY7" fmla="*/ 204692 h 422827"/>
                  <a:gd name="connsiteX0" fmla="*/ 13638 w 175411"/>
                  <a:gd name="connsiteY0" fmla="*/ 211272 h 429407"/>
                  <a:gd name="connsiteX1" fmla="*/ 20645 w 175411"/>
                  <a:gd name="connsiteY1" fmla="*/ 66987 h 429407"/>
                  <a:gd name="connsiteX2" fmla="*/ 110003 w 175411"/>
                  <a:gd name="connsiteY2" fmla="*/ 4344 h 429407"/>
                  <a:gd name="connsiteX3" fmla="*/ 175411 w 175411"/>
                  <a:gd name="connsiteY3" fmla="*/ 206509 h 429407"/>
                  <a:gd name="connsiteX4" fmla="*/ 129053 w 175411"/>
                  <a:gd name="connsiteY4" fmla="*/ 408674 h 429407"/>
                  <a:gd name="connsiteX5" fmla="*/ 44457 w 175411"/>
                  <a:gd name="connsiteY5" fmla="*/ 417032 h 429407"/>
                  <a:gd name="connsiteX6" fmla="*/ 3975 w 175411"/>
                  <a:gd name="connsiteY6" fmla="*/ 340831 h 429407"/>
                  <a:gd name="connsiteX7" fmla="*/ 13638 w 175411"/>
                  <a:gd name="connsiteY7" fmla="*/ 211272 h 429407"/>
                  <a:gd name="connsiteX0" fmla="*/ 13638 w 191046"/>
                  <a:gd name="connsiteY0" fmla="*/ 208398 h 426533"/>
                  <a:gd name="connsiteX1" fmla="*/ 20645 w 191046"/>
                  <a:gd name="connsiteY1" fmla="*/ 64113 h 426533"/>
                  <a:gd name="connsiteX2" fmla="*/ 110003 w 191046"/>
                  <a:gd name="connsiteY2" fmla="*/ 1470 h 426533"/>
                  <a:gd name="connsiteX3" fmla="*/ 187332 w 191046"/>
                  <a:gd name="connsiteY3" fmla="*/ 118883 h 426533"/>
                  <a:gd name="connsiteX4" fmla="*/ 175411 w 191046"/>
                  <a:gd name="connsiteY4" fmla="*/ 203635 h 426533"/>
                  <a:gd name="connsiteX5" fmla="*/ 129053 w 191046"/>
                  <a:gd name="connsiteY5" fmla="*/ 405800 h 426533"/>
                  <a:gd name="connsiteX6" fmla="*/ 44457 w 191046"/>
                  <a:gd name="connsiteY6" fmla="*/ 414158 h 426533"/>
                  <a:gd name="connsiteX7" fmla="*/ 3975 w 191046"/>
                  <a:gd name="connsiteY7" fmla="*/ 337957 h 426533"/>
                  <a:gd name="connsiteX8" fmla="*/ 13638 w 191046"/>
                  <a:gd name="connsiteY8" fmla="*/ 208398 h 426533"/>
                  <a:gd name="connsiteX0" fmla="*/ 13638 w 199907"/>
                  <a:gd name="connsiteY0" fmla="*/ 208398 h 426047"/>
                  <a:gd name="connsiteX1" fmla="*/ 20645 w 199907"/>
                  <a:gd name="connsiteY1" fmla="*/ 64113 h 426047"/>
                  <a:gd name="connsiteX2" fmla="*/ 110003 w 199907"/>
                  <a:gd name="connsiteY2" fmla="*/ 1470 h 426047"/>
                  <a:gd name="connsiteX3" fmla="*/ 187332 w 199907"/>
                  <a:gd name="connsiteY3" fmla="*/ 118883 h 426047"/>
                  <a:gd name="connsiteX4" fmla="*/ 196842 w 199907"/>
                  <a:gd name="connsiteY4" fmla="*/ 210779 h 426047"/>
                  <a:gd name="connsiteX5" fmla="*/ 129053 w 199907"/>
                  <a:gd name="connsiteY5" fmla="*/ 405800 h 426047"/>
                  <a:gd name="connsiteX6" fmla="*/ 44457 w 199907"/>
                  <a:gd name="connsiteY6" fmla="*/ 414158 h 426047"/>
                  <a:gd name="connsiteX7" fmla="*/ 3975 w 199907"/>
                  <a:gd name="connsiteY7" fmla="*/ 337957 h 426047"/>
                  <a:gd name="connsiteX8" fmla="*/ 13638 w 199907"/>
                  <a:gd name="connsiteY8" fmla="*/ 208398 h 426047"/>
                  <a:gd name="connsiteX0" fmla="*/ 13638 w 198078"/>
                  <a:gd name="connsiteY0" fmla="*/ 208398 h 419588"/>
                  <a:gd name="connsiteX1" fmla="*/ 20645 w 198078"/>
                  <a:gd name="connsiteY1" fmla="*/ 64113 h 419588"/>
                  <a:gd name="connsiteX2" fmla="*/ 110003 w 198078"/>
                  <a:gd name="connsiteY2" fmla="*/ 1470 h 419588"/>
                  <a:gd name="connsiteX3" fmla="*/ 187332 w 198078"/>
                  <a:gd name="connsiteY3" fmla="*/ 118883 h 419588"/>
                  <a:gd name="connsiteX4" fmla="*/ 196842 w 198078"/>
                  <a:gd name="connsiteY4" fmla="*/ 210779 h 419588"/>
                  <a:gd name="connsiteX5" fmla="*/ 182569 w 198078"/>
                  <a:gd name="connsiteY5" fmla="*/ 316527 h 419588"/>
                  <a:gd name="connsiteX6" fmla="*/ 129053 w 198078"/>
                  <a:gd name="connsiteY6" fmla="*/ 405800 h 419588"/>
                  <a:gd name="connsiteX7" fmla="*/ 44457 w 198078"/>
                  <a:gd name="connsiteY7" fmla="*/ 414158 h 419588"/>
                  <a:gd name="connsiteX8" fmla="*/ 3975 w 198078"/>
                  <a:gd name="connsiteY8" fmla="*/ 337957 h 419588"/>
                  <a:gd name="connsiteX9" fmla="*/ 13638 w 198078"/>
                  <a:gd name="connsiteY9" fmla="*/ 208398 h 419588"/>
                  <a:gd name="connsiteX0" fmla="*/ 13638 w 198078"/>
                  <a:gd name="connsiteY0" fmla="*/ 207350 h 418540"/>
                  <a:gd name="connsiteX1" fmla="*/ 20645 w 198078"/>
                  <a:gd name="connsiteY1" fmla="*/ 63065 h 418540"/>
                  <a:gd name="connsiteX2" fmla="*/ 110003 w 198078"/>
                  <a:gd name="connsiteY2" fmla="*/ 422 h 418540"/>
                  <a:gd name="connsiteX3" fmla="*/ 187332 w 198078"/>
                  <a:gd name="connsiteY3" fmla="*/ 117835 h 418540"/>
                  <a:gd name="connsiteX4" fmla="*/ 196842 w 198078"/>
                  <a:gd name="connsiteY4" fmla="*/ 209731 h 418540"/>
                  <a:gd name="connsiteX5" fmla="*/ 182569 w 198078"/>
                  <a:gd name="connsiteY5" fmla="*/ 315479 h 418540"/>
                  <a:gd name="connsiteX6" fmla="*/ 129053 w 198078"/>
                  <a:gd name="connsiteY6" fmla="*/ 404752 h 418540"/>
                  <a:gd name="connsiteX7" fmla="*/ 44457 w 198078"/>
                  <a:gd name="connsiteY7" fmla="*/ 413110 h 418540"/>
                  <a:gd name="connsiteX8" fmla="*/ 3975 w 198078"/>
                  <a:gd name="connsiteY8" fmla="*/ 336909 h 418540"/>
                  <a:gd name="connsiteX9" fmla="*/ 13638 w 198078"/>
                  <a:gd name="connsiteY9" fmla="*/ 207350 h 418540"/>
                  <a:gd name="connsiteX0" fmla="*/ 13638 w 198078"/>
                  <a:gd name="connsiteY0" fmla="*/ 209703 h 420893"/>
                  <a:gd name="connsiteX1" fmla="*/ 20645 w 198078"/>
                  <a:gd name="connsiteY1" fmla="*/ 65418 h 420893"/>
                  <a:gd name="connsiteX2" fmla="*/ 95715 w 198078"/>
                  <a:gd name="connsiteY2" fmla="*/ 394 h 420893"/>
                  <a:gd name="connsiteX3" fmla="*/ 187332 w 198078"/>
                  <a:gd name="connsiteY3" fmla="*/ 120188 h 420893"/>
                  <a:gd name="connsiteX4" fmla="*/ 196842 w 198078"/>
                  <a:gd name="connsiteY4" fmla="*/ 212084 h 420893"/>
                  <a:gd name="connsiteX5" fmla="*/ 182569 w 198078"/>
                  <a:gd name="connsiteY5" fmla="*/ 317832 h 420893"/>
                  <a:gd name="connsiteX6" fmla="*/ 129053 w 198078"/>
                  <a:gd name="connsiteY6" fmla="*/ 407105 h 420893"/>
                  <a:gd name="connsiteX7" fmla="*/ 44457 w 198078"/>
                  <a:gd name="connsiteY7" fmla="*/ 415463 h 420893"/>
                  <a:gd name="connsiteX8" fmla="*/ 3975 w 198078"/>
                  <a:gd name="connsiteY8" fmla="*/ 339262 h 420893"/>
                  <a:gd name="connsiteX9" fmla="*/ 13638 w 198078"/>
                  <a:gd name="connsiteY9" fmla="*/ 209703 h 420893"/>
                  <a:gd name="connsiteX0" fmla="*/ 26340 w 196492"/>
                  <a:gd name="connsiteY0" fmla="*/ 185890 h 420893"/>
                  <a:gd name="connsiteX1" fmla="*/ 19059 w 196492"/>
                  <a:gd name="connsiteY1" fmla="*/ 65418 h 420893"/>
                  <a:gd name="connsiteX2" fmla="*/ 94129 w 196492"/>
                  <a:gd name="connsiteY2" fmla="*/ 394 h 420893"/>
                  <a:gd name="connsiteX3" fmla="*/ 185746 w 196492"/>
                  <a:gd name="connsiteY3" fmla="*/ 120188 h 420893"/>
                  <a:gd name="connsiteX4" fmla="*/ 195256 w 196492"/>
                  <a:gd name="connsiteY4" fmla="*/ 212084 h 420893"/>
                  <a:gd name="connsiteX5" fmla="*/ 180983 w 196492"/>
                  <a:gd name="connsiteY5" fmla="*/ 317832 h 420893"/>
                  <a:gd name="connsiteX6" fmla="*/ 127467 w 196492"/>
                  <a:gd name="connsiteY6" fmla="*/ 407105 h 420893"/>
                  <a:gd name="connsiteX7" fmla="*/ 42871 w 196492"/>
                  <a:gd name="connsiteY7" fmla="*/ 415463 h 420893"/>
                  <a:gd name="connsiteX8" fmla="*/ 2389 w 196492"/>
                  <a:gd name="connsiteY8" fmla="*/ 339262 h 420893"/>
                  <a:gd name="connsiteX9" fmla="*/ 26340 w 196492"/>
                  <a:gd name="connsiteY9" fmla="*/ 185890 h 420893"/>
                  <a:gd name="connsiteX0" fmla="*/ 28027 w 198179"/>
                  <a:gd name="connsiteY0" fmla="*/ 185890 h 420893"/>
                  <a:gd name="connsiteX1" fmla="*/ 20746 w 198179"/>
                  <a:gd name="connsiteY1" fmla="*/ 65418 h 420893"/>
                  <a:gd name="connsiteX2" fmla="*/ 95816 w 198179"/>
                  <a:gd name="connsiteY2" fmla="*/ 394 h 420893"/>
                  <a:gd name="connsiteX3" fmla="*/ 187433 w 198179"/>
                  <a:gd name="connsiteY3" fmla="*/ 120188 h 420893"/>
                  <a:gd name="connsiteX4" fmla="*/ 196943 w 198179"/>
                  <a:gd name="connsiteY4" fmla="*/ 212084 h 420893"/>
                  <a:gd name="connsiteX5" fmla="*/ 182670 w 198179"/>
                  <a:gd name="connsiteY5" fmla="*/ 317832 h 420893"/>
                  <a:gd name="connsiteX6" fmla="*/ 129154 w 198179"/>
                  <a:gd name="connsiteY6" fmla="*/ 407105 h 420893"/>
                  <a:gd name="connsiteX7" fmla="*/ 44558 w 198179"/>
                  <a:gd name="connsiteY7" fmla="*/ 415463 h 420893"/>
                  <a:gd name="connsiteX8" fmla="*/ 4076 w 198179"/>
                  <a:gd name="connsiteY8" fmla="*/ 339262 h 420893"/>
                  <a:gd name="connsiteX9" fmla="*/ 28027 w 198179"/>
                  <a:gd name="connsiteY9" fmla="*/ 185890 h 420893"/>
                  <a:gd name="connsiteX0" fmla="*/ 28027 w 198179"/>
                  <a:gd name="connsiteY0" fmla="*/ 185890 h 420893"/>
                  <a:gd name="connsiteX1" fmla="*/ 20746 w 198179"/>
                  <a:gd name="connsiteY1" fmla="*/ 65418 h 420893"/>
                  <a:gd name="connsiteX2" fmla="*/ 95816 w 198179"/>
                  <a:gd name="connsiteY2" fmla="*/ 394 h 420893"/>
                  <a:gd name="connsiteX3" fmla="*/ 187433 w 198179"/>
                  <a:gd name="connsiteY3" fmla="*/ 120188 h 420893"/>
                  <a:gd name="connsiteX4" fmla="*/ 196943 w 198179"/>
                  <a:gd name="connsiteY4" fmla="*/ 212084 h 420893"/>
                  <a:gd name="connsiteX5" fmla="*/ 182670 w 198179"/>
                  <a:gd name="connsiteY5" fmla="*/ 317832 h 420893"/>
                  <a:gd name="connsiteX6" fmla="*/ 129154 w 198179"/>
                  <a:gd name="connsiteY6" fmla="*/ 407105 h 420893"/>
                  <a:gd name="connsiteX7" fmla="*/ 44558 w 198179"/>
                  <a:gd name="connsiteY7" fmla="*/ 415463 h 420893"/>
                  <a:gd name="connsiteX8" fmla="*/ 4076 w 198179"/>
                  <a:gd name="connsiteY8" fmla="*/ 339262 h 420893"/>
                  <a:gd name="connsiteX9" fmla="*/ 28027 w 198179"/>
                  <a:gd name="connsiteY9" fmla="*/ 185890 h 420893"/>
                  <a:gd name="connsiteX0" fmla="*/ 28027 w 198179"/>
                  <a:gd name="connsiteY0" fmla="*/ 171845 h 406848"/>
                  <a:gd name="connsiteX1" fmla="*/ 20746 w 198179"/>
                  <a:gd name="connsiteY1" fmla="*/ 51373 h 406848"/>
                  <a:gd name="connsiteX2" fmla="*/ 100578 w 198179"/>
                  <a:gd name="connsiteY2" fmla="*/ 637 h 406848"/>
                  <a:gd name="connsiteX3" fmla="*/ 187433 w 198179"/>
                  <a:gd name="connsiteY3" fmla="*/ 106143 h 406848"/>
                  <a:gd name="connsiteX4" fmla="*/ 196943 w 198179"/>
                  <a:gd name="connsiteY4" fmla="*/ 198039 h 406848"/>
                  <a:gd name="connsiteX5" fmla="*/ 182670 w 198179"/>
                  <a:gd name="connsiteY5" fmla="*/ 303787 h 406848"/>
                  <a:gd name="connsiteX6" fmla="*/ 129154 w 198179"/>
                  <a:gd name="connsiteY6" fmla="*/ 393060 h 406848"/>
                  <a:gd name="connsiteX7" fmla="*/ 44558 w 198179"/>
                  <a:gd name="connsiteY7" fmla="*/ 401418 h 406848"/>
                  <a:gd name="connsiteX8" fmla="*/ 4076 w 198179"/>
                  <a:gd name="connsiteY8" fmla="*/ 325217 h 406848"/>
                  <a:gd name="connsiteX9" fmla="*/ 28027 w 198179"/>
                  <a:gd name="connsiteY9" fmla="*/ 171845 h 406848"/>
                  <a:gd name="connsiteX0" fmla="*/ 28027 w 198179"/>
                  <a:gd name="connsiteY0" fmla="*/ 171845 h 399593"/>
                  <a:gd name="connsiteX1" fmla="*/ 20746 w 198179"/>
                  <a:gd name="connsiteY1" fmla="*/ 51373 h 399593"/>
                  <a:gd name="connsiteX2" fmla="*/ 100578 w 198179"/>
                  <a:gd name="connsiteY2" fmla="*/ 637 h 399593"/>
                  <a:gd name="connsiteX3" fmla="*/ 187433 w 198179"/>
                  <a:gd name="connsiteY3" fmla="*/ 106143 h 399593"/>
                  <a:gd name="connsiteX4" fmla="*/ 196943 w 198179"/>
                  <a:gd name="connsiteY4" fmla="*/ 198039 h 399593"/>
                  <a:gd name="connsiteX5" fmla="*/ 182670 w 198179"/>
                  <a:gd name="connsiteY5" fmla="*/ 303787 h 399593"/>
                  <a:gd name="connsiteX6" fmla="*/ 129154 w 198179"/>
                  <a:gd name="connsiteY6" fmla="*/ 393060 h 399593"/>
                  <a:gd name="connsiteX7" fmla="*/ 46939 w 198179"/>
                  <a:gd name="connsiteY7" fmla="*/ 387130 h 399593"/>
                  <a:gd name="connsiteX8" fmla="*/ 4076 w 198179"/>
                  <a:gd name="connsiteY8" fmla="*/ 325217 h 399593"/>
                  <a:gd name="connsiteX9" fmla="*/ 28027 w 198179"/>
                  <a:gd name="connsiteY9" fmla="*/ 171845 h 39959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207255"/>
                  <a:gd name="connsiteY0" fmla="*/ 171845 h 393753"/>
                  <a:gd name="connsiteX1" fmla="*/ 20746 w 207255"/>
                  <a:gd name="connsiteY1" fmla="*/ 51373 h 393753"/>
                  <a:gd name="connsiteX2" fmla="*/ 100578 w 207255"/>
                  <a:gd name="connsiteY2" fmla="*/ 637 h 393753"/>
                  <a:gd name="connsiteX3" fmla="*/ 187433 w 207255"/>
                  <a:gd name="connsiteY3" fmla="*/ 106143 h 393753"/>
                  <a:gd name="connsiteX4" fmla="*/ 206468 w 207255"/>
                  <a:gd name="connsiteY4" fmla="*/ 200420 h 393753"/>
                  <a:gd name="connsiteX5" fmla="*/ 182670 w 207255"/>
                  <a:gd name="connsiteY5" fmla="*/ 303787 h 393753"/>
                  <a:gd name="connsiteX6" fmla="*/ 133916 w 207255"/>
                  <a:gd name="connsiteY6" fmla="*/ 383535 h 393753"/>
                  <a:gd name="connsiteX7" fmla="*/ 46939 w 207255"/>
                  <a:gd name="connsiteY7" fmla="*/ 387130 h 393753"/>
                  <a:gd name="connsiteX8" fmla="*/ 4076 w 207255"/>
                  <a:gd name="connsiteY8" fmla="*/ 325217 h 393753"/>
                  <a:gd name="connsiteX9" fmla="*/ 28027 w 207255"/>
                  <a:gd name="connsiteY9" fmla="*/ 171845 h 393753"/>
                  <a:gd name="connsiteX0" fmla="*/ 28027 w 206514"/>
                  <a:gd name="connsiteY0" fmla="*/ 171845 h 393753"/>
                  <a:gd name="connsiteX1" fmla="*/ 20746 w 206514"/>
                  <a:gd name="connsiteY1" fmla="*/ 51373 h 393753"/>
                  <a:gd name="connsiteX2" fmla="*/ 100578 w 206514"/>
                  <a:gd name="connsiteY2" fmla="*/ 637 h 393753"/>
                  <a:gd name="connsiteX3" fmla="*/ 187433 w 206514"/>
                  <a:gd name="connsiteY3" fmla="*/ 106143 h 393753"/>
                  <a:gd name="connsiteX4" fmla="*/ 206468 w 206514"/>
                  <a:gd name="connsiteY4" fmla="*/ 200420 h 393753"/>
                  <a:gd name="connsiteX5" fmla="*/ 182670 w 206514"/>
                  <a:gd name="connsiteY5" fmla="*/ 303787 h 393753"/>
                  <a:gd name="connsiteX6" fmla="*/ 133916 w 206514"/>
                  <a:gd name="connsiteY6" fmla="*/ 383535 h 393753"/>
                  <a:gd name="connsiteX7" fmla="*/ 46939 w 206514"/>
                  <a:gd name="connsiteY7" fmla="*/ 387130 h 393753"/>
                  <a:gd name="connsiteX8" fmla="*/ 4076 w 206514"/>
                  <a:gd name="connsiteY8" fmla="*/ 325217 h 393753"/>
                  <a:gd name="connsiteX9" fmla="*/ 28027 w 206514"/>
                  <a:gd name="connsiteY9" fmla="*/ 171845 h 393753"/>
                  <a:gd name="connsiteX0" fmla="*/ 28027 w 206514"/>
                  <a:gd name="connsiteY0" fmla="*/ 171845 h 393753"/>
                  <a:gd name="connsiteX1" fmla="*/ 20746 w 206514"/>
                  <a:gd name="connsiteY1" fmla="*/ 51373 h 393753"/>
                  <a:gd name="connsiteX2" fmla="*/ 100578 w 206514"/>
                  <a:gd name="connsiteY2" fmla="*/ 637 h 393753"/>
                  <a:gd name="connsiteX3" fmla="*/ 187433 w 206514"/>
                  <a:gd name="connsiteY3" fmla="*/ 106143 h 393753"/>
                  <a:gd name="connsiteX4" fmla="*/ 206468 w 206514"/>
                  <a:gd name="connsiteY4" fmla="*/ 200420 h 393753"/>
                  <a:gd name="connsiteX5" fmla="*/ 182670 w 206514"/>
                  <a:gd name="connsiteY5" fmla="*/ 303787 h 393753"/>
                  <a:gd name="connsiteX6" fmla="*/ 133916 w 206514"/>
                  <a:gd name="connsiteY6" fmla="*/ 383535 h 393753"/>
                  <a:gd name="connsiteX7" fmla="*/ 46939 w 206514"/>
                  <a:gd name="connsiteY7" fmla="*/ 387130 h 393753"/>
                  <a:gd name="connsiteX8" fmla="*/ 4076 w 206514"/>
                  <a:gd name="connsiteY8" fmla="*/ 325217 h 393753"/>
                  <a:gd name="connsiteX9" fmla="*/ 28027 w 206514"/>
                  <a:gd name="connsiteY9" fmla="*/ 171845 h 393753"/>
                  <a:gd name="connsiteX0" fmla="*/ 28027 w 202012"/>
                  <a:gd name="connsiteY0" fmla="*/ 171845 h 393753"/>
                  <a:gd name="connsiteX1" fmla="*/ 20746 w 202012"/>
                  <a:gd name="connsiteY1" fmla="*/ 51373 h 393753"/>
                  <a:gd name="connsiteX2" fmla="*/ 100578 w 202012"/>
                  <a:gd name="connsiteY2" fmla="*/ 637 h 393753"/>
                  <a:gd name="connsiteX3" fmla="*/ 187433 w 202012"/>
                  <a:gd name="connsiteY3" fmla="*/ 106143 h 393753"/>
                  <a:gd name="connsiteX4" fmla="*/ 201705 w 202012"/>
                  <a:gd name="connsiteY4" fmla="*/ 200420 h 393753"/>
                  <a:gd name="connsiteX5" fmla="*/ 182670 w 202012"/>
                  <a:gd name="connsiteY5" fmla="*/ 303787 h 393753"/>
                  <a:gd name="connsiteX6" fmla="*/ 133916 w 202012"/>
                  <a:gd name="connsiteY6" fmla="*/ 383535 h 393753"/>
                  <a:gd name="connsiteX7" fmla="*/ 46939 w 202012"/>
                  <a:gd name="connsiteY7" fmla="*/ 387130 h 393753"/>
                  <a:gd name="connsiteX8" fmla="*/ 4076 w 202012"/>
                  <a:gd name="connsiteY8" fmla="*/ 325217 h 393753"/>
                  <a:gd name="connsiteX9" fmla="*/ 28027 w 202012"/>
                  <a:gd name="connsiteY9" fmla="*/ 171845 h 393753"/>
                  <a:gd name="connsiteX0" fmla="*/ 28027 w 208253"/>
                  <a:gd name="connsiteY0" fmla="*/ 171845 h 393753"/>
                  <a:gd name="connsiteX1" fmla="*/ 20746 w 208253"/>
                  <a:gd name="connsiteY1" fmla="*/ 51373 h 393753"/>
                  <a:gd name="connsiteX2" fmla="*/ 100578 w 208253"/>
                  <a:gd name="connsiteY2" fmla="*/ 637 h 393753"/>
                  <a:gd name="connsiteX3" fmla="*/ 199340 w 208253"/>
                  <a:gd name="connsiteY3" fmla="*/ 77568 h 393753"/>
                  <a:gd name="connsiteX4" fmla="*/ 201705 w 208253"/>
                  <a:gd name="connsiteY4" fmla="*/ 200420 h 393753"/>
                  <a:gd name="connsiteX5" fmla="*/ 182670 w 208253"/>
                  <a:gd name="connsiteY5" fmla="*/ 303787 h 393753"/>
                  <a:gd name="connsiteX6" fmla="*/ 133916 w 208253"/>
                  <a:gd name="connsiteY6" fmla="*/ 383535 h 393753"/>
                  <a:gd name="connsiteX7" fmla="*/ 46939 w 208253"/>
                  <a:gd name="connsiteY7" fmla="*/ 387130 h 393753"/>
                  <a:gd name="connsiteX8" fmla="*/ 4076 w 208253"/>
                  <a:gd name="connsiteY8" fmla="*/ 325217 h 393753"/>
                  <a:gd name="connsiteX9" fmla="*/ 28027 w 208253"/>
                  <a:gd name="connsiteY9" fmla="*/ 171845 h 393753"/>
                  <a:gd name="connsiteX0" fmla="*/ 28027 w 208253"/>
                  <a:gd name="connsiteY0" fmla="*/ 171845 h 393753"/>
                  <a:gd name="connsiteX1" fmla="*/ 20746 w 208253"/>
                  <a:gd name="connsiteY1" fmla="*/ 51373 h 393753"/>
                  <a:gd name="connsiteX2" fmla="*/ 100578 w 208253"/>
                  <a:gd name="connsiteY2" fmla="*/ 637 h 393753"/>
                  <a:gd name="connsiteX3" fmla="*/ 199340 w 208253"/>
                  <a:gd name="connsiteY3" fmla="*/ 77568 h 393753"/>
                  <a:gd name="connsiteX4" fmla="*/ 201705 w 208253"/>
                  <a:gd name="connsiteY4" fmla="*/ 200420 h 393753"/>
                  <a:gd name="connsiteX5" fmla="*/ 182670 w 208253"/>
                  <a:gd name="connsiteY5" fmla="*/ 303787 h 393753"/>
                  <a:gd name="connsiteX6" fmla="*/ 133916 w 208253"/>
                  <a:gd name="connsiteY6" fmla="*/ 383535 h 393753"/>
                  <a:gd name="connsiteX7" fmla="*/ 46939 w 208253"/>
                  <a:gd name="connsiteY7" fmla="*/ 387130 h 393753"/>
                  <a:gd name="connsiteX8" fmla="*/ 4076 w 208253"/>
                  <a:gd name="connsiteY8" fmla="*/ 325217 h 393753"/>
                  <a:gd name="connsiteX9" fmla="*/ 28027 w 208253"/>
                  <a:gd name="connsiteY9" fmla="*/ 171845 h 393753"/>
                  <a:gd name="connsiteX0" fmla="*/ 28027 w 205208"/>
                  <a:gd name="connsiteY0" fmla="*/ 171845 h 393753"/>
                  <a:gd name="connsiteX1" fmla="*/ 20746 w 205208"/>
                  <a:gd name="connsiteY1" fmla="*/ 51373 h 393753"/>
                  <a:gd name="connsiteX2" fmla="*/ 100578 w 205208"/>
                  <a:gd name="connsiteY2" fmla="*/ 637 h 393753"/>
                  <a:gd name="connsiteX3" fmla="*/ 194578 w 205208"/>
                  <a:gd name="connsiteY3" fmla="*/ 77568 h 393753"/>
                  <a:gd name="connsiteX4" fmla="*/ 201705 w 205208"/>
                  <a:gd name="connsiteY4" fmla="*/ 200420 h 393753"/>
                  <a:gd name="connsiteX5" fmla="*/ 182670 w 205208"/>
                  <a:gd name="connsiteY5" fmla="*/ 303787 h 393753"/>
                  <a:gd name="connsiteX6" fmla="*/ 133916 w 205208"/>
                  <a:gd name="connsiteY6" fmla="*/ 383535 h 393753"/>
                  <a:gd name="connsiteX7" fmla="*/ 46939 w 205208"/>
                  <a:gd name="connsiteY7" fmla="*/ 387130 h 393753"/>
                  <a:gd name="connsiteX8" fmla="*/ 4076 w 205208"/>
                  <a:gd name="connsiteY8" fmla="*/ 325217 h 393753"/>
                  <a:gd name="connsiteX9" fmla="*/ 28027 w 205208"/>
                  <a:gd name="connsiteY9" fmla="*/ 171845 h 393753"/>
                  <a:gd name="connsiteX0" fmla="*/ 28027 w 202181"/>
                  <a:gd name="connsiteY0" fmla="*/ 171845 h 393753"/>
                  <a:gd name="connsiteX1" fmla="*/ 20746 w 202181"/>
                  <a:gd name="connsiteY1" fmla="*/ 51373 h 393753"/>
                  <a:gd name="connsiteX2" fmla="*/ 100578 w 202181"/>
                  <a:gd name="connsiteY2" fmla="*/ 637 h 393753"/>
                  <a:gd name="connsiteX3" fmla="*/ 187435 w 202181"/>
                  <a:gd name="connsiteY3" fmla="*/ 77568 h 393753"/>
                  <a:gd name="connsiteX4" fmla="*/ 201705 w 202181"/>
                  <a:gd name="connsiteY4" fmla="*/ 200420 h 393753"/>
                  <a:gd name="connsiteX5" fmla="*/ 182670 w 202181"/>
                  <a:gd name="connsiteY5" fmla="*/ 303787 h 393753"/>
                  <a:gd name="connsiteX6" fmla="*/ 133916 w 202181"/>
                  <a:gd name="connsiteY6" fmla="*/ 383535 h 393753"/>
                  <a:gd name="connsiteX7" fmla="*/ 46939 w 202181"/>
                  <a:gd name="connsiteY7" fmla="*/ 387130 h 393753"/>
                  <a:gd name="connsiteX8" fmla="*/ 4076 w 202181"/>
                  <a:gd name="connsiteY8" fmla="*/ 325217 h 393753"/>
                  <a:gd name="connsiteX9" fmla="*/ 28027 w 202181"/>
                  <a:gd name="connsiteY9" fmla="*/ 171845 h 393753"/>
                  <a:gd name="connsiteX0" fmla="*/ 28027 w 201928"/>
                  <a:gd name="connsiteY0" fmla="*/ 171845 h 393753"/>
                  <a:gd name="connsiteX1" fmla="*/ 20746 w 201928"/>
                  <a:gd name="connsiteY1" fmla="*/ 51373 h 393753"/>
                  <a:gd name="connsiteX2" fmla="*/ 100578 w 201928"/>
                  <a:gd name="connsiteY2" fmla="*/ 637 h 393753"/>
                  <a:gd name="connsiteX3" fmla="*/ 187435 w 201928"/>
                  <a:gd name="connsiteY3" fmla="*/ 77568 h 393753"/>
                  <a:gd name="connsiteX4" fmla="*/ 201705 w 201928"/>
                  <a:gd name="connsiteY4" fmla="*/ 200420 h 393753"/>
                  <a:gd name="connsiteX5" fmla="*/ 182670 w 201928"/>
                  <a:gd name="connsiteY5" fmla="*/ 303787 h 393753"/>
                  <a:gd name="connsiteX6" fmla="*/ 133916 w 201928"/>
                  <a:gd name="connsiteY6" fmla="*/ 383535 h 393753"/>
                  <a:gd name="connsiteX7" fmla="*/ 46939 w 201928"/>
                  <a:gd name="connsiteY7" fmla="*/ 387130 h 393753"/>
                  <a:gd name="connsiteX8" fmla="*/ 4076 w 201928"/>
                  <a:gd name="connsiteY8" fmla="*/ 325217 h 393753"/>
                  <a:gd name="connsiteX9" fmla="*/ 28027 w 201928"/>
                  <a:gd name="connsiteY9" fmla="*/ 171845 h 393753"/>
                  <a:gd name="connsiteX0" fmla="*/ 28027 w 201799"/>
                  <a:gd name="connsiteY0" fmla="*/ 171845 h 394187"/>
                  <a:gd name="connsiteX1" fmla="*/ 20746 w 201799"/>
                  <a:gd name="connsiteY1" fmla="*/ 51373 h 394187"/>
                  <a:gd name="connsiteX2" fmla="*/ 100578 w 201799"/>
                  <a:gd name="connsiteY2" fmla="*/ 637 h 394187"/>
                  <a:gd name="connsiteX3" fmla="*/ 187435 w 201799"/>
                  <a:gd name="connsiteY3" fmla="*/ 77568 h 394187"/>
                  <a:gd name="connsiteX4" fmla="*/ 201705 w 201799"/>
                  <a:gd name="connsiteY4" fmla="*/ 200420 h 394187"/>
                  <a:gd name="connsiteX5" fmla="*/ 185051 w 201799"/>
                  <a:gd name="connsiteY5" fmla="*/ 296643 h 394187"/>
                  <a:gd name="connsiteX6" fmla="*/ 133916 w 201799"/>
                  <a:gd name="connsiteY6" fmla="*/ 383535 h 394187"/>
                  <a:gd name="connsiteX7" fmla="*/ 46939 w 201799"/>
                  <a:gd name="connsiteY7" fmla="*/ 387130 h 394187"/>
                  <a:gd name="connsiteX8" fmla="*/ 4076 w 201799"/>
                  <a:gd name="connsiteY8" fmla="*/ 325217 h 394187"/>
                  <a:gd name="connsiteX9" fmla="*/ 28027 w 201799"/>
                  <a:gd name="connsiteY9" fmla="*/ 171845 h 394187"/>
                  <a:gd name="connsiteX0" fmla="*/ 28027 w 201799"/>
                  <a:gd name="connsiteY0" fmla="*/ 171845 h 390439"/>
                  <a:gd name="connsiteX1" fmla="*/ 20746 w 201799"/>
                  <a:gd name="connsiteY1" fmla="*/ 51373 h 390439"/>
                  <a:gd name="connsiteX2" fmla="*/ 100578 w 201799"/>
                  <a:gd name="connsiteY2" fmla="*/ 637 h 390439"/>
                  <a:gd name="connsiteX3" fmla="*/ 187435 w 201799"/>
                  <a:gd name="connsiteY3" fmla="*/ 77568 h 390439"/>
                  <a:gd name="connsiteX4" fmla="*/ 201705 w 201799"/>
                  <a:gd name="connsiteY4" fmla="*/ 200420 h 390439"/>
                  <a:gd name="connsiteX5" fmla="*/ 185051 w 201799"/>
                  <a:gd name="connsiteY5" fmla="*/ 296643 h 390439"/>
                  <a:gd name="connsiteX6" fmla="*/ 133916 w 201799"/>
                  <a:gd name="connsiteY6" fmla="*/ 371628 h 390439"/>
                  <a:gd name="connsiteX7" fmla="*/ 46939 w 201799"/>
                  <a:gd name="connsiteY7" fmla="*/ 387130 h 390439"/>
                  <a:gd name="connsiteX8" fmla="*/ 4076 w 201799"/>
                  <a:gd name="connsiteY8" fmla="*/ 325217 h 390439"/>
                  <a:gd name="connsiteX9" fmla="*/ 28027 w 201799"/>
                  <a:gd name="connsiteY9" fmla="*/ 171845 h 390439"/>
                  <a:gd name="connsiteX0" fmla="*/ 28027 w 201799"/>
                  <a:gd name="connsiteY0" fmla="*/ 171845 h 388451"/>
                  <a:gd name="connsiteX1" fmla="*/ 20746 w 201799"/>
                  <a:gd name="connsiteY1" fmla="*/ 51373 h 388451"/>
                  <a:gd name="connsiteX2" fmla="*/ 100578 w 201799"/>
                  <a:gd name="connsiteY2" fmla="*/ 637 h 388451"/>
                  <a:gd name="connsiteX3" fmla="*/ 187435 w 201799"/>
                  <a:gd name="connsiteY3" fmla="*/ 77568 h 388451"/>
                  <a:gd name="connsiteX4" fmla="*/ 201705 w 201799"/>
                  <a:gd name="connsiteY4" fmla="*/ 200420 h 388451"/>
                  <a:gd name="connsiteX5" fmla="*/ 185051 w 201799"/>
                  <a:gd name="connsiteY5" fmla="*/ 296643 h 388451"/>
                  <a:gd name="connsiteX6" fmla="*/ 133916 w 201799"/>
                  <a:gd name="connsiteY6" fmla="*/ 371628 h 388451"/>
                  <a:gd name="connsiteX7" fmla="*/ 56464 w 201799"/>
                  <a:gd name="connsiteY7" fmla="*/ 384749 h 388451"/>
                  <a:gd name="connsiteX8" fmla="*/ 4076 w 201799"/>
                  <a:gd name="connsiteY8" fmla="*/ 325217 h 388451"/>
                  <a:gd name="connsiteX9" fmla="*/ 28027 w 201799"/>
                  <a:gd name="connsiteY9" fmla="*/ 171845 h 388451"/>
                  <a:gd name="connsiteX0" fmla="*/ 28027 w 201799"/>
                  <a:gd name="connsiteY0" fmla="*/ 171845 h 388451"/>
                  <a:gd name="connsiteX1" fmla="*/ 20746 w 201799"/>
                  <a:gd name="connsiteY1" fmla="*/ 51373 h 388451"/>
                  <a:gd name="connsiteX2" fmla="*/ 100578 w 201799"/>
                  <a:gd name="connsiteY2" fmla="*/ 637 h 388451"/>
                  <a:gd name="connsiteX3" fmla="*/ 187435 w 201799"/>
                  <a:gd name="connsiteY3" fmla="*/ 77568 h 388451"/>
                  <a:gd name="connsiteX4" fmla="*/ 201705 w 201799"/>
                  <a:gd name="connsiteY4" fmla="*/ 200420 h 388451"/>
                  <a:gd name="connsiteX5" fmla="*/ 185051 w 201799"/>
                  <a:gd name="connsiteY5" fmla="*/ 296643 h 388451"/>
                  <a:gd name="connsiteX6" fmla="*/ 133916 w 201799"/>
                  <a:gd name="connsiteY6" fmla="*/ 371628 h 388451"/>
                  <a:gd name="connsiteX7" fmla="*/ 56464 w 201799"/>
                  <a:gd name="connsiteY7" fmla="*/ 384749 h 388451"/>
                  <a:gd name="connsiteX8" fmla="*/ 4076 w 201799"/>
                  <a:gd name="connsiteY8" fmla="*/ 325217 h 388451"/>
                  <a:gd name="connsiteX9" fmla="*/ 28027 w 201799"/>
                  <a:gd name="connsiteY9" fmla="*/ 171845 h 388451"/>
                  <a:gd name="connsiteX0" fmla="*/ 28027 w 201799"/>
                  <a:gd name="connsiteY0" fmla="*/ 171845 h 388451"/>
                  <a:gd name="connsiteX1" fmla="*/ 20746 w 201799"/>
                  <a:gd name="connsiteY1" fmla="*/ 51373 h 388451"/>
                  <a:gd name="connsiteX2" fmla="*/ 100578 w 201799"/>
                  <a:gd name="connsiteY2" fmla="*/ 637 h 388451"/>
                  <a:gd name="connsiteX3" fmla="*/ 187435 w 201799"/>
                  <a:gd name="connsiteY3" fmla="*/ 77568 h 388451"/>
                  <a:gd name="connsiteX4" fmla="*/ 201705 w 201799"/>
                  <a:gd name="connsiteY4" fmla="*/ 200420 h 388451"/>
                  <a:gd name="connsiteX5" fmla="*/ 185051 w 201799"/>
                  <a:gd name="connsiteY5" fmla="*/ 296643 h 388451"/>
                  <a:gd name="connsiteX6" fmla="*/ 133916 w 201799"/>
                  <a:gd name="connsiteY6" fmla="*/ 371628 h 388451"/>
                  <a:gd name="connsiteX7" fmla="*/ 56464 w 201799"/>
                  <a:gd name="connsiteY7" fmla="*/ 384749 h 388451"/>
                  <a:gd name="connsiteX8" fmla="*/ 4076 w 201799"/>
                  <a:gd name="connsiteY8" fmla="*/ 325217 h 388451"/>
                  <a:gd name="connsiteX9" fmla="*/ 28027 w 201799"/>
                  <a:gd name="connsiteY9" fmla="*/ 171845 h 388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799" h="388451">
                    <a:moveTo>
                      <a:pt x="28027" y="171845"/>
                    </a:moveTo>
                    <a:cubicBezTo>
                      <a:pt x="11754" y="123028"/>
                      <a:pt x="10638" y="88242"/>
                      <a:pt x="20746" y="51373"/>
                    </a:cubicBezTo>
                    <a:cubicBezTo>
                      <a:pt x="30854" y="14504"/>
                      <a:pt x="72797" y="-3729"/>
                      <a:pt x="100578" y="637"/>
                    </a:cubicBezTo>
                    <a:cubicBezTo>
                      <a:pt x="128359" y="5003"/>
                      <a:pt x="172961" y="37127"/>
                      <a:pt x="187435" y="77568"/>
                    </a:cubicBezTo>
                    <a:cubicBezTo>
                      <a:pt x="201909" y="118009"/>
                      <a:pt x="202102" y="163908"/>
                      <a:pt x="201705" y="200420"/>
                    </a:cubicBezTo>
                    <a:cubicBezTo>
                      <a:pt x="201308" y="236932"/>
                      <a:pt x="196349" y="264140"/>
                      <a:pt x="185051" y="296643"/>
                    </a:cubicBezTo>
                    <a:cubicBezTo>
                      <a:pt x="173753" y="329146"/>
                      <a:pt x="155347" y="356944"/>
                      <a:pt x="133916" y="371628"/>
                    </a:cubicBezTo>
                    <a:cubicBezTo>
                      <a:pt x="112485" y="386312"/>
                      <a:pt x="76914" y="393278"/>
                      <a:pt x="56464" y="384749"/>
                    </a:cubicBezTo>
                    <a:cubicBezTo>
                      <a:pt x="26490" y="366695"/>
                      <a:pt x="9609" y="359510"/>
                      <a:pt x="4076" y="325217"/>
                    </a:cubicBezTo>
                    <a:cubicBezTo>
                      <a:pt x="-6428" y="287157"/>
                      <a:pt x="4006" y="226339"/>
                      <a:pt x="28027" y="171845"/>
                    </a:cubicBezTo>
                    <a:close/>
                  </a:path>
                </a:pathLst>
              </a:custGeom>
              <a:solidFill>
                <a:srgbClr val="7030A0">
                  <a:alpha val="46000"/>
                </a:srgbClr>
              </a:solid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Heart 23">
                <a:extLst>
                  <a:ext uri="{FF2B5EF4-FFF2-40B4-BE49-F238E27FC236}">
                    <a16:creationId xmlns:a16="http://schemas.microsoft.com/office/drawing/2014/main" id="{AA86946E-8F8F-47D0-82CB-E9B4D7C6F90D}"/>
                  </a:ext>
                </a:extLst>
              </p:cNvPr>
              <p:cNvSpPr/>
              <p:nvPr/>
            </p:nvSpPr>
            <p:spPr>
              <a:xfrm>
                <a:off x="3886918" y="2408902"/>
                <a:ext cx="352950" cy="260664"/>
              </a:xfrm>
              <a:prstGeom prst="heart">
                <a:avLst/>
              </a:prstGeom>
              <a:solidFill>
                <a:srgbClr val="FF9999"/>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66" name="Rectangle 65">
            <a:extLst>
              <a:ext uri="{FF2B5EF4-FFF2-40B4-BE49-F238E27FC236}">
                <a16:creationId xmlns:a16="http://schemas.microsoft.com/office/drawing/2014/main" id="{96B8BAD2-20AA-4522-BDB0-6F63E3C3AA24}"/>
              </a:ext>
            </a:extLst>
          </p:cNvPr>
          <p:cNvSpPr/>
          <p:nvPr/>
        </p:nvSpPr>
        <p:spPr>
          <a:xfrm>
            <a:off x="8118879" y="124482"/>
            <a:ext cx="3577701" cy="4086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Severe hypertension (BP &gt; 180/120) </a:t>
            </a:r>
          </a:p>
        </p:txBody>
      </p:sp>
      <p:cxnSp>
        <p:nvCxnSpPr>
          <p:cNvPr id="67" name="Connector: Elbow 66">
            <a:extLst>
              <a:ext uri="{FF2B5EF4-FFF2-40B4-BE49-F238E27FC236}">
                <a16:creationId xmlns:a16="http://schemas.microsoft.com/office/drawing/2014/main" id="{00C64C96-F0B0-4CCF-ADE1-736AF2E1DC85}"/>
              </a:ext>
            </a:extLst>
          </p:cNvPr>
          <p:cNvCxnSpPr>
            <a:cxnSpLocks/>
            <a:endCxn id="68" idx="0"/>
          </p:cNvCxnSpPr>
          <p:nvPr/>
        </p:nvCxnSpPr>
        <p:spPr>
          <a:xfrm rot="10800000" flipV="1">
            <a:off x="8726519" y="948479"/>
            <a:ext cx="1207190" cy="533190"/>
          </a:xfrm>
          <a:prstGeom prst="bentConnector2">
            <a:avLst/>
          </a:prstGeom>
          <a:ln>
            <a:tailEnd type="triangle"/>
          </a:ln>
        </p:spPr>
        <p:style>
          <a:lnRef idx="2">
            <a:schemeClr val="dk1"/>
          </a:lnRef>
          <a:fillRef idx="1">
            <a:schemeClr val="lt1"/>
          </a:fillRef>
          <a:effectRef idx="0">
            <a:schemeClr val="dk1"/>
          </a:effectRef>
          <a:fontRef idx="minor">
            <a:schemeClr val="dk1"/>
          </a:fontRef>
        </p:style>
      </p:cxnSp>
      <p:sp>
        <p:nvSpPr>
          <p:cNvPr id="68" name="Rectangle 67">
            <a:extLst>
              <a:ext uri="{FF2B5EF4-FFF2-40B4-BE49-F238E27FC236}">
                <a16:creationId xmlns:a16="http://schemas.microsoft.com/office/drawing/2014/main" id="{D4611488-30F9-4D13-9A67-F46E8CD3AD9E}"/>
              </a:ext>
            </a:extLst>
          </p:cNvPr>
          <p:cNvSpPr/>
          <p:nvPr/>
        </p:nvSpPr>
        <p:spPr>
          <a:xfrm>
            <a:off x="7887048" y="1481669"/>
            <a:ext cx="1678942" cy="33540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600" dirty="0"/>
              <a:t>HTN emergency</a:t>
            </a:r>
          </a:p>
        </p:txBody>
      </p:sp>
      <p:cxnSp>
        <p:nvCxnSpPr>
          <p:cNvPr id="69" name="Connector: Elbow 68">
            <a:extLst>
              <a:ext uri="{FF2B5EF4-FFF2-40B4-BE49-F238E27FC236}">
                <a16:creationId xmlns:a16="http://schemas.microsoft.com/office/drawing/2014/main" id="{F2EBCF07-9051-498B-A0AE-DCD5B439C25D}"/>
              </a:ext>
            </a:extLst>
          </p:cNvPr>
          <p:cNvCxnSpPr>
            <a:cxnSpLocks/>
            <a:endCxn id="70" idx="0"/>
          </p:cNvCxnSpPr>
          <p:nvPr/>
        </p:nvCxnSpPr>
        <p:spPr>
          <a:xfrm>
            <a:off x="9933709" y="888150"/>
            <a:ext cx="1245321" cy="527785"/>
          </a:xfrm>
          <a:prstGeom prst="bentConnector2">
            <a:avLst/>
          </a:prstGeom>
          <a:ln>
            <a:tailEnd type="triangle"/>
          </a:ln>
        </p:spPr>
        <p:style>
          <a:lnRef idx="2">
            <a:schemeClr val="dk1"/>
          </a:lnRef>
          <a:fillRef idx="1">
            <a:schemeClr val="lt1"/>
          </a:fillRef>
          <a:effectRef idx="0">
            <a:schemeClr val="dk1"/>
          </a:effectRef>
          <a:fontRef idx="minor">
            <a:schemeClr val="dk1"/>
          </a:fontRef>
        </p:style>
      </p:cxnSp>
      <p:sp>
        <p:nvSpPr>
          <p:cNvPr id="70" name="Rectangle 69">
            <a:extLst>
              <a:ext uri="{FF2B5EF4-FFF2-40B4-BE49-F238E27FC236}">
                <a16:creationId xmlns:a16="http://schemas.microsoft.com/office/drawing/2014/main" id="{B09B69CF-9E8B-4A1F-8E90-4049E4B06223}"/>
              </a:ext>
            </a:extLst>
          </p:cNvPr>
          <p:cNvSpPr/>
          <p:nvPr/>
        </p:nvSpPr>
        <p:spPr>
          <a:xfrm>
            <a:off x="10424233" y="1415935"/>
            <a:ext cx="1509593" cy="33540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600" dirty="0"/>
              <a:t>HTN urgency</a:t>
            </a:r>
          </a:p>
        </p:txBody>
      </p:sp>
      <p:cxnSp>
        <p:nvCxnSpPr>
          <p:cNvPr id="71" name="Straight Arrow Connector 70">
            <a:extLst>
              <a:ext uri="{FF2B5EF4-FFF2-40B4-BE49-F238E27FC236}">
                <a16:creationId xmlns:a16="http://schemas.microsoft.com/office/drawing/2014/main" id="{50743500-1D6D-480D-8258-D697ED75C0FC}"/>
              </a:ext>
            </a:extLst>
          </p:cNvPr>
          <p:cNvCxnSpPr>
            <a:cxnSpLocks/>
            <a:stCxn id="66" idx="2"/>
          </p:cNvCxnSpPr>
          <p:nvPr/>
        </p:nvCxnSpPr>
        <p:spPr>
          <a:xfrm>
            <a:off x="9907730" y="533105"/>
            <a:ext cx="0" cy="195326"/>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72" name="End organ damage">
            <a:extLst>
              <a:ext uri="{FF2B5EF4-FFF2-40B4-BE49-F238E27FC236}">
                <a16:creationId xmlns:a16="http://schemas.microsoft.com/office/drawing/2014/main" id="{C79FB1AD-4A64-44F7-A104-A5C892664616}"/>
              </a:ext>
            </a:extLst>
          </p:cNvPr>
          <p:cNvSpPr txBox="1"/>
          <p:nvPr/>
        </p:nvSpPr>
        <p:spPr>
          <a:xfrm>
            <a:off x="9019713" y="707952"/>
            <a:ext cx="1776031" cy="307777"/>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400" dirty="0">
                <a:solidFill>
                  <a:schemeClr val="tx1"/>
                </a:solidFill>
              </a:rPr>
              <a:t>End organ damage?</a:t>
            </a:r>
          </a:p>
        </p:txBody>
      </p:sp>
      <p:sp>
        <p:nvSpPr>
          <p:cNvPr id="74" name="Rectangle 73">
            <a:extLst>
              <a:ext uri="{FF2B5EF4-FFF2-40B4-BE49-F238E27FC236}">
                <a16:creationId xmlns:a16="http://schemas.microsoft.com/office/drawing/2014/main" id="{1A088A19-3050-4879-8B19-5F62B991D6F9}"/>
              </a:ext>
            </a:extLst>
          </p:cNvPr>
          <p:cNvSpPr/>
          <p:nvPr/>
        </p:nvSpPr>
        <p:spPr>
          <a:xfrm>
            <a:off x="8514384" y="1033083"/>
            <a:ext cx="400638" cy="27993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a:t>
            </a:r>
          </a:p>
        </p:txBody>
      </p:sp>
      <p:sp>
        <p:nvSpPr>
          <p:cNvPr id="75" name="Rectangle 74">
            <a:extLst>
              <a:ext uri="{FF2B5EF4-FFF2-40B4-BE49-F238E27FC236}">
                <a16:creationId xmlns:a16="http://schemas.microsoft.com/office/drawing/2014/main" id="{9183B6A1-D26E-4E54-B84F-7FD8FC523F13}"/>
              </a:ext>
            </a:extLst>
          </p:cNvPr>
          <p:cNvSpPr/>
          <p:nvPr/>
        </p:nvSpPr>
        <p:spPr>
          <a:xfrm>
            <a:off x="10992210" y="986451"/>
            <a:ext cx="400638" cy="27993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a:t>
            </a:r>
          </a:p>
        </p:txBody>
      </p:sp>
      <p:cxnSp>
        <p:nvCxnSpPr>
          <p:cNvPr id="34" name="Straight Arrow Connector 33">
            <a:extLst>
              <a:ext uri="{FF2B5EF4-FFF2-40B4-BE49-F238E27FC236}">
                <a16:creationId xmlns:a16="http://schemas.microsoft.com/office/drawing/2014/main" id="{56DA6503-232D-4792-9EBF-A4228C48287E}"/>
              </a:ext>
            </a:extLst>
          </p:cNvPr>
          <p:cNvCxnSpPr>
            <a:cxnSpLocks/>
            <a:stCxn id="68" idx="2"/>
            <a:endCxn id="37" idx="0"/>
          </p:cNvCxnSpPr>
          <p:nvPr/>
        </p:nvCxnSpPr>
        <p:spPr>
          <a:xfrm>
            <a:off x="8726519" y="1817078"/>
            <a:ext cx="4077" cy="25897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37" name="Rectangle 36">
            <a:extLst>
              <a:ext uri="{FF2B5EF4-FFF2-40B4-BE49-F238E27FC236}">
                <a16:creationId xmlns:a16="http://schemas.microsoft.com/office/drawing/2014/main" id="{4D53CD44-7C23-4238-A536-C46A3F3A0F45}"/>
              </a:ext>
            </a:extLst>
          </p:cNvPr>
          <p:cNvSpPr/>
          <p:nvPr/>
        </p:nvSpPr>
        <p:spPr>
          <a:xfrm>
            <a:off x="7813195" y="2076050"/>
            <a:ext cx="1834802" cy="33772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dirty="0"/>
              <a:t>ICU, IV BP meds</a:t>
            </a:r>
          </a:p>
        </p:txBody>
      </p:sp>
      <p:sp>
        <p:nvSpPr>
          <p:cNvPr id="98" name="Rectangle 97">
            <a:extLst>
              <a:ext uri="{FF2B5EF4-FFF2-40B4-BE49-F238E27FC236}">
                <a16:creationId xmlns:a16="http://schemas.microsoft.com/office/drawing/2014/main" id="{5C88181B-3E28-4BD2-9AD4-2B8D93D83DFD}"/>
              </a:ext>
            </a:extLst>
          </p:cNvPr>
          <p:cNvSpPr/>
          <p:nvPr/>
        </p:nvSpPr>
        <p:spPr>
          <a:xfrm>
            <a:off x="10356430" y="2079250"/>
            <a:ext cx="1672197" cy="33541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dirty="0"/>
              <a:t>↑ PO BP meds</a:t>
            </a:r>
          </a:p>
        </p:txBody>
      </p:sp>
      <p:cxnSp>
        <p:nvCxnSpPr>
          <p:cNvPr id="99" name="Straight Arrow Connector 98">
            <a:extLst>
              <a:ext uri="{FF2B5EF4-FFF2-40B4-BE49-F238E27FC236}">
                <a16:creationId xmlns:a16="http://schemas.microsoft.com/office/drawing/2014/main" id="{942F463A-4A7B-4355-B078-23DA8D20347B}"/>
              </a:ext>
            </a:extLst>
          </p:cNvPr>
          <p:cNvCxnSpPr>
            <a:cxnSpLocks/>
            <a:stCxn id="70" idx="2"/>
            <a:endCxn id="98" idx="0"/>
          </p:cNvCxnSpPr>
          <p:nvPr/>
        </p:nvCxnSpPr>
        <p:spPr>
          <a:xfrm>
            <a:off x="11179030" y="1751344"/>
            <a:ext cx="13499" cy="327906"/>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76" name="Connector: Elbow 75">
            <a:extLst>
              <a:ext uri="{FF2B5EF4-FFF2-40B4-BE49-F238E27FC236}">
                <a16:creationId xmlns:a16="http://schemas.microsoft.com/office/drawing/2014/main" id="{E85C4F12-9829-4479-BCE4-020199DFE753}"/>
              </a:ext>
            </a:extLst>
          </p:cNvPr>
          <p:cNvCxnSpPr>
            <a:cxnSpLocks/>
            <a:stCxn id="37" idx="1"/>
            <a:endCxn id="123" idx="3"/>
          </p:cNvCxnSpPr>
          <p:nvPr/>
        </p:nvCxnSpPr>
        <p:spPr>
          <a:xfrm rot="10800000" flipV="1">
            <a:off x="7557113" y="2244914"/>
            <a:ext cx="256082" cy="49730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84" name="Connector: Elbow 83">
            <a:extLst>
              <a:ext uri="{FF2B5EF4-FFF2-40B4-BE49-F238E27FC236}">
                <a16:creationId xmlns:a16="http://schemas.microsoft.com/office/drawing/2014/main" id="{62D1DCDE-8C52-4A76-A890-66BA6A4A72CD}"/>
              </a:ext>
            </a:extLst>
          </p:cNvPr>
          <p:cNvCxnSpPr>
            <a:cxnSpLocks/>
            <a:stCxn id="37" idx="1"/>
            <a:endCxn id="57" idx="3"/>
          </p:cNvCxnSpPr>
          <p:nvPr/>
        </p:nvCxnSpPr>
        <p:spPr>
          <a:xfrm rot="10800000">
            <a:off x="7565463" y="1330284"/>
            <a:ext cx="247733" cy="91463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23" name="TextBox 122">
            <a:extLst>
              <a:ext uri="{FF2B5EF4-FFF2-40B4-BE49-F238E27FC236}">
                <a16:creationId xmlns:a16="http://schemas.microsoft.com/office/drawing/2014/main" id="{D6BB4840-D0E3-47AE-A96E-FCC1AB85DE14}"/>
              </a:ext>
            </a:extLst>
          </p:cNvPr>
          <p:cNvSpPr txBox="1"/>
          <p:nvPr/>
        </p:nvSpPr>
        <p:spPr>
          <a:xfrm>
            <a:off x="4973586" y="2203611"/>
            <a:ext cx="2583527" cy="1077218"/>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600" u="sng" dirty="0">
                <a:cs typeface="Calibri"/>
              </a:rPr>
              <a:t>GENERAL</a:t>
            </a:r>
          </a:p>
          <a:p>
            <a:pPr marL="119063" indent="-119063">
              <a:buFont typeface="Arial" panose="020B0604020202020204" pitchFamily="34" charset="0"/>
              <a:buChar char="•"/>
            </a:pPr>
            <a:r>
              <a:rPr lang="en-US" sz="1600" dirty="0">
                <a:cs typeface="Calibri"/>
              </a:rPr>
              <a:t>1</a:t>
            </a:r>
            <a:r>
              <a:rPr lang="en-US" sz="1600" baseline="30000" dirty="0">
                <a:cs typeface="Calibri"/>
              </a:rPr>
              <a:t>st</a:t>
            </a:r>
            <a:r>
              <a:rPr lang="en-US" sz="1600" dirty="0">
                <a:cs typeface="Calibri"/>
              </a:rPr>
              <a:t> h –  ↓ BP by &lt;25%</a:t>
            </a:r>
          </a:p>
          <a:p>
            <a:pPr marL="119063" indent="-119063">
              <a:buFont typeface="Arial" panose="020B0604020202020204" pitchFamily="34" charset="0"/>
              <a:buChar char="•"/>
            </a:pPr>
            <a:r>
              <a:rPr lang="en-US" sz="1600" dirty="0">
                <a:cs typeface="Calibri"/>
              </a:rPr>
              <a:t>4-6 h – BP &lt;160/100</a:t>
            </a:r>
          </a:p>
          <a:p>
            <a:pPr marL="119063" indent="-119063">
              <a:buFont typeface="Arial" panose="020B0604020202020204" pitchFamily="34" charset="0"/>
              <a:buChar char="•"/>
            </a:pPr>
            <a:r>
              <a:rPr lang="en-US" sz="1600" dirty="0">
                <a:cs typeface="Calibri"/>
              </a:rPr>
              <a:t>&gt;24-48 h – BP &lt;140/90</a:t>
            </a:r>
            <a:endParaRPr lang="en-US" sz="1600" dirty="0"/>
          </a:p>
        </p:txBody>
      </p:sp>
      <p:sp>
        <p:nvSpPr>
          <p:cNvPr id="57" name="TextBox 56">
            <a:extLst>
              <a:ext uri="{FF2B5EF4-FFF2-40B4-BE49-F238E27FC236}">
                <a16:creationId xmlns:a16="http://schemas.microsoft.com/office/drawing/2014/main" id="{79025947-AB6A-4EF9-B128-3B7F049E2504}"/>
              </a:ext>
            </a:extLst>
          </p:cNvPr>
          <p:cNvSpPr txBox="1"/>
          <p:nvPr/>
        </p:nvSpPr>
        <p:spPr>
          <a:xfrm>
            <a:off x="4534745" y="791674"/>
            <a:ext cx="3030717" cy="1077218"/>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600" u="sng" dirty="0">
                <a:cs typeface="Calibri"/>
              </a:rPr>
              <a:t>SPECIAL</a:t>
            </a:r>
          </a:p>
          <a:p>
            <a:pPr marL="119063" indent="-119063">
              <a:buFont typeface="Arial" panose="020B0604020202020204" pitchFamily="34" charset="0"/>
              <a:buChar char="•"/>
            </a:pPr>
            <a:r>
              <a:rPr lang="en-US" sz="1600" dirty="0">
                <a:cs typeface="Calibri"/>
              </a:rPr>
              <a:t>IPH/SAH – SBP &lt;140 ASAP</a:t>
            </a:r>
          </a:p>
          <a:p>
            <a:pPr marL="119063" indent="-119063">
              <a:buFont typeface="Arial" panose="020B0604020202020204" pitchFamily="34" charset="0"/>
              <a:buChar char="•"/>
            </a:pPr>
            <a:r>
              <a:rPr lang="en-US" sz="1600" dirty="0">
                <a:cs typeface="Calibri"/>
              </a:rPr>
              <a:t>Aortic dissection – HR 60, SBP &lt;120 ASAP</a:t>
            </a:r>
          </a:p>
        </p:txBody>
      </p:sp>
      <p:grpSp>
        <p:nvGrpSpPr>
          <p:cNvPr id="59" name="vasodilators">
            <a:extLst>
              <a:ext uri="{FF2B5EF4-FFF2-40B4-BE49-F238E27FC236}">
                <a16:creationId xmlns:a16="http://schemas.microsoft.com/office/drawing/2014/main" id="{59196629-749A-4F33-A172-6C70B5362F36}"/>
              </a:ext>
            </a:extLst>
          </p:cNvPr>
          <p:cNvGrpSpPr/>
          <p:nvPr/>
        </p:nvGrpSpPr>
        <p:grpSpPr>
          <a:xfrm>
            <a:off x="3920984" y="4748891"/>
            <a:ext cx="4452481" cy="1151951"/>
            <a:chOff x="7974551" y="2143033"/>
            <a:chExt cx="4452481" cy="1151951"/>
          </a:xfrm>
        </p:grpSpPr>
        <p:sp>
          <p:nvSpPr>
            <p:cNvPr id="62" name="arterial">
              <a:extLst>
                <a:ext uri="{FF2B5EF4-FFF2-40B4-BE49-F238E27FC236}">
                  <a16:creationId xmlns:a16="http://schemas.microsoft.com/office/drawing/2014/main" id="{DD649624-9244-4DD9-9BE6-90527EB8561D}"/>
                </a:ext>
              </a:extLst>
            </p:cNvPr>
            <p:cNvSpPr txBox="1"/>
            <p:nvPr/>
          </p:nvSpPr>
          <p:spPr>
            <a:xfrm>
              <a:off x="10783785" y="2404681"/>
              <a:ext cx="1643247" cy="338554"/>
            </a:xfrm>
            <a:prstGeom prst="rect">
              <a:avLst/>
            </a:prstGeom>
            <a:noFill/>
          </p:spPr>
          <p:txBody>
            <a:bodyPr wrap="square" rtlCol="0">
              <a:spAutoFit/>
            </a:bodyPr>
            <a:lstStyle/>
            <a:p>
              <a:pPr algn="ctr"/>
              <a:r>
                <a:rPr lang="en-US" sz="1600" u="sng" dirty="0"/>
                <a:t>Arterial</a:t>
              </a:r>
            </a:p>
          </p:txBody>
        </p:sp>
        <p:sp>
          <p:nvSpPr>
            <p:cNvPr id="63" name="venous">
              <a:extLst>
                <a:ext uri="{FF2B5EF4-FFF2-40B4-BE49-F238E27FC236}">
                  <a16:creationId xmlns:a16="http://schemas.microsoft.com/office/drawing/2014/main" id="{FB75609D-EA63-4977-B843-59CA00DBBC24}"/>
                </a:ext>
              </a:extLst>
            </p:cNvPr>
            <p:cNvSpPr txBox="1"/>
            <p:nvPr/>
          </p:nvSpPr>
          <p:spPr>
            <a:xfrm>
              <a:off x="8178741" y="2409532"/>
              <a:ext cx="1030374"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u="sng" dirty="0">
                  <a:cs typeface="Calibri"/>
                </a:rPr>
                <a:t>Venous</a:t>
              </a:r>
            </a:p>
          </p:txBody>
        </p:sp>
        <p:grpSp>
          <p:nvGrpSpPr>
            <p:cNvPr id="64" name="Group 63">
              <a:extLst>
                <a:ext uri="{FF2B5EF4-FFF2-40B4-BE49-F238E27FC236}">
                  <a16:creationId xmlns:a16="http://schemas.microsoft.com/office/drawing/2014/main" id="{39F693E5-0A58-47E5-9F81-335AA16DD592}"/>
                </a:ext>
              </a:extLst>
            </p:cNvPr>
            <p:cNvGrpSpPr/>
            <p:nvPr/>
          </p:nvGrpSpPr>
          <p:grpSpPr>
            <a:xfrm>
              <a:off x="9693054" y="2143033"/>
              <a:ext cx="2219201" cy="278976"/>
              <a:chOff x="6434272" y="2071305"/>
              <a:chExt cx="2014121" cy="448963"/>
            </a:xfrm>
          </p:grpSpPr>
          <p:sp>
            <p:nvSpPr>
              <p:cNvPr id="82" name="Cylinder 81">
                <a:extLst>
                  <a:ext uri="{FF2B5EF4-FFF2-40B4-BE49-F238E27FC236}">
                    <a16:creationId xmlns:a16="http://schemas.microsoft.com/office/drawing/2014/main" id="{B7E7AD46-216A-458A-BC44-98816361380D}"/>
                  </a:ext>
                </a:extLst>
              </p:cNvPr>
              <p:cNvSpPr/>
              <p:nvPr/>
            </p:nvSpPr>
            <p:spPr>
              <a:xfrm rot="5400000">
                <a:off x="7224456" y="1296331"/>
                <a:ext cx="433753" cy="2014121"/>
              </a:xfrm>
              <a:prstGeom prst="can">
                <a:avLst/>
              </a:prstGeom>
              <a:solidFill>
                <a:srgbClr val="FF0000">
                  <a:alpha val="5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FF0000"/>
                  </a:solidFill>
                </a:endParaRPr>
              </a:p>
            </p:txBody>
          </p:sp>
          <p:cxnSp>
            <p:nvCxnSpPr>
              <p:cNvPr id="83" name="Straight Arrow Connector 82">
                <a:extLst>
                  <a:ext uri="{FF2B5EF4-FFF2-40B4-BE49-F238E27FC236}">
                    <a16:creationId xmlns:a16="http://schemas.microsoft.com/office/drawing/2014/main" id="{A40E822A-B341-4610-AD3A-94E2F5305A14}"/>
                  </a:ext>
                </a:extLst>
              </p:cNvPr>
              <p:cNvCxnSpPr>
                <a:cxnSpLocks/>
              </p:cNvCxnSpPr>
              <p:nvPr/>
            </p:nvCxnSpPr>
            <p:spPr>
              <a:xfrm>
                <a:off x="7639882" y="2071305"/>
                <a:ext cx="0" cy="438932"/>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65" name="Group 64">
              <a:extLst>
                <a:ext uri="{FF2B5EF4-FFF2-40B4-BE49-F238E27FC236}">
                  <a16:creationId xmlns:a16="http://schemas.microsoft.com/office/drawing/2014/main" id="{B370AFA6-E16B-4641-B951-F8D01486968D}"/>
                </a:ext>
              </a:extLst>
            </p:cNvPr>
            <p:cNvGrpSpPr/>
            <p:nvPr/>
          </p:nvGrpSpPr>
          <p:grpSpPr>
            <a:xfrm>
              <a:off x="8236045" y="2147334"/>
              <a:ext cx="2339361" cy="279506"/>
              <a:chOff x="6741548" y="2071305"/>
              <a:chExt cx="2220367" cy="455458"/>
            </a:xfrm>
          </p:grpSpPr>
          <p:sp>
            <p:nvSpPr>
              <p:cNvPr id="80" name="Cylinder 57">
                <a:extLst>
                  <a:ext uri="{FF2B5EF4-FFF2-40B4-BE49-F238E27FC236}">
                    <a16:creationId xmlns:a16="http://schemas.microsoft.com/office/drawing/2014/main" id="{B72A95EE-3A40-4A1E-A654-A0D9C7D7FD99}"/>
                  </a:ext>
                </a:extLst>
              </p:cNvPr>
              <p:cNvSpPr/>
              <p:nvPr/>
            </p:nvSpPr>
            <p:spPr>
              <a:xfrm rot="5400000">
                <a:off x="7634855" y="1193045"/>
                <a:ext cx="433754" cy="2220367"/>
              </a:xfrm>
              <a:prstGeom prst="can">
                <a:avLst/>
              </a:prstGeom>
              <a:solidFill>
                <a:schemeClr val="accent1">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81" name="Straight Arrow Connector 80">
                <a:extLst>
                  <a:ext uri="{FF2B5EF4-FFF2-40B4-BE49-F238E27FC236}">
                    <a16:creationId xmlns:a16="http://schemas.microsoft.com/office/drawing/2014/main" id="{D0EF9D15-B74E-4A81-8BCB-8392A2EFAF1B}"/>
                  </a:ext>
                </a:extLst>
              </p:cNvPr>
              <p:cNvCxnSpPr>
                <a:cxnSpLocks/>
              </p:cNvCxnSpPr>
              <p:nvPr/>
            </p:nvCxnSpPr>
            <p:spPr>
              <a:xfrm>
                <a:off x="7639881" y="2071305"/>
                <a:ext cx="0" cy="45545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73" name="mixed">
              <a:extLst>
                <a:ext uri="{FF2B5EF4-FFF2-40B4-BE49-F238E27FC236}">
                  <a16:creationId xmlns:a16="http://schemas.microsoft.com/office/drawing/2014/main" id="{BD6D108F-1DCE-41DF-95F0-75FD4213D449}"/>
                </a:ext>
              </a:extLst>
            </p:cNvPr>
            <p:cNvSpPr txBox="1"/>
            <p:nvPr/>
          </p:nvSpPr>
          <p:spPr>
            <a:xfrm>
              <a:off x="9236884" y="2401245"/>
              <a:ext cx="1827672" cy="338554"/>
            </a:xfrm>
            <a:prstGeom prst="rect">
              <a:avLst/>
            </a:prstGeom>
            <a:noFill/>
          </p:spPr>
          <p:txBody>
            <a:bodyPr wrap="square" rtlCol="0">
              <a:spAutoFit/>
            </a:bodyPr>
            <a:lstStyle/>
            <a:p>
              <a:pPr algn="ctr"/>
              <a:r>
                <a:rPr lang="en-US" sz="1600" u="sng" dirty="0">
                  <a:cs typeface="Calibri"/>
                </a:rPr>
                <a:t>Arterial + venous</a:t>
              </a:r>
              <a:endParaRPr lang="en-US" sz="2400" dirty="0"/>
            </a:p>
          </p:txBody>
        </p:sp>
        <p:sp>
          <p:nvSpPr>
            <p:cNvPr id="77" name="nitroglycerin">
              <a:extLst>
                <a:ext uri="{FF2B5EF4-FFF2-40B4-BE49-F238E27FC236}">
                  <a16:creationId xmlns:a16="http://schemas.microsoft.com/office/drawing/2014/main" id="{EB6864D6-5722-4F2A-9981-49008DF4FF4F}"/>
                </a:ext>
              </a:extLst>
            </p:cNvPr>
            <p:cNvSpPr txBox="1"/>
            <p:nvPr/>
          </p:nvSpPr>
          <p:spPr>
            <a:xfrm>
              <a:off x="7974551" y="2720816"/>
              <a:ext cx="1430796" cy="338554"/>
            </a:xfrm>
            <a:prstGeom prst="rect">
              <a:avLst/>
            </a:prstGeom>
            <a:noFill/>
          </p:spPr>
          <p:txBody>
            <a:bodyPr wrap="square" rtlCol="0">
              <a:spAutoFit/>
            </a:bodyPr>
            <a:lstStyle/>
            <a:p>
              <a:r>
                <a:rPr lang="en-US" sz="1600" dirty="0"/>
                <a:t>Nitroglycerin</a:t>
              </a:r>
            </a:p>
          </p:txBody>
        </p:sp>
        <p:sp>
          <p:nvSpPr>
            <p:cNvPr id="78" name="nitoprus, fend">
              <a:extLst>
                <a:ext uri="{FF2B5EF4-FFF2-40B4-BE49-F238E27FC236}">
                  <a16:creationId xmlns:a16="http://schemas.microsoft.com/office/drawing/2014/main" id="{BA7EEA99-3577-4321-B4B7-D1639E282297}"/>
                </a:ext>
              </a:extLst>
            </p:cNvPr>
            <p:cNvSpPr txBox="1"/>
            <p:nvPr/>
          </p:nvSpPr>
          <p:spPr>
            <a:xfrm>
              <a:off x="9293949" y="2710209"/>
              <a:ext cx="1700440" cy="584775"/>
            </a:xfrm>
            <a:prstGeom prst="rect">
              <a:avLst/>
            </a:prstGeom>
            <a:noFill/>
          </p:spPr>
          <p:txBody>
            <a:bodyPr wrap="square" rtlCol="0">
              <a:spAutoFit/>
            </a:bodyPr>
            <a:lstStyle/>
            <a:p>
              <a:pPr algn="ctr"/>
              <a:r>
                <a:rPr lang="en-US" sz="1600" dirty="0">
                  <a:cs typeface="Calibri"/>
                </a:rPr>
                <a:t>Nitroprusside</a:t>
              </a:r>
            </a:p>
            <a:p>
              <a:pPr algn="ctr"/>
              <a:r>
                <a:rPr lang="en-US" sz="1600" dirty="0" err="1">
                  <a:cs typeface="Calibri"/>
                </a:rPr>
                <a:t>Fenoldopam</a:t>
              </a:r>
              <a:endParaRPr lang="en-US" sz="1600" dirty="0">
                <a:cs typeface="Calibri"/>
              </a:endParaRPr>
            </a:p>
          </p:txBody>
        </p:sp>
        <p:sp>
          <p:nvSpPr>
            <p:cNvPr id="79" name="nicard, hydral">
              <a:extLst>
                <a:ext uri="{FF2B5EF4-FFF2-40B4-BE49-F238E27FC236}">
                  <a16:creationId xmlns:a16="http://schemas.microsoft.com/office/drawing/2014/main" id="{6A6B89C9-60D6-4DD3-8F5A-465BE52FE6E4}"/>
                </a:ext>
              </a:extLst>
            </p:cNvPr>
            <p:cNvSpPr txBox="1"/>
            <p:nvPr/>
          </p:nvSpPr>
          <p:spPr>
            <a:xfrm>
              <a:off x="11007642" y="2710209"/>
              <a:ext cx="1180388" cy="584775"/>
            </a:xfrm>
            <a:prstGeom prst="rect">
              <a:avLst/>
            </a:prstGeom>
            <a:noFill/>
          </p:spPr>
          <p:txBody>
            <a:bodyPr wrap="none" rtlCol="0">
              <a:spAutoFit/>
            </a:bodyPr>
            <a:lstStyle/>
            <a:p>
              <a:pPr algn="ctr"/>
              <a:r>
                <a:rPr lang="en-US" sz="1600" dirty="0"/>
                <a:t>Nicardipine </a:t>
              </a:r>
            </a:p>
            <a:p>
              <a:pPr algn="ctr"/>
              <a:r>
                <a:rPr lang="en-US" sz="1600" dirty="0"/>
                <a:t>Hydralazine</a:t>
              </a:r>
            </a:p>
          </p:txBody>
        </p:sp>
      </p:grpSp>
      <p:sp>
        <p:nvSpPr>
          <p:cNvPr id="94" name="Vasodilators buttn">
            <a:extLst>
              <a:ext uri="{FF2B5EF4-FFF2-40B4-BE49-F238E27FC236}">
                <a16:creationId xmlns:a16="http://schemas.microsoft.com/office/drawing/2014/main" id="{E366BD48-D69F-44B1-8957-45E2196ADEAC}"/>
              </a:ext>
            </a:extLst>
          </p:cNvPr>
          <p:cNvSpPr txBox="1"/>
          <p:nvPr/>
        </p:nvSpPr>
        <p:spPr>
          <a:xfrm>
            <a:off x="5011431" y="4042519"/>
            <a:ext cx="1589218" cy="369332"/>
          </a:xfrm>
          <a:prstGeom prst="rect">
            <a:avLst/>
          </a:prstGeom>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Vasodilators</a:t>
            </a:r>
          </a:p>
        </p:txBody>
      </p:sp>
      <p:sp>
        <p:nvSpPr>
          <p:cNvPr id="95" name="Adrenergic inhibitors button">
            <a:extLst>
              <a:ext uri="{FF2B5EF4-FFF2-40B4-BE49-F238E27FC236}">
                <a16:creationId xmlns:a16="http://schemas.microsoft.com/office/drawing/2014/main" id="{E03FAD51-2E66-4DD9-AADF-640592271439}"/>
              </a:ext>
            </a:extLst>
          </p:cNvPr>
          <p:cNvSpPr txBox="1"/>
          <p:nvPr/>
        </p:nvSpPr>
        <p:spPr>
          <a:xfrm>
            <a:off x="8840552" y="2821468"/>
            <a:ext cx="2399249" cy="369332"/>
          </a:xfrm>
          <a:prstGeom prst="rect">
            <a:avLst/>
          </a:prstGeom>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Adrenergic Antagonists</a:t>
            </a:r>
          </a:p>
        </p:txBody>
      </p:sp>
      <p:sp>
        <p:nvSpPr>
          <p:cNvPr id="102" name="Alpha1 button">
            <a:extLst>
              <a:ext uri="{FF2B5EF4-FFF2-40B4-BE49-F238E27FC236}">
                <a16:creationId xmlns:a16="http://schemas.microsoft.com/office/drawing/2014/main" id="{A5F446A1-1415-48F0-8941-0DEA070EBF2D}"/>
              </a:ext>
            </a:extLst>
          </p:cNvPr>
          <p:cNvSpPr txBox="1"/>
          <p:nvPr/>
        </p:nvSpPr>
        <p:spPr>
          <a:xfrm>
            <a:off x="8843416" y="5469931"/>
            <a:ext cx="61158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b="1" dirty="0">
                <a:solidFill>
                  <a:srgbClr val="7030A0"/>
                </a:solidFill>
              </a:rPr>
              <a:t>α</a:t>
            </a:r>
            <a:r>
              <a:rPr lang="en-US" b="1" baseline="-25000" dirty="0">
                <a:solidFill>
                  <a:srgbClr val="7030A0"/>
                </a:solidFill>
              </a:rPr>
              <a:t>1</a:t>
            </a:r>
            <a:endParaRPr lang="en-US" b="1" dirty="0">
              <a:solidFill>
                <a:srgbClr val="7030A0"/>
              </a:solidFill>
            </a:endParaRPr>
          </a:p>
        </p:txBody>
      </p:sp>
      <p:grpSp>
        <p:nvGrpSpPr>
          <p:cNvPr id="33" name="Group 32">
            <a:extLst>
              <a:ext uri="{FF2B5EF4-FFF2-40B4-BE49-F238E27FC236}">
                <a16:creationId xmlns:a16="http://schemas.microsoft.com/office/drawing/2014/main" id="{CF5FF4E7-C960-4048-9D45-E13DC3210603}"/>
              </a:ext>
            </a:extLst>
          </p:cNvPr>
          <p:cNvGrpSpPr/>
          <p:nvPr/>
        </p:nvGrpSpPr>
        <p:grpSpPr>
          <a:xfrm>
            <a:off x="8375711" y="3353368"/>
            <a:ext cx="2813252" cy="2536260"/>
            <a:chOff x="7444785" y="3602278"/>
            <a:chExt cx="4014338" cy="3502457"/>
          </a:xfrm>
        </p:grpSpPr>
        <p:sp>
          <p:nvSpPr>
            <p:cNvPr id="101" name="Beta1 button">
              <a:extLst>
                <a:ext uri="{FF2B5EF4-FFF2-40B4-BE49-F238E27FC236}">
                  <a16:creationId xmlns:a16="http://schemas.microsoft.com/office/drawing/2014/main" id="{B62E6495-B0B0-46E0-B420-25B46AABFCE8}"/>
                </a:ext>
              </a:extLst>
            </p:cNvPr>
            <p:cNvSpPr/>
            <p:nvPr/>
          </p:nvSpPr>
          <p:spPr>
            <a:xfrm>
              <a:off x="10806394" y="6594705"/>
              <a:ext cx="652729" cy="51003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l-GR" b="1" dirty="0">
                  <a:solidFill>
                    <a:schemeClr val="accent6"/>
                  </a:solidFill>
                </a:rPr>
                <a:t>β</a:t>
              </a:r>
              <a:r>
                <a:rPr lang="en-US" b="1" baseline="-25000" dirty="0">
                  <a:solidFill>
                    <a:schemeClr val="accent6"/>
                  </a:solidFill>
                </a:rPr>
                <a:t>1</a:t>
              </a:r>
              <a:endParaRPr lang="en-US" dirty="0">
                <a:solidFill>
                  <a:schemeClr val="accent6"/>
                </a:solidFill>
              </a:endParaRPr>
            </a:p>
          </p:txBody>
        </p:sp>
        <p:sp>
          <p:nvSpPr>
            <p:cNvPr id="103" name="Beta2 button">
              <a:extLst>
                <a:ext uri="{FF2B5EF4-FFF2-40B4-BE49-F238E27FC236}">
                  <a16:creationId xmlns:a16="http://schemas.microsoft.com/office/drawing/2014/main" id="{1CE4AA1D-2748-4B61-9BEC-E2E50232F145}"/>
                </a:ext>
              </a:extLst>
            </p:cNvPr>
            <p:cNvSpPr/>
            <p:nvPr/>
          </p:nvSpPr>
          <p:spPr>
            <a:xfrm>
              <a:off x="9681419" y="6556295"/>
              <a:ext cx="389850" cy="369332"/>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b="1" dirty="0">
                  <a:solidFill>
                    <a:schemeClr val="accent1"/>
                  </a:solidFill>
                </a:rPr>
                <a:t>β</a:t>
              </a:r>
              <a:r>
                <a:rPr lang="en-US" b="1" baseline="-25000" dirty="0">
                  <a:solidFill>
                    <a:schemeClr val="accent1"/>
                  </a:solidFill>
                </a:rPr>
                <a:t>2</a:t>
              </a:r>
              <a:endParaRPr lang="en-US" dirty="0">
                <a:solidFill>
                  <a:schemeClr val="accent1"/>
                </a:solidFill>
              </a:endParaRPr>
            </a:p>
          </p:txBody>
        </p:sp>
        <p:grpSp>
          <p:nvGrpSpPr>
            <p:cNvPr id="104" name="Alpha1 affects">
              <a:extLst>
                <a:ext uri="{FF2B5EF4-FFF2-40B4-BE49-F238E27FC236}">
                  <a16:creationId xmlns:a16="http://schemas.microsoft.com/office/drawing/2014/main" id="{5D95AF58-83E9-40D9-80DE-992FB1CC2017}"/>
                </a:ext>
              </a:extLst>
            </p:cNvPr>
            <p:cNvGrpSpPr/>
            <p:nvPr/>
          </p:nvGrpSpPr>
          <p:grpSpPr>
            <a:xfrm>
              <a:off x="10069929" y="3812025"/>
              <a:ext cx="610086" cy="430983"/>
              <a:chOff x="3207038" y="2028854"/>
              <a:chExt cx="885470" cy="677270"/>
            </a:xfrm>
          </p:grpSpPr>
          <p:cxnSp>
            <p:nvCxnSpPr>
              <p:cNvPr id="163" name="Straight Arrow Connector 162">
                <a:extLst>
                  <a:ext uri="{FF2B5EF4-FFF2-40B4-BE49-F238E27FC236}">
                    <a16:creationId xmlns:a16="http://schemas.microsoft.com/office/drawing/2014/main" id="{1EB7936D-4FD6-4FC6-966B-042A093CDCE3}"/>
                  </a:ext>
                </a:extLst>
              </p:cNvPr>
              <p:cNvCxnSpPr>
                <a:cxnSpLocks/>
              </p:cNvCxnSpPr>
              <p:nvPr/>
            </p:nvCxnSpPr>
            <p:spPr>
              <a:xfrm flipV="1">
                <a:off x="3207038" y="2504656"/>
                <a:ext cx="274432" cy="201468"/>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64" name="Straight Arrow Connector 163">
                <a:extLst>
                  <a:ext uri="{FF2B5EF4-FFF2-40B4-BE49-F238E27FC236}">
                    <a16:creationId xmlns:a16="http://schemas.microsoft.com/office/drawing/2014/main" id="{48880D5E-44C0-4224-B579-DB4874051CAA}"/>
                  </a:ext>
                </a:extLst>
              </p:cNvPr>
              <p:cNvCxnSpPr>
                <a:cxnSpLocks/>
              </p:cNvCxnSpPr>
              <p:nvPr/>
            </p:nvCxnSpPr>
            <p:spPr>
              <a:xfrm flipH="1">
                <a:off x="3840600" y="2028854"/>
                <a:ext cx="251908" cy="162687"/>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5" name="Beta2 affects">
              <a:extLst>
                <a:ext uri="{FF2B5EF4-FFF2-40B4-BE49-F238E27FC236}">
                  <a16:creationId xmlns:a16="http://schemas.microsoft.com/office/drawing/2014/main" id="{EB1A3030-A52C-4595-91BF-893874B2B3A4}"/>
                </a:ext>
              </a:extLst>
            </p:cNvPr>
            <p:cNvGrpSpPr/>
            <p:nvPr/>
          </p:nvGrpSpPr>
          <p:grpSpPr>
            <a:xfrm rot="1323498">
              <a:off x="10349903" y="4179943"/>
              <a:ext cx="486658" cy="545456"/>
              <a:chOff x="3049507" y="1702919"/>
              <a:chExt cx="706328" cy="857160"/>
            </a:xfrm>
          </p:grpSpPr>
          <p:cxnSp>
            <p:nvCxnSpPr>
              <p:cNvPr id="161" name="Straight Arrow Connector 160">
                <a:extLst>
                  <a:ext uri="{FF2B5EF4-FFF2-40B4-BE49-F238E27FC236}">
                    <a16:creationId xmlns:a16="http://schemas.microsoft.com/office/drawing/2014/main" id="{BE4A2BC2-9A56-428D-952D-3FEA303E6705}"/>
                  </a:ext>
                </a:extLst>
              </p:cNvPr>
              <p:cNvCxnSpPr/>
              <p:nvPr/>
            </p:nvCxnSpPr>
            <p:spPr>
              <a:xfrm flipV="1">
                <a:off x="3567215" y="1702919"/>
                <a:ext cx="188620" cy="207052"/>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Straight Arrow Connector 161">
                <a:extLst>
                  <a:ext uri="{FF2B5EF4-FFF2-40B4-BE49-F238E27FC236}">
                    <a16:creationId xmlns:a16="http://schemas.microsoft.com/office/drawing/2014/main" id="{7D5A33B0-7F9F-41DF-92C7-B29C3EED85A3}"/>
                  </a:ext>
                </a:extLst>
              </p:cNvPr>
              <p:cNvCxnSpPr>
                <a:cxnSpLocks/>
              </p:cNvCxnSpPr>
              <p:nvPr/>
            </p:nvCxnSpPr>
            <p:spPr>
              <a:xfrm flipH="1">
                <a:off x="3049507" y="2342961"/>
                <a:ext cx="161835" cy="21711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6" name="Beta1 affects">
              <a:extLst>
                <a:ext uri="{FF2B5EF4-FFF2-40B4-BE49-F238E27FC236}">
                  <a16:creationId xmlns:a16="http://schemas.microsoft.com/office/drawing/2014/main" id="{EB548148-93C1-46DB-9632-2813E97DA568}"/>
                </a:ext>
              </a:extLst>
            </p:cNvPr>
            <p:cNvGrpSpPr/>
            <p:nvPr/>
          </p:nvGrpSpPr>
          <p:grpSpPr>
            <a:xfrm>
              <a:off x="7444785" y="4259426"/>
              <a:ext cx="3449077" cy="2139511"/>
              <a:chOff x="-603058" y="2731925"/>
              <a:chExt cx="5005937" cy="3362146"/>
            </a:xfrm>
          </p:grpSpPr>
          <p:sp>
            <p:nvSpPr>
              <p:cNvPr id="155" name="Freeform: Shape 154">
                <a:extLst>
                  <a:ext uri="{FF2B5EF4-FFF2-40B4-BE49-F238E27FC236}">
                    <a16:creationId xmlns:a16="http://schemas.microsoft.com/office/drawing/2014/main" id="{7C3EBDB0-0053-4784-9358-3977C86FE804}"/>
                  </a:ext>
                </a:extLst>
              </p:cNvPr>
              <p:cNvSpPr/>
              <p:nvPr/>
            </p:nvSpPr>
            <p:spPr>
              <a:xfrm rot="2508813" flipV="1">
                <a:off x="925077" y="3287210"/>
                <a:ext cx="133899" cy="247594"/>
              </a:xfrm>
              <a:custGeom>
                <a:avLst/>
                <a:gdLst>
                  <a:gd name="connsiteX0" fmla="*/ 192991 w 192991"/>
                  <a:gd name="connsiteY0" fmla="*/ 304800 h 321908"/>
                  <a:gd name="connsiteX1" fmla="*/ 142191 w 192991"/>
                  <a:gd name="connsiteY1" fmla="*/ 304800 h 321908"/>
                  <a:gd name="connsiteX2" fmla="*/ 2491 w 192991"/>
                  <a:gd name="connsiteY2" fmla="*/ 127000 h 321908"/>
                  <a:gd name="connsiteX3" fmla="*/ 65991 w 192991"/>
                  <a:gd name="connsiteY3" fmla="*/ 0 h 321908"/>
                  <a:gd name="connsiteX0" fmla="*/ 192991 w 192991"/>
                  <a:gd name="connsiteY0" fmla="*/ 304800 h 304800"/>
                  <a:gd name="connsiteX1" fmla="*/ 2491 w 192991"/>
                  <a:gd name="connsiteY1" fmla="*/ 127000 h 304800"/>
                  <a:gd name="connsiteX2" fmla="*/ 65991 w 192991"/>
                  <a:gd name="connsiteY2" fmla="*/ 0 h 304800"/>
                  <a:gd name="connsiteX0" fmla="*/ 151532 w 151532"/>
                  <a:gd name="connsiteY0" fmla="*/ 304800 h 304800"/>
                  <a:gd name="connsiteX1" fmla="*/ 13615 w 151532"/>
                  <a:gd name="connsiteY1" fmla="*/ 206567 h 304800"/>
                  <a:gd name="connsiteX2" fmla="*/ 24532 w 151532"/>
                  <a:gd name="connsiteY2" fmla="*/ 0 h 304800"/>
                  <a:gd name="connsiteX0" fmla="*/ 147119 w 147119"/>
                  <a:gd name="connsiteY0" fmla="*/ 340967 h 340967"/>
                  <a:gd name="connsiteX1" fmla="*/ 9202 w 147119"/>
                  <a:gd name="connsiteY1" fmla="*/ 242734 h 340967"/>
                  <a:gd name="connsiteX2" fmla="*/ 37647 w 147119"/>
                  <a:gd name="connsiteY2" fmla="*/ 0 h 340967"/>
                  <a:gd name="connsiteX0" fmla="*/ 147119 w 147119"/>
                  <a:gd name="connsiteY0" fmla="*/ 340967 h 340967"/>
                  <a:gd name="connsiteX1" fmla="*/ 9202 w 147119"/>
                  <a:gd name="connsiteY1" fmla="*/ 206568 h 340967"/>
                  <a:gd name="connsiteX2" fmla="*/ 37647 w 147119"/>
                  <a:gd name="connsiteY2" fmla="*/ 0 h 340967"/>
                </a:gdLst>
                <a:ahLst/>
                <a:cxnLst>
                  <a:cxn ang="0">
                    <a:pos x="connsiteX0" y="connsiteY0"/>
                  </a:cxn>
                  <a:cxn ang="0">
                    <a:pos x="connsiteX1" y="connsiteY1"/>
                  </a:cxn>
                  <a:cxn ang="0">
                    <a:pos x="connsiteX2" y="connsiteY2"/>
                  </a:cxn>
                </a:cxnLst>
                <a:rect l="l" t="t" r="r" b="b"/>
                <a:pathLst>
                  <a:path w="147119" h="340967">
                    <a:moveTo>
                      <a:pt x="147119" y="340967"/>
                    </a:moveTo>
                    <a:cubicBezTo>
                      <a:pt x="107432" y="303925"/>
                      <a:pt x="27447" y="263396"/>
                      <a:pt x="9202" y="206568"/>
                    </a:cubicBezTo>
                    <a:cubicBezTo>
                      <a:pt x="-9043" y="149740"/>
                      <a:pt x="-453" y="38100"/>
                      <a:pt x="37647" y="0"/>
                    </a:cubicBezTo>
                  </a:path>
                </a:pathLst>
              </a:custGeom>
              <a:noFill/>
              <a:ln w="19050">
                <a:solidFill>
                  <a:schemeClr val="accent6"/>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56" name="Freeform: Shape 155">
                <a:extLst>
                  <a:ext uri="{FF2B5EF4-FFF2-40B4-BE49-F238E27FC236}">
                    <a16:creationId xmlns:a16="http://schemas.microsoft.com/office/drawing/2014/main" id="{EB2043B8-590B-4357-BA09-6181BAEC3EC3}"/>
                  </a:ext>
                </a:extLst>
              </p:cNvPr>
              <p:cNvSpPr/>
              <p:nvPr/>
            </p:nvSpPr>
            <p:spPr>
              <a:xfrm rot="20449296" flipV="1">
                <a:off x="1273296" y="3562235"/>
                <a:ext cx="533573" cy="178635"/>
              </a:xfrm>
              <a:custGeom>
                <a:avLst/>
                <a:gdLst>
                  <a:gd name="connsiteX0" fmla="*/ 0 w 848360"/>
                  <a:gd name="connsiteY0" fmla="*/ 492760 h 492760"/>
                  <a:gd name="connsiteX1" fmla="*/ 91440 w 848360"/>
                  <a:gd name="connsiteY1" fmla="*/ 320040 h 492760"/>
                  <a:gd name="connsiteX2" fmla="*/ 269240 w 848360"/>
                  <a:gd name="connsiteY2" fmla="*/ 121920 h 492760"/>
                  <a:gd name="connsiteX3" fmla="*/ 523240 w 848360"/>
                  <a:gd name="connsiteY3" fmla="*/ 35560 h 492760"/>
                  <a:gd name="connsiteX4" fmla="*/ 848360 w 848360"/>
                  <a:gd name="connsiteY4" fmla="*/ 0 h 492760"/>
                  <a:gd name="connsiteX0" fmla="*/ 0 w 797740"/>
                  <a:gd name="connsiteY0" fmla="*/ 1000730 h 1000730"/>
                  <a:gd name="connsiteX1" fmla="*/ 40820 w 797740"/>
                  <a:gd name="connsiteY1" fmla="*/ 320040 h 1000730"/>
                  <a:gd name="connsiteX2" fmla="*/ 218620 w 797740"/>
                  <a:gd name="connsiteY2" fmla="*/ 121920 h 1000730"/>
                  <a:gd name="connsiteX3" fmla="*/ 472620 w 797740"/>
                  <a:gd name="connsiteY3" fmla="*/ 35560 h 1000730"/>
                  <a:gd name="connsiteX4" fmla="*/ 797740 w 797740"/>
                  <a:gd name="connsiteY4" fmla="*/ 0 h 1000730"/>
                  <a:gd name="connsiteX0" fmla="*/ 984 w 798724"/>
                  <a:gd name="connsiteY0" fmla="*/ 1000730 h 1000730"/>
                  <a:gd name="connsiteX1" fmla="*/ 41804 w 798724"/>
                  <a:gd name="connsiteY1" fmla="*/ 320040 h 1000730"/>
                  <a:gd name="connsiteX2" fmla="*/ 473604 w 798724"/>
                  <a:gd name="connsiteY2" fmla="*/ 35560 h 1000730"/>
                  <a:gd name="connsiteX3" fmla="*/ 798724 w 798724"/>
                  <a:gd name="connsiteY3" fmla="*/ 0 h 1000730"/>
                  <a:gd name="connsiteX0" fmla="*/ 0 w 797740"/>
                  <a:gd name="connsiteY0" fmla="*/ 1000730 h 1000730"/>
                  <a:gd name="connsiteX1" fmla="*/ 141371 w 797740"/>
                  <a:gd name="connsiteY1" fmla="*/ 137603 h 1000730"/>
                  <a:gd name="connsiteX2" fmla="*/ 472620 w 797740"/>
                  <a:gd name="connsiteY2" fmla="*/ 35560 h 1000730"/>
                  <a:gd name="connsiteX3" fmla="*/ 797740 w 797740"/>
                  <a:gd name="connsiteY3" fmla="*/ 0 h 1000730"/>
                  <a:gd name="connsiteX0" fmla="*/ 0 w 814383"/>
                  <a:gd name="connsiteY0" fmla="*/ 974669 h 974669"/>
                  <a:gd name="connsiteX1" fmla="*/ 141371 w 814383"/>
                  <a:gd name="connsiteY1" fmla="*/ 111542 h 974669"/>
                  <a:gd name="connsiteX2" fmla="*/ 472620 w 814383"/>
                  <a:gd name="connsiteY2" fmla="*/ 9499 h 974669"/>
                  <a:gd name="connsiteX3" fmla="*/ 814384 w 814383"/>
                  <a:gd name="connsiteY3" fmla="*/ 97361 h 974669"/>
                  <a:gd name="connsiteX0" fmla="*/ 0 w 814384"/>
                  <a:gd name="connsiteY0" fmla="*/ 1144043 h 1144043"/>
                  <a:gd name="connsiteX1" fmla="*/ 141371 w 814384"/>
                  <a:gd name="connsiteY1" fmla="*/ 280916 h 1144043"/>
                  <a:gd name="connsiteX2" fmla="*/ 466379 w 814384"/>
                  <a:gd name="connsiteY2" fmla="*/ 14 h 1144043"/>
                  <a:gd name="connsiteX3" fmla="*/ 814384 w 814384"/>
                  <a:gd name="connsiteY3" fmla="*/ 266735 h 1144043"/>
                  <a:gd name="connsiteX0" fmla="*/ 0 w 814384"/>
                  <a:gd name="connsiteY0" fmla="*/ 1144043 h 1144043"/>
                  <a:gd name="connsiteX1" fmla="*/ 141372 w 814384"/>
                  <a:gd name="connsiteY1" fmla="*/ 280915 h 1144043"/>
                  <a:gd name="connsiteX2" fmla="*/ 466379 w 814384"/>
                  <a:gd name="connsiteY2" fmla="*/ 14 h 1144043"/>
                  <a:gd name="connsiteX3" fmla="*/ 814384 w 814384"/>
                  <a:gd name="connsiteY3" fmla="*/ 266735 h 1144043"/>
                </a:gdLst>
                <a:ahLst/>
                <a:cxnLst>
                  <a:cxn ang="0">
                    <a:pos x="connsiteX0" y="connsiteY0"/>
                  </a:cxn>
                  <a:cxn ang="0">
                    <a:pos x="connsiteX1" y="connsiteY1"/>
                  </a:cxn>
                  <a:cxn ang="0">
                    <a:pos x="connsiteX2" y="connsiteY2"/>
                  </a:cxn>
                  <a:cxn ang="0">
                    <a:pos x="connsiteX3" y="connsiteY3"/>
                  </a:cxn>
                </a:cxnLst>
                <a:rect l="l" t="t" r="r" b="b"/>
                <a:pathLst>
                  <a:path w="814384" h="1144043">
                    <a:moveTo>
                      <a:pt x="0" y="1144043"/>
                    </a:moveTo>
                    <a:cubicBezTo>
                      <a:pt x="23283" y="1088586"/>
                      <a:pt x="63642" y="471586"/>
                      <a:pt x="141372" y="280915"/>
                    </a:cubicBezTo>
                    <a:cubicBezTo>
                      <a:pt x="219102" y="90244"/>
                      <a:pt x="354210" y="2377"/>
                      <a:pt x="466379" y="14"/>
                    </a:cubicBezTo>
                    <a:cubicBezTo>
                      <a:pt x="578548" y="-2349"/>
                      <a:pt x="700084" y="274355"/>
                      <a:pt x="814384" y="266735"/>
                    </a:cubicBezTo>
                  </a:path>
                </a:pathLst>
              </a:custGeom>
              <a:noFill/>
              <a:ln w="19050">
                <a:solidFill>
                  <a:schemeClr val="accent6"/>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cxnSp>
            <p:nvCxnSpPr>
              <p:cNvPr id="157" name="Straight Arrow Connector 156">
                <a:extLst>
                  <a:ext uri="{FF2B5EF4-FFF2-40B4-BE49-F238E27FC236}">
                    <a16:creationId xmlns:a16="http://schemas.microsoft.com/office/drawing/2014/main" id="{1BFEA30F-0BFF-4410-AD40-19259F191956}"/>
                  </a:ext>
                </a:extLst>
              </p:cNvPr>
              <p:cNvCxnSpPr>
                <a:cxnSpLocks/>
              </p:cNvCxnSpPr>
              <p:nvPr/>
            </p:nvCxnSpPr>
            <p:spPr>
              <a:xfrm flipV="1">
                <a:off x="2224463" y="5188807"/>
                <a:ext cx="83118" cy="211368"/>
              </a:xfrm>
              <a:prstGeom prst="straightConnector1">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58" name="TextBox 22">
                <a:extLst>
                  <a:ext uri="{FF2B5EF4-FFF2-40B4-BE49-F238E27FC236}">
                    <a16:creationId xmlns:a16="http://schemas.microsoft.com/office/drawing/2014/main" id="{7A926D93-544F-466E-80E1-A58DD1F6B1D7}"/>
                  </a:ext>
                </a:extLst>
              </p:cNvPr>
              <p:cNvSpPr txBox="1"/>
              <p:nvPr/>
            </p:nvSpPr>
            <p:spPr>
              <a:xfrm>
                <a:off x="1449263" y="5426162"/>
                <a:ext cx="2953616" cy="66790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chemeClr val="accent6"/>
                    </a:solidFill>
                  </a:rPr>
                  <a:t>↑ contractility</a:t>
                </a:r>
              </a:p>
            </p:txBody>
          </p:sp>
          <p:sp>
            <p:nvSpPr>
              <p:cNvPr id="159" name="TextBox 23">
                <a:extLst>
                  <a:ext uri="{FF2B5EF4-FFF2-40B4-BE49-F238E27FC236}">
                    <a16:creationId xmlns:a16="http://schemas.microsoft.com/office/drawing/2014/main" id="{3445A0C4-7FC6-427D-A8E0-9886B1F7F6C8}"/>
                  </a:ext>
                </a:extLst>
              </p:cNvPr>
              <p:cNvSpPr txBox="1"/>
              <p:nvPr/>
            </p:nvSpPr>
            <p:spPr>
              <a:xfrm>
                <a:off x="-603058" y="2731925"/>
                <a:ext cx="1707777" cy="66790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solidFill>
                      <a:schemeClr val="accent6"/>
                    </a:solidFill>
                  </a:rPr>
                  <a:t>↑ HR</a:t>
                </a:r>
              </a:p>
            </p:txBody>
          </p:sp>
          <p:cxnSp>
            <p:nvCxnSpPr>
              <p:cNvPr id="160" name="Straight Arrow Connector 159">
                <a:extLst>
                  <a:ext uri="{FF2B5EF4-FFF2-40B4-BE49-F238E27FC236}">
                    <a16:creationId xmlns:a16="http://schemas.microsoft.com/office/drawing/2014/main" id="{A9773C9C-C309-4542-AFD5-91994BEFC976}"/>
                  </a:ext>
                </a:extLst>
              </p:cNvPr>
              <p:cNvCxnSpPr>
                <a:cxnSpLocks/>
              </p:cNvCxnSpPr>
              <p:nvPr/>
            </p:nvCxnSpPr>
            <p:spPr>
              <a:xfrm flipH="1">
                <a:off x="3577280" y="3842818"/>
                <a:ext cx="305649" cy="0"/>
              </a:xfrm>
              <a:prstGeom prst="straightConnector1">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8" name="Heart">
              <a:extLst>
                <a:ext uri="{FF2B5EF4-FFF2-40B4-BE49-F238E27FC236}">
                  <a16:creationId xmlns:a16="http://schemas.microsoft.com/office/drawing/2014/main" id="{3637D5A5-1C11-46A0-8755-7EADBCF35E00}"/>
                </a:ext>
              </a:extLst>
            </p:cNvPr>
            <p:cNvGrpSpPr/>
            <p:nvPr/>
          </p:nvGrpSpPr>
          <p:grpSpPr>
            <a:xfrm>
              <a:off x="8335049" y="3602278"/>
              <a:ext cx="2427560" cy="2557310"/>
              <a:chOff x="689057" y="1699246"/>
              <a:chExt cx="3523324" cy="4018698"/>
            </a:xfrm>
          </p:grpSpPr>
          <p:grpSp>
            <p:nvGrpSpPr>
              <p:cNvPr id="136" name="Group 135">
                <a:extLst>
                  <a:ext uri="{FF2B5EF4-FFF2-40B4-BE49-F238E27FC236}">
                    <a16:creationId xmlns:a16="http://schemas.microsoft.com/office/drawing/2014/main" id="{B75F2A4A-4AE8-4C2D-818B-8479381AB469}"/>
                  </a:ext>
                </a:extLst>
              </p:cNvPr>
              <p:cNvGrpSpPr/>
              <p:nvPr/>
            </p:nvGrpSpPr>
            <p:grpSpPr>
              <a:xfrm>
                <a:off x="689057" y="1699246"/>
                <a:ext cx="3523324" cy="3522689"/>
                <a:chOff x="1358280" y="98521"/>
                <a:chExt cx="4894645" cy="4656742"/>
              </a:xfrm>
            </p:grpSpPr>
            <p:sp>
              <p:nvSpPr>
                <p:cNvPr id="139" name="Freeform: Shape 138">
                  <a:extLst>
                    <a:ext uri="{FF2B5EF4-FFF2-40B4-BE49-F238E27FC236}">
                      <a16:creationId xmlns:a16="http://schemas.microsoft.com/office/drawing/2014/main" id="{358D718D-A47D-468F-B1B2-68AC786BF0E9}"/>
                    </a:ext>
                  </a:extLst>
                </p:cNvPr>
                <p:cNvSpPr/>
                <p:nvPr/>
              </p:nvSpPr>
              <p:spPr>
                <a:xfrm>
                  <a:off x="1358280" y="1000343"/>
                  <a:ext cx="4103203" cy="3754920"/>
                </a:xfrm>
                <a:custGeom>
                  <a:avLst/>
                  <a:gdLst>
                    <a:gd name="connsiteX0" fmla="*/ 1449324 w 4085925"/>
                    <a:gd name="connsiteY0" fmla="*/ 1524140 h 4188696"/>
                    <a:gd name="connsiteX1" fmla="*/ 1246124 w 4085925"/>
                    <a:gd name="connsiteY1" fmla="*/ 1308240 h 4188696"/>
                    <a:gd name="connsiteX2" fmla="*/ 496824 w 4085925"/>
                    <a:gd name="connsiteY2" fmla="*/ 1079640 h 4188696"/>
                    <a:gd name="connsiteX3" fmla="*/ 1524 w 4085925"/>
                    <a:gd name="connsiteY3" fmla="*/ 1752740 h 4188696"/>
                    <a:gd name="connsiteX4" fmla="*/ 369824 w 4085925"/>
                    <a:gd name="connsiteY4" fmla="*/ 2463940 h 4188696"/>
                    <a:gd name="connsiteX5" fmla="*/ 1119124 w 4085925"/>
                    <a:gd name="connsiteY5" fmla="*/ 2502040 h 4188696"/>
                    <a:gd name="connsiteX6" fmla="*/ 1144524 w 4085925"/>
                    <a:gd name="connsiteY6" fmla="*/ 2463940 h 4188696"/>
                    <a:gd name="connsiteX7" fmla="*/ 1017524 w 4085925"/>
                    <a:gd name="connsiteY7" fmla="*/ 2908440 h 4188696"/>
                    <a:gd name="connsiteX8" fmla="*/ 1169924 w 4085925"/>
                    <a:gd name="connsiteY8" fmla="*/ 3860940 h 4188696"/>
                    <a:gd name="connsiteX9" fmla="*/ 3214624 w 4085925"/>
                    <a:gd name="connsiteY9" fmla="*/ 4178440 h 4188696"/>
                    <a:gd name="connsiteX10" fmla="*/ 4002024 w 4085925"/>
                    <a:gd name="connsiteY10" fmla="*/ 3543440 h 4188696"/>
                    <a:gd name="connsiteX11" fmla="*/ 3925824 w 4085925"/>
                    <a:gd name="connsiteY11" fmla="*/ 1778140 h 4188696"/>
                    <a:gd name="connsiteX12" fmla="*/ 2782824 w 4085925"/>
                    <a:gd name="connsiteY12" fmla="*/ 901840 h 4188696"/>
                    <a:gd name="connsiteX13" fmla="*/ 2097024 w 4085925"/>
                    <a:gd name="connsiteY13" fmla="*/ 1155840 h 4188696"/>
                    <a:gd name="connsiteX14" fmla="*/ 2122424 w 4085925"/>
                    <a:gd name="connsiteY14" fmla="*/ 1066940 h 4188696"/>
                    <a:gd name="connsiteX15" fmla="*/ 1995424 w 4085925"/>
                    <a:gd name="connsiteY15" fmla="*/ 381140 h 4188696"/>
                    <a:gd name="connsiteX16" fmla="*/ 1258824 w 4085925"/>
                    <a:gd name="connsiteY16" fmla="*/ 140 h 4188696"/>
                    <a:gd name="connsiteX17" fmla="*/ 700024 w 4085925"/>
                    <a:gd name="connsiteY17" fmla="*/ 343040 h 4188696"/>
                    <a:gd name="connsiteX18" fmla="*/ 636524 w 4085925"/>
                    <a:gd name="connsiteY18" fmla="*/ 838340 h 4188696"/>
                    <a:gd name="connsiteX19" fmla="*/ 700024 w 4085925"/>
                    <a:gd name="connsiteY19" fmla="*/ 1041540 h 4188696"/>
                    <a:gd name="connsiteX0" fmla="*/ 1449324 w 4085925"/>
                    <a:gd name="connsiteY0" fmla="*/ 1524140 h 4188696"/>
                    <a:gd name="connsiteX1" fmla="*/ 1246124 w 4085925"/>
                    <a:gd name="connsiteY1" fmla="*/ 1308240 h 4188696"/>
                    <a:gd name="connsiteX2" fmla="*/ 496824 w 4085925"/>
                    <a:gd name="connsiteY2" fmla="*/ 1079640 h 4188696"/>
                    <a:gd name="connsiteX3" fmla="*/ 1524 w 4085925"/>
                    <a:gd name="connsiteY3" fmla="*/ 1752740 h 4188696"/>
                    <a:gd name="connsiteX4" fmla="*/ 369824 w 4085925"/>
                    <a:gd name="connsiteY4" fmla="*/ 2463940 h 4188696"/>
                    <a:gd name="connsiteX5" fmla="*/ 1119124 w 4085925"/>
                    <a:gd name="connsiteY5" fmla="*/ 2502040 h 4188696"/>
                    <a:gd name="connsiteX6" fmla="*/ 1398524 w 4085925"/>
                    <a:gd name="connsiteY6" fmla="*/ 2590940 h 4188696"/>
                    <a:gd name="connsiteX7" fmla="*/ 1017524 w 4085925"/>
                    <a:gd name="connsiteY7" fmla="*/ 2908440 h 4188696"/>
                    <a:gd name="connsiteX8" fmla="*/ 1169924 w 4085925"/>
                    <a:gd name="connsiteY8" fmla="*/ 3860940 h 4188696"/>
                    <a:gd name="connsiteX9" fmla="*/ 3214624 w 4085925"/>
                    <a:gd name="connsiteY9" fmla="*/ 4178440 h 4188696"/>
                    <a:gd name="connsiteX10" fmla="*/ 4002024 w 4085925"/>
                    <a:gd name="connsiteY10" fmla="*/ 3543440 h 4188696"/>
                    <a:gd name="connsiteX11" fmla="*/ 3925824 w 4085925"/>
                    <a:gd name="connsiteY11" fmla="*/ 1778140 h 4188696"/>
                    <a:gd name="connsiteX12" fmla="*/ 2782824 w 4085925"/>
                    <a:gd name="connsiteY12" fmla="*/ 901840 h 4188696"/>
                    <a:gd name="connsiteX13" fmla="*/ 2097024 w 4085925"/>
                    <a:gd name="connsiteY13" fmla="*/ 1155840 h 4188696"/>
                    <a:gd name="connsiteX14" fmla="*/ 2122424 w 4085925"/>
                    <a:gd name="connsiteY14" fmla="*/ 1066940 h 4188696"/>
                    <a:gd name="connsiteX15" fmla="*/ 1995424 w 4085925"/>
                    <a:gd name="connsiteY15" fmla="*/ 381140 h 4188696"/>
                    <a:gd name="connsiteX16" fmla="*/ 1258824 w 4085925"/>
                    <a:gd name="connsiteY16" fmla="*/ 140 h 4188696"/>
                    <a:gd name="connsiteX17" fmla="*/ 700024 w 4085925"/>
                    <a:gd name="connsiteY17" fmla="*/ 343040 h 4188696"/>
                    <a:gd name="connsiteX18" fmla="*/ 636524 w 4085925"/>
                    <a:gd name="connsiteY18" fmla="*/ 838340 h 4188696"/>
                    <a:gd name="connsiteX19" fmla="*/ 700024 w 4085925"/>
                    <a:gd name="connsiteY19" fmla="*/ 1041540 h 4188696"/>
                    <a:gd name="connsiteX0" fmla="*/ 1449324 w 4085925"/>
                    <a:gd name="connsiteY0" fmla="*/ 1524140 h 4188696"/>
                    <a:gd name="connsiteX1" fmla="*/ 1246124 w 4085925"/>
                    <a:gd name="connsiteY1" fmla="*/ 1308240 h 4188696"/>
                    <a:gd name="connsiteX2" fmla="*/ 496824 w 4085925"/>
                    <a:gd name="connsiteY2" fmla="*/ 1079640 h 4188696"/>
                    <a:gd name="connsiteX3" fmla="*/ 1524 w 4085925"/>
                    <a:gd name="connsiteY3" fmla="*/ 1752740 h 4188696"/>
                    <a:gd name="connsiteX4" fmla="*/ 369824 w 4085925"/>
                    <a:gd name="connsiteY4" fmla="*/ 2463940 h 4188696"/>
                    <a:gd name="connsiteX5" fmla="*/ 1119124 w 4085925"/>
                    <a:gd name="connsiteY5" fmla="*/ 2502040 h 4188696"/>
                    <a:gd name="connsiteX6" fmla="*/ 1398524 w 4085925"/>
                    <a:gd name="connsiteY6" fmla="*/ 2590940 h 4188696"/>
                    <a:gd name="connsiteX7" fmla="*/ 1017524 w 4085925"/>
                    <a:gd name="connsiteY7" fmla="*/ 2908440 h 4188696"/>
                    <a:gd name="connsiteX8" fmla="*/ 1169924 w 4085925"/>
                    <a:gd name="connsiteY8" fmla="*/ 3860940 h 4188696"/>
                    <a:gd name="connsiteX9" fmla="*/ 3214624 w 4085925"/>
                    <a:gd name="connsiteY9" fmla="*/ 4178440 h 4188696"/>
                    <a:gd name="connsiteX10" fmla="*/ 4002024 w 4085925"/>
                    <a:gd name="connsiteY10" fmla="*/ 3543440 h 4188696"/>
                    <a:gd name="connsiteX11" fmla="*/ 3925824 w 4085925"/>
                    <a:gd name="connsiteY11" fmla="*/ 1778140 h 4188696"/>
                    <a:gd name="connsiteX12" fmla="*/ 2782824 w 4085925"/>
                    <a:gd name="connsiteY12" fmla="*/ 901840 h 4188696"/>
                    <a:gd name="connsiteX13" fmla="*/ 2097024 w 4085925"/>
                    <a:gd name="connsiteY13" fmla="*/ 1155840 h 4188696"/>
                    <a:gd name="connsiteX14" fmla="*/ 2122424 w 4085925"/>
                    <a:gd name="connsiteY14" fmla="*/ 1066940 h 4188696"/>
                    <a:gd name="connsiteX15" fmla="*/ 1995424 w 4085925"/>
                    <a:gd name="connsiteY15" fmla="*/ 381140 h 4188696"/>
                    <a:gd name="connsiteX16" fmla="*/ 1258824 w 4085925"/>
                    <a:gd name="connsiteY16" fmla="*/ 140 h 4188696"/>
                    <a:gd name="connsiteX17" fmla="*/ 700024 w 4085925"/>
                    <a:gd name="connsiteY17" fmla="*/ 343040 h 4188696"/>
                    <a:gd name="connsiteX18" fmla="*/ 636524 w 4085925"/>
                    <a:gd name="connsiteY18" fmla="*/ 838340 h 4188696"/>
                    <a:gd name="connsiteX19" fmla="*/ 700024 w 4085925"/>
                    <a:gd name="connsiteY19" fmla="*/ 1041540 h 4188696"/>
                    <a:gd name="connsiteX0" fmla="*/ 1449324 w 4085925"/>
                    <a:gd name="connsiteY0" fmla="*/ 1524140 h 4188696"/>
                    <a:gd name="connsiteX1" fmla="*/ 1246124 w 4085925"/>
                    <a:gd name="connsiteY1" fmla="*/ 1308240 h 4188696"/>
                    <a:gd name="connsiteX2" fmla="*/ 496824 w 4085925"/>
                    <a:gd name="connsiteY2" fmla="*/ 1079640 h 4188696"/>
                    <a:gd name="connsiteX3" fmla="*/ 1524 w 4085925"/>
                    <a:gd name="connsiteY3" fmla="*/ 1752740 h 4188696"/>
                    <a:gd name="connsiteX4" fmla="*/ 369824 w 4085925"/>
                    <a:gd name="connsiteY4" fmla="*/ 2463940 h 4188696"/>
                    <a:gd name="connsiteX5" fmla="*/ 1119124 w 4085925"/>
                    <a:gd name="connsiteY5" fmla="*/ 2502040 h 4188696"/>
                    <a:gd name="connsiteX6" fmla="*/ 1398524 w 4085925"/>
                    <a:gd name="connsiteY6" fmla="*/ 2590940 h 4188696"/>
                    <a:gd name="connsiteX7" fmla="*/ 1017524 w 4085925"/>
                    <a:gd name="connsiteY7" fmla="*/ 2908440 h 4188696"/>
                    <a:gd name="connsiteX8" fmla="*/ 1169924 w 4085925"/>
                    <a:gd name="connsiteY8" fmla="*/ 3860940 h 4188696"/>
                    <a:gd name="connsiteX9" fmla="*/ 3214624 w 4085925"/>
                    <a:gd name="connsiteY9" fmla="*/ 4178440 h 4188696"/>
                    <a:gd name="connsiteX10" fmla="*/ 4002024 w 4085925"/>
                    <a:gd name="connsiteY10" fmla="*/ 3543440 h 4188696"/>
                    <a:gd name="connsiteX11" fmla="*/ 3925824 w 4085925"/>
                    <a:gd name="connsiteY11" fmla="*/ 1778140 h 4188696"/>
                    <a:gd name="connsiteX12" fmla="*/ 2782824 w 4085925"/>
                    <a:gd name="connsiteY12" fmla="*/ 901840 h 4188696"/>
                    <a:gd name="connsiteX13" fmla="*/ 2097024 w 4085925"/>
                    <a:gd name="connsiteY13" fmla="*/ 1155840 h 4188696"/>
                    <a:gd name="connsiteX14" fmla="*/ 2122424 w 4085925"/>
                    <a:gd name="connsiteY14" fmla="*/ 1066940 h 4188696"/>
                    <a:gd name="connsiteX15" fmla="*/ 1995424 w 4085925"/>
                    <a:gd name="connsiteY15" fmla="*/ 381140 h 4188696"/>
                    <a:gd name="connsiteX16" fmla="*/ 1258824 w 4085925"/>
                    <a:gd name="connsiteY16" fmla="*/ 140 h 4188696"/>
                    <a:gd name="connsiteX17" fmla="*/ 700024 w 4085925"/>
                    <a:gd name="connsiteY17" fmla="*/ 343040 h 4188696"/>
                    <a:gd name="connsiteX18" fmla="*/ 636524 w 4085925"/>
                    <a:gd name="connsiteY18" fmla="*/ 838340 h 4188696"/>
                    <a:gd name="connsiteX19" fmla="*/ 700024 w 4085925"/>
                    <a:gd name="connsiteY19" fmla="*/ 1041540 h 4188696"/>
                    <a:gd name="connsiteX0" fmla="*/ 1449324 w 4085925"/>
                    <a:gd name="connsiteY0" fmla="*/ 1524140 h 4188696"/>
                    <a:gd name="connsiteX1" fmla="*/ 1246124 w 4085925"/>
                    <a:gd name="connsiteY1" fmla="*/ 1308240 h 4188696"/>
                    <a:gd name="connsiteX2" fmla="*/ 496824 w 4085925"/>
                    <a:gd name="connsiteY2" fmla="*/ 1079640 h 4188696"/>
                    <a:gd name="connsiteX3" fmla="*/ 1524 w 4085925"/>
                    <a:gd name="connsiteY3" fmla="*/ 1752740 h 4188696"/>
                    <a:gd name="connsiteX4" fmla="*/ 369824 w 4085925"/>
                    <a:gd name="connsiteY4" fmla="*/ 2463940 h 4188696"/>
                    <a:gd name="connsiteX5" fmla="*/ 1119124 w 4085925"/>
                    <a:gd name="connsiteY5" fmla="*/ 2502040 h 4188696"/>
                    <a:gd name="connsiteX6" fmla="*/ 1398524 w 4085925"/>
                    <a:gd name="connsiteY6" fmla="*/ 2590940 h 4188696"/>
                    <a:gd name="connsiteX7" fmla="*/ 1017524 w 4085925"/>
                    <a:gd name="connsiteY7" fmla="*/ 2908440 h 4188696"/>
                    <a:gd name="connsiteX8" fmla="*/ 1169924 w 4085925"/>
                    <a:gd name="connsiteY8" fmla="*/ 3860940 h 4188696"/>
                    <a:gd name="connsiteX9" fmla="*/ 3214624 w 4085925"/>
                    <a:gd name="connsiteY9" fmla="*/ 4178440 h 4188696"/>
                    <a:gd name="connsiteX10" fmla="*/ 4002024 w 4085925"/>
                    <a:gd name="connsiteY10" fmla="*/ 3543440 h 4188696"/>
                    <a:gd name="connsiteX11" fmla="*/ 3925824 w 4085925"/>
                    <a:gd name="connsiteY11" fmla="*/ 1778140 h 4188696"/>
                    <a:gd name="connsiteX12" fmla="*/ 2782824 w 4085925"/>
                    <a:gd name="connsiteY12" fmla="*/ 901840 h 4188696"/>
                    <a:gd name="connsiteX13" fmla="*/ 2097024 w 4085925"/>
                    <a:gd name="connsiteY13" fmla="*/ 1155840 h 4188696"/>
                    <a:gd name="connsiteX14" fmla="*/ 2122424 w 4085925"/>
                    <a:gd name="connsiteY14" fmla="*/ 1066940 h 4188696"/>
                    <a:gd name="connsiteX15" fmla="*/ 1995424 w 4085925"/>
                    <a:gd name="connsiteY15" fmla="*/ 381140 h 4188696"/>
                    <a:gd name="connsiteX16" fmla="*/ 1258824 w 4085925"/>
                    <a:gd name="connsiteY16" fmla="*/ 140 h 4188696"/>
                    <a:gd name="connsiteX17" fmla="*/ 700024 w 4085925"/>
                    <a:gd name="connsiteY17" fmla="*/ 343040 h 4188696"/>
                    <a:gd name="connsiteX18" fmla="*/ 636524 w 4085925"/>
                    <a:gd name="connsiteY18" fmla="*/ 838340 h 4188696"/>
                    <a:gd name="connsiteX19" fmla="*/ 700024 w 4085925"/>
                    <a:gd name="connsiteY19" fmla="*/ 1041540 h 4188696"/>
                    <a:gd name="connsiteX0" fmla="*/ 1449324 w 4085925"/>
                    <a:gd name="connsiteY0" fmla="*/ 1524140 h 4188696"/>
                    <a:gd name="connsiteX1" fmla="*/ 1246124 w 4085925"/>
                    <a:gd name="connsiteY1" fmla="*/ 1308240 h 4188696"/>
                    <a:gd name="connsiteX2" fmla="*/ 496824 w 4085925"/>
                    <a:gd name="connsiteY2" fmla="*/ 1079640 h 4188696"/>
                    <a:gd name="connsiteX3" fmla="*/ 1524 w 4085925"/>
                    <a:gd name="connsiteY3" fmla="*/ 1752740 h 4188696"/>
                    <a:gd name="connsiteX4" fmla="*/ 369824 w 4085925"/>
                    <a:gd name="connsiteY4" fmla="*/ 2463940 h 4188696"/>
                    <a:gd name="connsiteX5" fmla="*/ 1119124 w 4085925"/>
                    <a:gd name="connsiteY5" fmla="*/ 2502040 h 4188696"/>
                    <a:gd name="connsiteX6" fmla="*/ 1284224 w 4085925"/>
                    <a:gd name="connsiteY6" fmla="*/ 2451240 h 4188696"/>
                    <a:gd name="connsiteX7" fmla="*/ 1017524 w 4085925"/>
                    <a:gd name="connsiteY7" fmla="*/ 2908440 h 4188696"/>
                    <a:gd name="connsiteX8" fmla="*/ 1169924 w 4085925"/>
                    <a:gd name="connsiteY8" fmla="*/ 3860940 h 4188696"/>
                    <a:gd name="connsiteX9" fmla="*/ 3214624 w 4085925"/>
                    <a:gd name="connsiteY9" fmla="*/ 4178440 h 4188696"/>
                    <a:gd name="connsiteX10" fmla="*/ 4002024 w 4085925"/>
                    <a:gd name="connsiteY10" fmla="*/ 3543440 h 4188696"/>
                    <a:gd name="connsiteX11" fmla="*/ 3925824 w 4085925"/>
                    <a:gd name="connsiteY11" fmla="*/ 1778140 h 4188696"/>
                    <a:gd name="connsiteX12" fmla="*/ 2782824 w 4085925"/>
                    <a:gd name="connsiteY12" fmla="*/ 901840 h 4188696"/>
                    <a:gd name="connsiteX13" fmla="*/ 2097024 w 4085925"/>
                    <a:gd name="connsiteY13" fmla="*/ 1155840 h 4188696"/>
                    <a:gd name="connsiteX14" fmla="*/ 2122424 w 4085925"/>
                    <a:gd name="connsiteY14" fmla="*/ 1066940 h 4188696"/>
                    <a:gd name="connsiteX15" fmla="*/ 1995424 w 4085925"/>
                    <a:gd name="connsiteY15" fmla="*/ 381140 h 4188696"/>
                    <a:gd name="connsiteX16" fmla="*/ 1258824 w 4085925"/>
                    <a:gd name="connsiteY16" fmla="*/ 140 h 4188696"/>
                    <a:gd name="connsiteX17" fmla="*/ 700024 w 4085925"/>
                    <a:gd name="connsiteY17" fmla="*/ 343040 h 4188696"/>
                    <a:gd name="connsiteX18" fmla="*/ 636524 w 4085925"/>
                    <a:gd name="connsiteY18" fmla="*/ 838340 h 4188696"/>
                    <a:gd name="connsiteX19" fmla="*/ 700024 w 4085925"/>
                    <a:gd name="connsiteY19" fmla="*/ 1041540 h 4188696"/>
                    <a:gd name="connsiteX0" fmla="*/ 1449324 w 4085925"/>
                    <a:gd name="connsiteY0" fmla="*/ 1524140 h 4182003"/>
                    <a:gd name="connsiteX1" fmla="*/ 1246124 w 4085925"/>
                    <a:gd name="connsiteY1" fmla="*/ 1308240 h 4182003"/>
                    <a:gd name="connsiteX2" fmla="*/ 496824 w 4085925"/>
                    <a:gd name="connsiteY2" fmla="*/ 1079640 h 4182003"/>
                    <a:gd name="connsiteX3" fmla="*/ 1524 w 4085925"/>
                    <a:gd name="connsiteY3" fmla="*/ 1752740 h 4182003"/>
                    <a:gd name="connsiteX4" fmla="*/ 369824 w 4085925"/>
                    <a:gd name="connsiteY4" fmla="*/ 2463940 h 4182003"/>
                    <a:gd name="connsiteX5" fmla="*/ 1119124 w 4085925"/>
                    <a:gd name="connsiteY5" fmla="*/ 2502040 h 4182003"/>
                    <a:gd name="connsiteX6" fmla="*/ 1284224 w 4085925"/>
                    <a:gd name="connsiteY6" fmla="*/ 2451240 h 4182003"/>
                    <a:gd name="connsiteX7" fmla="*/ 1017524 w 4085925"/>
                    <a:gd name="connsiteY7" fmla="*/ 2908440 h 4182003"/>
                    <a:gd name="connsiteX8" fmla="*/ 1639824 w 4085925"/>
                    <a:gd name="connsiteY8" fmla="*/ 3759340 h 4182003"/>
                    <a:gd name="connsiteX9" fmla="*/ 3214624 w 4085925"/>
                    <a:gd name="connsiteY9" fmla="*/ 4178440 h 4182003"/>
                    <a:gd name="connsiteX10" fmla="*/ 4002024 w 4085925"/>
                    <a:gd name="connsiteY10" fmla="*/ 3543440 h 4182003"/>
                    <a:gd name="connsiteX11" fmla="*/ 3925824 w 4085925"/>
                    <a:gd name="connsiteY11" fmla="*/ 1778140 h 4182003"/>
                    <a:gd name="connsiteX12" fmla="*/ 2782824 w 4085925"/>
                    <a:gd name="connsiteY12" fmla="*/ 901840 h 4182003"/>
                    <a:gd name="connsiteX13" fmla="*/ 2097024 w 4085925"/>
                    <a:gd name="connsiteY13" fmla="*/ 1155840 h 4182003"/>
                    <a:gd name="connsiteX14" fmla="*/ 2122424 w 4085925"/>
                    <a:gd name="connsiteY14" fmla="*/ 1066940 h 4182003"/>
                    <a:gd name="connsiteX15" fmla="*/ 1995424 w 4085925"/>
                    <a:gd name="connsiteY15" fmla="*/ 381140 h 4182003"/>
                    <a:gd name="connsiteX16" fmla="*/ 1258824 w 4085925"/>
                    <a:gd name="connsiteY16" fmla="*/ 140 h 4182003"/>
                    <a:gd name="connsiteX17" fmla="*/ 700024 w 4085925"/>
                    <a:gd name="connsiteY17" fmla="*/ 343040 h 4182003"/>
                    <a:gd name="connsiteX18" fmla="*/ 636524 w 4085925"/>
                    <a:gd name="connsiteY18" fmla="*/ 838340 h 4182003"/>
                    <a:gd name="connsiteX19" fmla="*/ 700024 w 4085925"/>
                    <a:gd name="connsiteY19" fmla="*/ 1041540 h 4182003"/>
                    <a:gd name="connsiteX0" fmla="*/ 1449324 w 4085925"/>
                    <a:gd name="connsiteY0" fmla="*/ 1524920 h 4182783"/>
                    <a:gd name="connsiteX1" fmla="*/ 1246124 w 4085925"/>
                    <a:gd name="connsiteY1" fmla="*/ 1309020 h 4182783"/>
                    <a:gd name="connsiteX2" fmla="*/ 496824 w 4085925"/>
                    <a:gd name="connsiteY2" fmla="*/ 1080420 h 4182783"/>
                    <a:gd name="connsiteX3" fmla="*/ 1524 w 4085925"/>
                    <a:gd name="connsiteY3" fmla="*/ 1753520 h 4182783"/>
                    <a:gd name="connsiteX4" fmla="*/ 369824 w 4085925"/>
                    <a:gd name="connsiteY4" fmla="*/ 2464720 h 4182783"/>
                    <a:gd name="connsiteX5" fmla="*/ 1119124 w 4085925"/>
                    <a:gd name="connsiteY5" fmla="*/ 2502820 h 4182783"/>
                    <a:gd name="connsiteX6" fmla="*/ 1284224 w 4085925"/>
                    <a:gd name="connsiteY6" fmla="*/ 2452020 h 4182783"/>
                    <a:gd name="connsiteX7" fmla="*/ 1017524 w 4085925"/>
                    <a:gd name="connsiteY7" fmla="*/ 2909220 h 4182783"/>
                    <a:gd name="connsiteX8" fmla="*/ 1639824 w 4085925"/>
                    <a:gd name="connsiteY8" fmla="*/ 3760120 h 4182783"/>
                    <a:gd name="connsiteX9" fmla="*/ 3214624 w 4085925"/>
                    <a:gd name="connsiteY9" fmla="*/ 4179220 h 4182783"/>
                    <a:gd name="connsiteX10" fmla="*/ 4002024 w 4085925"/>
                    <a:gd name="connsiteY10" fmla="*/ 3544220 h 4182783"/>
                    <a:gd name="connsiteX11" fmla="*/ 3925824 w 4085925"/>
                    <a:gd name="connsiteY11" fmla="*/ 1778920 h 4182783"/>
                    <a:gd name="connsiteX12" fmla="*/ 2782824 w 4085925"/>
                    <a:gd name="connsiteY12" fmla="*/ 902620 h 4182783"/>
                    <a:gd name="connsiteX13" fmla="*/ 2097024 w 4085925"/>
                    <a:gd name="connsiteY13" fmla="*/ 1156620 h 4182783"/>
                    <a:gd name="connsiteX14" fmla="*/ 2122424 w 4085925"/>
                    <a:gd name="connsiteY14" fmla="*/ 1067720 h 4182783"/>
                    <a:gd name="connsiteX15" fmla="*/ 1995424 w 4085925"/>
                    <a:gd name="connsiteY15" fmla="*/ 381920 h 4182783"/>
                    <a:gd name="connsiteX16" fmla="*/ 1258824 w 4085925"/>
                    <a:gd name="connsiteY16" fmla="*/ 920 h 4182783"/>
                    <a:gd name="connsiteX17" fmla="*/ 865124 w 4085925"/>
                    <a:gd name="connsiteY17" fmla="*/ 483520 h 4182783"/>
                    <a:gd name="connsiteX18" fmla="*/ 636524 w 4085925"/>
                    <a:gd name="connsiteY18" fmla="*/ 839120 h 4182783"/>
                    <a:gd name="connsiteX19" fmla="*/ 700024 w 4085925"/>
                    <a:gd name="connsiteY19" fmla="*/ 1042320 h 4182783"/>
                    <a:gd name="connsiteX0" fmla="*/ 1449324 w 4085925"/>
                    <a:gd name="connsiteY0" fmla="*/ 1236325 h 3894188"/>
                    <a:gd name="connsiteX1" fmla="*/ 1246124 w 4085925"/>
                    <a:gd name="connsiteY1" fmla="*/ 1020425 h 3894188"/>
                    <a:gd name="connsiteX2" fmla="*/ 496824 w 4085925"/>
                    <a:gd name="connsiteY2" fmla="*/ 791825 h 3894188"/>
                    <a:gd name="connsiteX3" fmla="*/ 1524 w 4085925"/>
                    <a:gd name="connsiteY3" fmla="*/ 1464925 h 3894188"/>
                    <a:gd name="connsiteX4" fmla="*/ 369824 w 4085925"/>
                    <a:gd name="connsiteY4" fmla="*/ 2176125 h 3894188"/>
                    <a:gd name="connsiteX5" fmla="*/ 1119124 w 4085925"/>
                    <a:gd name="connsiteY5" fmla="*/ 2214225 h 3894188"/>
                    <a:gd name="connsiteX6" fmla="*/ 1284224 w 4085925"/>
                    <a:gd name="connsiteY6" fmla="*/ 2163425 h 3894188"/>
                    <a:gd name="connsiteX7" fmla="*/ 1017524 w 4085925"/>
                    <a:gd name="connsiteY7" fmla="*/ 2620625 h 3894188"/>
                    <a:gd name="connsiteX8" fmla="*/ 1639824 w 4085925"/>
                    <a:gd name="connsiteY8" fmla="*/ 3471525 h 3894188"/>
                    <a:gd name="connsiteX9" fmla="*/ 3214624 w 4085925"/>
                    <a:gd name="connsiteY9" fmla="*/ 3890625 h 3894188"/>
                    <a:gd name="connsiteX10" fmla="*/ 4002024 w 4085925"/>
                    <a:gd name="connsiteY10" fmla="*/ 3255625 h 3894188"/>
                    <a:gd name="connsiteX11" fmla="*/ 3925824 w 4085925"/>
                    <a:gd name="connsiteY11" fmla="*/ 1490325 h 3894188"/>
                    <a:gd name="connsiteX12" fmla="*/ 2782824 w 4085925"/>
                    <a:gd name="connsiteY12" fmla="*/ 614025 h 3894188"/>
                    <a:gd name="connsiteX13" fmla="*/ 2097024 w 4085925"/>
                    <a:gd name="connsiteY13" fmla="*/ 868025 h 3894188"/>
                    <a:gd name="connsiteX14" fmla="*/ 2122424 w 4085925"/>
                    <a:gd name="connsiteY14" fmla="*/ 779125 h 3894188"/>
                    <a:gd name="connsiteX15" fmla="*/ 1995424 w 4085925"/>
                    <a:gd name="connsiteY15" fmla="*/ 93325 h 3894188"/>
                    <a:gd name="connsiteX16" fmla="*/ 1309624 w 4085925"/>
                    <a:gd name="connsiteY16" fmla="*/ 17125 h 3894188"/>
                    <a:gd name="connsiteX17" fmla="*/ 865124 w 4085925"/>
                    <a:gd name="connsiteY17" fmla="*/ 194925 h 3894188"/>
                    <a:gd name="connsiteX18" fmla="*/ 636524 w 4085925"/>
                    <a:gd name="connsiteY18" fmla="*/ 550525 h 3894188"/>
                    <a:gd name="connsiteX19" fmla="*/ 700024 w 4085925"/>
                    <a:gd name="connsiteY19" fmla="*/ 753725 h 3894188"/>
                    <a:gd name="connsiteX0" fmla="*/ 1449324 w 4085925"/>
                    <a:gd name="connsiteY0" fmla="*/ 1230108 h 3887971"/>
                    <a:gd name="connsiteX1" fmla="*/ 1246124 w 4085925"/>
                    <a:gd name="connsiteY1" fmla="*/ 1014208 h 3887971"/>
                    <a:gd name="connsiteX2" fmla="*/ 496824 w 4085925"/>
                    <a:gd name="connsiteY2" fmla="*/ 785608 h 3887971"/>
                    <a:gd name="connsiteX3" fmla="*/ 1524 w 4085925"/>
                    <a:gd name="connsiteY3" fmla="*/ 1458708 h 3887971"/>
                    <a:gd name="connsiteX4" fmla="*/ 369824 w 4085925"/>
                    <a:gd name="connsiteY4" fmla="*/ 2169908 h 3887971"/>
                    <a:gd name="connsiteX5" fmla="*/ 1119124 w 4085925"/>
                    <a:gd name="connsiteY5" fmla="*/ 2208008 h 3887971"/>
                    <a:gd name="connsiteX6" fmla="*/ 1284224 w 4085925"/>
                    <a:gd name="connsiteY6" fmla="*/ 2157208 h 3887971"/>
                    <a:gd name="connsiteX7" fmla="*/ 1017524 w 4085925"/>
                    <a:gd name="connsiteY7" fmla="*/ 2614408 h 3887971"/>
                    <a:gd name="connsiteX8" fmla="*/ 1639824 w 4085925"/>
                    <a:gd name="connsiteY8" fmla="*/ 3465308 h 3887971"/>
                    <a:gd name="connsiteX9" fmla="*/ 3214624 w 4085925"/>
                    <a:gd name="connsiteY9" fmla="*/ 3884408 h 3887971"/>
                    <a:gd name="connsiteX10" fmla="*/ 4002024 w 4085925"/>
                    <a:gd name="connsiteY10" fmla="*/ 3249408 h 3887971"/>
                    <a:gd name="connsiteX11" fmla="*/ 3925824 w 4085925"/>
                    <a:gd name="connsiteY11" fmla="*/ 1484108 h 3887971"/>
                    <a:gd name="connsiteX12" fmla="*/ 2782824 w 4085925"/>
                    <a:gd name="connsiteY12" fmla="*/ 607808 h 3887971"/>
                    <a:gd name="connsiteX13" fmla="*/ 2097024 w 4085925"/>
                    <a:gd name="connsiteY13" fmla="*/ 861808 h 3887971"/>
                    <a:gd name="connsiteX14" fmla="*/ 2122424 w 4085925"/>
                    <a:gd name="connsiteY14" fmla="*/ 772908 h 3887971"/>
                    <a:gd name="connsiteX15" fmla="*/ 1995424 w 4085925"/>
                    <a:gd name="connsiteY15" fmla="*/ 87108 h 3887971"/>
                    <a:gd name="connsiteX16" fmla="*/ 1309624 w 4085925"/>
                    <a:gd name="connsiteY16" fmla="*/ 10908 h 3887971"/>
                    <a:gd name="connsiteX17" fmla="*/ 827024 w 4085925"/>
                    <a:gd name="connsiteY17" fmla="*/ 99808 h 3887971"/>
                    <a:gd name="connsiteX18" fmla="*/ 636524 w 4085925"/>
                    <a:gd name="connsiteY18" fmla="*/ 544308 h 3887971"/>
                    <a:gd name="connsiteX19" fmla="*/ 700024 w 4085925"/>
                    <a:gd name="connsiteY19" fmla="*/ 747508 h 3887971"/>
                    <a:gd name="connsiteX0" fmla="*/ 1449324 w 4085925"/>
                    <a:gd name="connsiteY0" fmla="*/ 1222554 h 3880417"/>
                    <a:gd name="connsiteX1" fmla="*/ 1246124 w 4085925"/>
                    <a:gd name="connsiteY1" fmla="*/ 1006654 h 3880417"/>
                    <a:gd name="connsiteX2" fmla="*/ 496824 w 4085925"/>
                    <a:gd name="connsiteY2" fmla="*/ 778054 h 3880417"/>
                    <a:gd name="connsiteX3" fmla="*/ 1524 w 4085925"/>
                    <a:gd name="connsiteY3" fmla="*/ 1451154 h 3880417"/>
                    <a:gd name="connsiteX4" fmla="*/ 369824 w 4085925"/>
                    <a:gd name="connsiteY4" fmla="*/ 2162354 h 3880417"/>
                    <a:gd name="connsiteX5" fmla="*/ 1119124 w 4085925"/>
                    <a:gd name="connsiteY5" fmla="*/ 2200454 h 3880417"/>
                    <a:gd name="connsiteX6" fmla="*/ 1284224 w 4085925"/>
                    <a:gd name="connsiteY6" fmla="*/ 2149654 h 3880417"/>
                    <a:gd name="connsiteX7" fmla="*/ 1017524 w 4085925"/>
                    <a:gd name="connsiteY7" fmla="*/ 2606854 h 3880417"/>
                    <a:gd name="connsiteX8" fmla="*/ 1639824 w 4085925"/>
                    <a:gd name="connsiteY8" fmla="*/ 3457754 h 3880417"/>
                    <a:gd name="connsiteX9" fmla="*/ 3214624 w 4085925"/>
                    <a:gd name="connsiteY9" fmla="*/ 3876854 h 3880417"/>
                    <a:gd name="connsiteX10" fmla="*/ 4002024 w 4085925"/>
                    <a:gd name="connsiteY10" fmla="*/ 3241854 h 3880417"/>
                    <a:gd name="connsiteX11" fmla="*/ 3925824 w 4085925"/>
                    <a:gd name="connsiteY11" fmla="*/ 1476554 h 3880417"/>
                    <a:gd name="connsiteX12" fmla="*/ 2782824 w 4085925"/>
                    <a:gd name="connsiteY12" fmla="*/ 600254 h 3880417"/>
                    <a:gd name="connsiteX13" fmla="*/ 2097024 w 4085925"/>
                    <a:gd name="connsiteY13" fmla="*/ 854254 h 3880417"/>
                    <a:gd name="connsiteX14" fmla="*/ 2122424 w 4085925"/>
                    <a:gd name="connsiteY14" fmla="*/ 765354 h 3880417"/>
                    <a:gd name="connsiteX15" fmla="*/ 1766824 w 4085925"/>
                    <a:gd name="connsiteY15" fmla="*/ 155754 h 3880417"/>
                    <a:gd name="connsiteX16" fmla="*/ 1309624 w 4085925"/>
                    <a:gd name="connsiteY16" fmla="*/ 3354 h 3880417"/>
                    <a:gd name="connsiteX17" fmla="*/ 827024 w 4085925"/>
                    <a:gd name="connsiteY17" fmla="*/ 92254 h 3880417"/>
                    <a:gd name="connsiteX18" fmla="*/ 636524 w 4085925"/>
                    <a:gd name="connsiteY18" fmla="*/ 536754 h 3880417"/>
                    <a:gd name="connsiteX19" fmla="*/ 700024 w 4085925"/>
                    <a:gd name="connsiteY19" fmla="*/ 739954 h 3880417"/>
                    <a:gd name="connsiteX0" fmla="*/ 1449324 w 4085925"/>
                    <a:gd name="connsiteY0" fmla="*/ 1258887 h 3916750"/>
                    <a:gd name="connsiteX1" fmla="*/ 1246124 w 4085925"/>
                    <a:gd name="connsiteY1" fmla="*/ 1042987 h 3916750"/>
                    <a:gd name="connsiteX2" fmla="*/ 496824 w 4085925"/>
                    <a:gd name="connsiteY2" fmla="*/ 814387 h 3916750"/>
                    <a:gd name="connsiteX3" fmla="*/ 1524 w 4085925"/>
                    <a:gd name="connsiteY3" fmla="*/ 1487487 h 3916750"/>
                    <a:gd name="connsiteX4" fmla="*/ 369824 w 4085925"/>
                    <a:gd name="connsiteY4" fmla="*/ 2198687 h 3916750"/>
                    <a:gd name="connsiteX5" fmla="*/ 1119124 w 4085925"/>
                    <a:gd name="connsiteY5" fmla="*/ 2236787 h 3916750"/>
                    <a:gd name="connsiteX6" fmla="*/ 1284224 w 4085925"/>
                    <a:gd name="connsiteY6" fmla="*/ 2185987 h 3916750"/>
                    <a:gd name="connsiteX7" fmla="*/ 1017524 w 4085925"/>
                    <a:gd name="connsiteY7" fmla="*/ 2643187 h 3916750"/>
                    <a:gd name="connsiteX8" fmla="*/ 1639824 w 4085925"/>
                    <a:gd name="connsiteY8" fmla="*/ 3494087 h 3916750"/>
                    <a:gd name="connsiteX9" fmla="*/ 3214624 w 4085925"/>
                    <a:gd name="connsiteY9" fmla="*/ 3913187 h 3916750"/>
                    <a:gd name="connsiteX10" fmla="*/ 4002024 w 4085925"/>
                    <a:gd name="connsiteY10" fmla="*/ 3278187 h 3916750"/>
                    <a:gd name="connsiteX11" fmla="*/ 3925824 w 4085925"/>
                    <a:gd name="connsiteY11" fmla="*/ 1512887 h 3916750"/>
                    <a:gd name="connsiteX12" fmla="*/ 2782824 w 4085925"/>
                    <a:gd name="connsiteY12" fmla="*/ 636587 h 3916750"/>
                    <a:gd name="connsiteX13" fmla="*/ 2097024 w 4085925"/>
                    <a:gd name="connsiteY13" fmla="*/ 890587 h 3916750"/>
                    <a:gd name="connsiteX14" fmla="*/ 2122424 w 4085925"/>
                    <a:gd name="connsiteY14" fmla="*/ 801687 h 3916750"/>
                    <a:gd name="connsiteX15" fmla="*/ 1766824 w 4085925"/>
                    <a:gd name="connsiteY15" fmla="*/ 192087 h 3916750"/>
                    <a:gd name="connsiteX16" fmla="*/ 1309624 w 4085925"/>
                    <a:gd name="connsiteY16" fmla="*/ 1587 h 3916750"/>
                    <a:gd name="connsiteX17" fmla="*/ 827024 w 4085925"/>
                    <a:gd name="connsiteY17" fmla="*/ 128587 h 3916750"/>
                    <a:gd name="connsiteX18" fmla="*/ 636524 w 4085925"/>
                    <a:gd name="connsiteY18" fmla="*/ 573087 h 3916750"/>
                    <a:gd name="connsiteX19" fmla="*/ 700024 w 4085925"/>
                    <a:gd name="connsiteY19" fmla="*/ 776287 h 3916750"/>
                    <a:gd name="connsiteX0" fmla="*/ 1449324 w 4085925"/>
                    <a:gd name="connsiteY0" fmla="*/ 1258887 h 3916750"/>
                    <a:gd name="connsiteX1" fmla="*/ 1246124 w 4085925"/>
                    <a:gd name="connsiteY1" fmla="*/ 1042987 h 3916750"/>
                    <a:gd name="connsiteX2" fmla="*/ 496824 w 4085925"/>
                    <a:gd name="connsiteY2" fmla="*/ 814387 h 3916750"/>
                    <a:gd name="connsiteX3" fmla="*/ 1524 w 4085925"/>
                    <a:gd name="connsiteY3" fmla="*/ 1487487 h 3916750"/>
                    <a:gd name="connsiteX4" fmla="*/ 369824 w 4085925"/>
                    <a:gd name="connsiteY4" fmla="*/ 2198687 h 3916750"/>
                    <a:gd name="connsiteX5" fmla="*/ 1119124 w 4085925"/>
                    <a:gd name="connsiteY5" fmla="*/ 2236787 h 3916750"/>
                    <a:gd name="connsiteX6" fmla="*/ 1284224 w 4085925"/>
                    <a:gd name="connsiteY6" fmla="*/ 2185987 h 3916750"/>
                    <a:gd name="connsiteX7" fmla="*/ 1017524 w 4085925"/>
                    <a:gd name="connsiteY7" fmla="*/ 2643187 h 3916750"/>
                    <a:gd name="connsiteX8" fmla="*/ 1639824 w 4085925"/>
                    <a:gd name="connsiteY8" fmla="*/ 3494087 h 3916750"/>
                    <a:gd name="connsiteX9" fmla="*/ 3214624 w 4085925"/>
                    <a:gd name="connsiteY9" fmla="*/ 3913187 h 3916750"/>
                    <a:gd name="connsiteX10" fmla="*/ 4002024 w 4085925"/>
                    <a:gd name="connsiteY10" fmla="*/ 3278187 h 3916750"/>
                    <a:gd name="connsiteX11" fmla="*/ 3925824 w 4085925"/>
                    <a:gd name="connsiteY11" fmla="*/ 1512887 h 3916750"/>
                    <a:gd name="connsiteX12" fmla="*/ 2782824 w 4085925"/>
                    <a:gd name="connsiteY12" fmla="*/ 636587 h 3916750"/>
                    <a:gd name="connsiteX13" fmla="*/ 2097024 w 4085925"/>
                    <a:gd name="connsiteY13" fmla="*/ 890587 h 3916750"/>
                    <a:gd name="connsiteX14" fmla="*/ 2071624 w 4085925"/>
                    <a:gd name="connsiteY14" fmla="*/ 763587 h 3916750"/>
                    <a:gd name="connsiteX15" fmla="*/ 1766824 w 4085925"/>
                    <a:gd name="connsiteY15" fmla="*/ 192087 h 3916750"/>
                    <a:gd name="connsiteX16" fmla="*/ 1309624 w 4085925"/>
                    <a:gd name="connsiteY16" fmla="*/ 1587 h 3916750"/>
                    <a:gd name="connsiteX17" fmla="*/ 827024 w 4085925"/>
                    <a:gd name="connsiteY17" fmla="*/ 128587 h 3916750"/>
                    <a:gd name="connsiteX18" fmla="*/ 636524 w 4085925"/>
                    <a:gd name="connsiteY18" fmla="*/ 573087 h 3916750"/>
                    <a:gd name="connsiteX19" fmla="*/ 700024 w 4085925"/>
                    <a:gd name="connsiteY19" fmla="*/ 776287 h 3916750"/>
                    <a:gd name="connsiteX0" fmla="*/ 1449324 w 4079779"/>
                    <a:gd name="connsiteY0" fmla="*/ 1258887 h 3916750"/>
                    <a:gd name="connsiteX1" fmla="*/ 1246124 w 4079779"/>
                    <a:gd name="connsiteY1" fmla="*/ 1042987 h 3916750"/>
                    <a:gd name="connsiteX2" fmla="*/ 496824 w 4079779"/>
                    <a:gd name="connsiteY2" fmla="*/ 814387 h 3916750"/>
                    <a:gd name="connsiteX3" fmla="*/ 1524 w 4079779"/>
                    <a:gd name="connsiteY3" fmla="*/ 1487487 h 3916750"/>
                    <a:gd name="connsiteX4" fmla="*/ 369824 w 4079779"/>
                    <a:gd name="connsiteY4" fmla="*/ 2198687 h 3916750"/>
                    <a:gd name="connsiteX5" fmla="*/ 1119124 w 4079779"/>
                    <a:gd name="connsiteY5" fmla="*/ 2236787 h 3916750"/>
                    <a:gd name="connsiteX6" fmla="*/ 1284224 w 4079779"/>
                    <a:gd name="connsiteY6" fmla="*/ 2185987 h 3916750"/>
                    <a:gd name="connsiteX7" fmla="*/ 1017524 w 4079779"/>
                    <a:gd name="connsiteY7" fmla="*/ 2643187 h 3916750"/>
                    <a:gd name="connsiteX8" fmla="*/ 1639824 w 4079779"/>
                    <a:gd name="connsiteY8" fmla="*/ 3494087 h 3916750"/>
                    <a:gd name="connsiteX9" fmla="*/ 3214624 w 4079779"/>
                    <a:gd name="connsiteY9" fmla="*/ 3913187 h 3916750"/>
                    <a:gd name="connsiteX10" fmla="*/ 4002024 w 4079779"/>
                    <a:gd name="connsiteY10" fmla="*/ 3278187 h 3916750"/>
                    <a:gd name="connsiteX11" fmla="*/ 3925824 w 4079779"/>
                    <a:gd name="connsiteY11" fmla="*/ 1512887 h 3916750"/>
                    <a:gd name="connsiteX12" fmla="*/ 2897124 w 4079779"/>
                    <a:gd name="connsiteY12" fmla="*/ 750887 h 3916750"/>
                    <a:gd name="connsiteX13" fmla="*/ 2097024 w 4079779"/>
                    <a:gd name="connsiteY13" fmla="*/ 890587 h 3916750"/>
                    <a:gd name="connsiteX14" fmla="*/ 2071624 w 4079779"/>
                    <a:gd name="connsiteY14" fmla="*/ 763587 h 3916750"/>
                    <a:gd name="connsiteX15" fmla="*/ 1766824 w 4079779"/>
                    <a:gd name="connsiteY15" fmla="*/ 192087 h 3916750"/>
                    <a:gd name="connsiteX16" fmla="*/ 1309624 w 4079779"/>
                    <a:gd name="connsiteY16" fmla="*/ 1587 h 3916750"/>
                    <a:gd name="connsiteX17" fmla="*/ 827024 w 4079779"/>
                    <a:gd name="connsiteY17" fmla="*/ 128587 h 3916750"/>
                    <a:gd name="connsiteX18" fmla="*/ 636524 w 4079779"/>
                    <a:gd name="connsiteY18" fmla="*/ 573087 h 3916750"/>
                    <a:gd name="connsiteX19" fmla="*/ 700024 w 4079779"/>
                    <a:gd name="connsiteY19" fmla="*/ 776287 h 3916750"/>
                    <a:gd name="connsiteX0" fmla="*/ 1449324 w 4113410"/>
                    <a:gd name="connsiteY0" fmla="*/ 1258887 h 3916750"/>
                    <a:gd name="connsiteX1" fmla="*/ 1246124 w 4113410"/>
                    <a:gd name="connsiteY1" fmla="*/ 1042987 h 3916750"/>
                    <a:gd name="connsiteX2" fmla="*/ 496824 w 4113410"/>
                    <a:gd name="connsiteY2" fmla="*/ 814387 h 3916750"/>
                    <a:gd name="connsiteX3" fmla="*/ 1524 w 4113410"/>
                    <a:gd name="connsiteY3" fmla="*/ 1487487 h 3916750"/>
                    <a:gd name="connsiteX4" fmla="*/ 369824 w 4113410"/>
                    <a:gd name="connsiteY4" fmla="*/ 2198687 h 3916750"/>
                    <a:gd name="connsiteX5" fmla="*/ 1119124 w 4113410"/>
                    <a:gd name="connsiteY5" fmla="*/ 2236787 h 3916750"/>
                    <a:gd name="connsiteX6" fmla="*/ 1284224 w 4113410"/>
                    <a:gd name="connsiteY6" fmla="*/ 2185987 h 3916750"/>
                    <a:gd name="connsiteX7" fmla="*/ 1017524 w 4113410"/>
                    <a:gd name="connsiteY7" fmla="*/ 2643187 h 3916750"/>
                    <a:gd name="connsiteX8" fmla="*/ 1639824 w 4113410"/>
                    <a:gd name="connsiteY8" fmla="*/ 3494087 h 3916750"/>
                    <a:gd name="connsiteX9" fmla="*/ 3214624 w 4113410"/>
                    <a:gd name="connsiteY9" fmla="*/ 3913187 h 3916750"/>
                    <a:gd name="connsiteX10" fmla="*/ 4002024 w 4113410"/>
                    <a:gd name="connsiteY10" fmla="*/ 3278187 h 3916750"/>
                    <a:gd name="connsiteX11" fmla="*/ 3989324 w 4113410"/>
                    <a:gd name="connsiteY11" fmla="*/ 1627187 h 3916750"/>
                    <a:gd name="connsiteX12" fmla="*/ 2897124 w 4113410"/>
                    <a:gd name="connsiteY12" fmla="*/ 750887 h 3916750"/>
                    <a:gd name="connsiteX13" fmla="*/ 2097024 w 4113410"/>
                    <a:gd name="connsiteY13" fmla="*/ 890587 h 3916750"/>
                    <a:gd name="connsiteX14" fmla="*/ 2071624 w 4113410"/>
                    <a:gd name="connsiteY14" fmla="*/ 763587 h 3916750"/>
                    <a:gd name="connsiteX15" fmla="*/ 1766824 w 4113410"/>
                    <a:gd name="connsiteY15" fmla="*/ 192087 h 3916750"/>
                    <a:gd name="connsiteX16" fmla="*/ 1309624 w 4113410"/>
                    <a:gd name="connsiteY16" fmla="*/ 1587 h 3916750"/>
                    <a:gd name="connsiteX17" fmla="*/ 827024 w 4113410"/>
                    <a:gd name="connsiteY17" fmla="*/ 128587 h 3916750"/>
                    <a:gd name="connsiteX18" fmla="*/ 636524 w 4113410"/>
                    <a:gd name="connsiteY18" fmla="*/ 573087 h 3916750"/>
                    <a:gd name="connsiteX19" fmla="*/ 700024 w 4113410"/>
                    <a:gd name="connsiteY19" fmla="*/ 776287 h 3916750"/>
                    <a:gd name="connsiteX0" fmla="*/ 1449324 w 4102461"/>
                    <a:gd name="connsiteY0" fmla="*/ 1258887 h 3683730"/>
                    <a:gd name="connsiteX1" fmla="*/ 1246124 w 4102461"/>
                    <a:gd name="connsiteY1" fmla="*/ 1042987 h 3683730"/>
                    <a:gd name="connsiteX2" fmla="*/ 496824 w 4102461"/>
                    <a:gd name="connsiteY2" fmla="*/ 814387 h 3683730"/>
                    <a:gd name="connsiteX3" fmla="*/ 1524 w 4102461"/>
                    <a:gd name="connsiteY3" fmla="*/ 1487487 h 3683730"/>
                    <a:gd name="connsiteX4" fmla="*/ 369824 w 4102461"/>
                    <a:gd name="connsiteY4" fmla="*/ 2198687 h 3683730"/>
                    <a:gd name="connsiteX5" fmla="*/ 1119124 w 4102461"/>
                    <a:gd name="connsiteY5" fmla="*/ 2236787 h 3683730"/>
                    <a:gd name="connsiteX6" fmla="*/ 1284224 w 4102461"/>
                    <a:gd name="connsiteY6" fmla="*/ 2185987 h 3683730"/>
                    <a:gd name="connsiteX7" fmla="*/ 1017524 w 4102461"/>
                    <a:gd name="connsiteY7" fmla="*/ 2643187 h 3683730"/>
                    <a:gd name="connsiteX8" fmla="*/ 1639824 w 4102461"/>
                    <a:gd name="connsiteY8" fmla="*/ 3494087 h 3683730"/>
                    <a:gd name="connsiteX9" fmla="*/ 3405124 w 4102461"/>
                    <a:gd name="connsiteY9" fmla="*/ 3671887 h 3683730"/>
                    <a:gd name="connsiteX10" fmla="*/ 4002024 w 4102461"/>
                    <a:gd name="connsiteY10" fmla="*/ 3278187 h 3683730"/>
                    <a:gd name="connsiteX11" fmla="*/ 3989324 w 4102461"/>
                    <a:gd name="connsiteY11" fmla="*/ 1627187 h 3683730"/>
                    <a:gd name="connsiteX12" fmla="*/ 2897124 w 4102461"/>
                    <a:gd name="connsiteY12" fmla="*/ 750887 h 3683730"/>
                    <a:gd name="connsiteX13" fmla="*/ 2097024 w 4102461"/>
                    <a:gd name="connsiteY13" fmla="*/ 890587 h 3683730"/>
                    <a:gd name="connsiteX14" fmla="*/ 2071624 w 4102461"/>
                    <a:gd name="connsiteY14" fmla="*/ 763587 h 3683730"/>
                    <a:gd name="connsiteX15" fmla="*/ 1766824 w 4102461"/>
                    <a:gd name="connsiteY15" fmla="*/ 192087 h 3683730"/>
                    <a:gd name="connsiteX16" fmla="*/ 1309624 w 4102461"/>
                    <a:gd name="connsiteY16" fmla="*/ 1587 h 3683730"/>
                    <a:gd name="connsiteX17" fmla="*/ 827024 w 4102461"/>
                    <a:gd name="connsiteY17" fmla="*/ 128587 h 3683730"/>
                    <a:gd name="connsiteX18" fmla="*/ 636524 w 4102461"/>
                    <a:gd name="connsiteY18" fmla="*/ 573087 h 3683730"/>
                    <a:gd name="connsiteX19" fmla="*/ 700024 w 4102461"/>
                    <a:gd name="connsiteY19" fmla="*/ 776287 h 3683730"/>
                    <a:gd name="connsiteX0" fmla="*/ 1449324 w 4122697"/>
                    <a:gd name="connsiteY0" fmla="*/ 1258887 h 3686277"/>
                    <a:gd name="connsiteX1" fmla="*/ 1246124 w 4122697"/>
                    <a:gd name="connsiteY1" fmla="*/ 1042987 h 3686277"/>
                    <a:gd name="connsiteX2" fmla="*/ 496824 w 4122697"/>
                    <a:gd name="connsiteY2" fmla="*/ 814387 h 3686277"/>
                    <a:gd name="connsiteX3" fmla="*/ 1524 w 4122697"/>
                    <a:gd name="connsiteY3" fmla="*/ 1487487 h 3686277"/>
                    <a:gd name="connsiteX4" fmla="*/ 369824 w 4122697"/>
                    <a:gd name="connsiteY4" fmla="*/ 2198687 h 3686277"/>
                    <a:gd name="connsiteX5" fmla="*/ 1119124 w 4122697"/>
                    <a:gd name="connsiteY5" fmla="*/ 2236787 h 3686277"/>
                    <a:gd name="connsiteX6" fmla="*/ 1284224 w 4122697"/>
                    <a:gd name="connsiteY6" fmla="*/ 2185987 h 3686277"/>
                    <a:gd name="connsiteX7" fmla="*/ 1017524 w 4122697"/>
                    <a:gd name="connsiteY7" fmla="*/ 2643187 h 3686277"/>
                    <a:gd name="connsiteX8" fmla="*/ 1639824 w 4122697"/>
                    <a:gd name="connsiteY8" fmla="*/ 3494087 h 3686277"/>
                    <a:gd name="connsiteX9" fmla="*/ 3405124 w 4122697"/>
                    <a:gd name="connsiteY9" fmla="*/ 3671887 h 3686277"/>
                    <a:gd name="connsiteX10" fmla="*/ 4040124 w 4122697"/>
                    <a:gd name="connsiteY10" fmla="*/ 3240087 h 3686277"/>
                    <a:gd name="connsiteX11" fmla="*/ 3989324 w 4122697"/>
                    <a:gd name="connsiteY11" fmla="*/ 1627187 h 3686277"/>
                    <a:gd name="connsiteX12" fmla="*/ 2897124 w 4122697"/>
                    <a:gd name="connsiteY12" fmla="*/ 750887 h 3686277"/>
                    <a:gd name="connsiteX13" fmla="*/ 2097024 w 4122697"/>
                    <a:gd name="connsiteY13" fmla="*/ 890587 h 3686277"/>
                    <a:gd name="connsiteX14" fmla="*/ 2071624 w 4122697"/>
                    <a:gd name="connsiteY14" fmla="*/ 763587 h 3686277"/>
                    <a:gd name="connsiteX15" fmla="*/ 1766824 w 4122697"/>
                    <a:gd name="connsiteY15" fmla="*/ 192087 h 3686277"/>
                    <a:gd name="connsiteX16" fmla="*/ 1309624 w 4122697"/>
                    <a:gd name="connsiteY16" fmla="*/ 1587 h 3686277"/>
                    <a:gd name="connsiteX17" fmla="*/ 827024 w 4122697"/>
                    <a:gd name="connsiteY17" fmla="*/ 128587 h 3686277"/>
                    <a:gd name="connsiteX18" fmla="*/ 636524 w 4122697"/>
                    <a:gd name="connsiteY18" fmla="*/ 573087 h 3686277"/>
                    <a:gd name="connsiteX19" fmla="*/ 700024 w 4122697"/>
                    <a:gd name="connsiteY19" fmla="*/ 776287 h 3686277"/>
                    <a:gd name="connsiteX0" fmla="*/ 1449324 w 4122697"/>
                    <a:gd name="connsiteY0" fmla="*/ 1258887 h 3688952"/>
                    <a:gd name="connsiteX1" fmla="*/ 1246124 w 4122697"/>
                    <a:gd name="connsiteY1" fmla="*/ 1042987 h 3688952"/>
                    <a:gd name="connsiteX2" fmla="*/ 496824 w 4122697"/>
                    <a:gd name="connsiteY2" fmla="*/ 814387 h 3688952"/>
                    <a:gd name="connsiteX3" fmla="*/ 1524 w 4122697"/>
                    <a:gd name="connsiteY3" fmla="*/ 1487487 h 3688952"/>
                    <a:gd name="connsiteX4" fmla="*/ 369824 w 4122697"/>
                    <a:gd name="connsiteY4" fmla="*/ 2198687 h 3688952"/>
                    <a:gd name="connsiteX5" fmla="*/ 1119124 w 4122697"/>
                    <a:gd name="connsiteY5" fmla="*/ 2236787 h 3688952"/>
                    <a:gd name="connsiteX6" fmla="*/ 1284224 w 4122697"/>
                    <a:gd name="connsiteY6" fmla="*/ 2185987 h 3688952"/>
                    <a:gd name="connsiteX7" fmla="*/ 1017524 w 4122697"/>
                    <a:gd name="connsiteY7" fmla="*/ 2643187 h 3688952"/>
                    <a:gd name="connsiteX8" fmla="*/ 1754124 w 4122697"/>
                    <a:gd name="connsiteY8" fmla="*/ 3506787 h 3688952"/>
                    <a:gd name="connsiteX9" fmla="*/ 3405124 w 4122697"/>
                    <a:gd name="connsiteY9" fmla="*/ 3671887 h 3688952"/>
                    <a:gd name="connsiteX10" fmla="*/ 4040124 w 4122697"/>
                    <a:gd name="connsiteY10" fmla="*/ 3240087 h 3688952"/>
                    <a:gd name="connsiteX11" fmla="*/ 3989324 w 4122697"/>
                    <a:gd name="connsiteY11" fmla="*/ 1627187 h 3688952"/>
                    <a:gd name="connsiteX12" fmla="*/ 2897124 w 4122697"/>
                    <a:gd name="connsiteY12" fmla="*/ 750887 h 3688952"/>
                    <a:gd name="connsiteX13" fmla="*/ 2097024 w 4122697"/>
                    <a:gd name="connsiteY13" fmla="*/ 890587 h 3688952"/>
                    <a:gd name="connsiteX14" fmla="*/ 2071624 w 4122697"/>
                    <a:gd name="connsiteY14" fmla="*/ 763587 h 3688952"/>
                    <a:gd name="connsiteX15" fmla="*/ 1766824 w 4122697"/>
                    <a:gd name="connsiteY15" fmla="*/ 192087 h 3688952"/>
                    <a:gd name="connsiteX16" fmla="*/ 1309624 w 4122697"/>
                    <a:gd name="connsiteY16" fmla="*/ 1587 h 3688952"/>
                    <a:gd name="connsiteX17" fmla="*/ 827024 w 4122697"/>
                    <a:gd name="connsiteY17" fmla="*/ 128587 h 3688952"/>
                    <a:gd name="connsiteX18" fmla="*/ 636524 w 4122697"/>
                    <a:gd name="connsiteY18" fmla="*/ 573087 h 3688952"/>
                    <a:gd name="connsiteX19" fmla="*/ 700024 w 4122697"/>
                    <a:gd name="connsiteY19" fmla="*/ 776287 h 3688952"/>
                    <a:gd name="connsiteX0" fmla="*/ 1449324 w 4122697"/>
                    <a:gd name="connsiteY0" fmla="*/ 1258887 h 3687031"/>
                    <a:gd name="connsiteX1" fmla="*/ 1246124 w 4122697"/>
                    <a:gd name="connsiteY1" fmla="*/ 1042987 h 3687031"/>
                    <a:gd name="connsiteX2" fmla="*/ 496824 w 4122697"/>
                    <a:gd name="connsiteY2" fmla="*/ 814387 h 3687031"/>
                    <a:gd name="connsiteX3" fmla="*/ 1524 w 4122697"/>
                    <a:gd name="connsiteY3" fmla="*/ 1487487 h 3687031"/>
                    <a:gd name="connsiteX4" fmla="*/ 369824 w 4122697"/>
                    <a:gd name="connsiteY4" fmla="*/ 2198687 h 3687031"/>
                    <a:gd name="connsiteX5" fmla="*/ 1119124 w 4122697"/>
                    <a:gd name="connsiteY5" fmla="*/ 2236787 h 3687031"/>
                    <a:gd name="connsiteX6" fmla="*/ 1284224 w 4122697"/>
                    <a:gd name="connsiteY6" fmla="*/ 2185987 h 3687031"/>
                    <a:gd name="connsiteX7" fmla="*/ 1055624 w 4122697"/>
                    <a:gd name="connsiteY7" fmla="*/ 2732087 h 3687031"/>
                    <a:gd name="connsiteX8" fmla="*/ 1754124 w 4122697"/>
                    <a:gd name="connsiteY8" fmla="*/ 3506787 h 3687031"/>
                    <a:gd name="connsiteX9" fmla="*/ 3405124 w 4122697"/>
                    <a:gd name="connsiteY9" fmla="*/ 3671887 h 3687031"/>
                    <a:gd name="connsiteX10" fmla="*/ 4040124 w 4122697"/>
                    <a:gd name="connsiteY10" fmla="*/ 3240087 h 3687031"/>
                    <a:gd name="connsiteX11" fmla="*/ 3989324 w 4122697"/>
                    <a:gd name="connsiteY11" fmla="*/ 1627187 h 3687031"/>
                    <a:gd name="connsiteX12" fmla="*/ 2897124 w 4122697"/>
                    <a:gd name="connsiteY12" fmla="*/ 750887 h 3687031"/>
                    <a:gd name="connsiteX13" fmla="*/ 2097024 w 4122697"/>
                    <a:gd name="connsiteY13" fmla="*/ 890587 h 3687031"/>
                    <a:gd name="connsiteX14" fmla="*/ 2071624 w 4122697"/>
                    <a:gd name="connsiteY14" fmla="*/ 763587 h 3687031"/>
                    <a:gd name="connsiteX15" fmla="*/ 1766824 w 4122697"/>
                    <a:gd name="connsiteY15" fmla="*/ 192087 h 3687031"/>
                    <a:gd name="connsiteX16" fmla="*/ 1309624 w 4122697"/>
                    <a:gd name="connsiteY16" fmla="*/ 1587 h 3687031"/>
                    <a:gd name="connsiteX17" fmla="*/ 827024 w 4122697"/>
                    <a:gd name="connsiteY17" fmla="*/ 128587 h 3687031"/>
                    <a:gd name="connsiteX18" fmla="*/ 636524 w 4122697"/>
                    <a:gd name="connsiteY18" fmla="*/ 573087 h 3687031"/>
                    <a:gd name="connsiteX19" fmla="*/ 700024 w 4122697"/>
                    <a:gd name="connsiteY19" fmla="*/ 776287 h 3687031"/>
                    <a:gd name="connsiteX0" fmla="*/ 1449324 w 4122697"/>
                    <a:gd name="connsiteY0" fmla="*/ 1258887 h 3687031"/>
                    <a:gd name="connsiteX1" fmla="*/ 1246124 w 4122697"/>
                    <a:gd name="connsiteY1" fmla="*/ 1042987 h 3687031"/>
                    <a:gd name="connsiteX2" fmla="*/ 496824 w 4122697"/>
                    <a:gd name="connsiteY2" fmla="*/ 814387 h 3687031"/>
                    <a:gd name="connsiteX3" fmla="*/ 1524 w 4122697"/>
                    <a:gd name="connsiteY3" fmla="*/ 1487487 h 3687031"/>
                    <a:gd name="connsiteX4" fmla="*/ 369824 w 4122697"/>
                    <a:gd name="connsiteY4" fmla="*/ 2198687 h 3687031"/>
                    <a:gd name="connsiteX5" fmla="*/ 1119124 w 4122697"/>
                    <a:gd name="connsiteY5" fmla="*/ 2236787 h 3687031"/>
                    <a:gd name="connsiteX6" fmla="*/ 1220724 w 4122697"/>
                    <a:gd name="connsiteY6" fmla="*/ 2058987 h 3687031"/>
                    <a:gd name="connsiteX7" fmla="*/ 1055624 w 4122697"/>
                    <a:gd name="connsiteY7" fmla="*/ 2732087 h 3687031"/>
                    <a:gd name="connsiteX8" fmla="*/ 1754124 w 4122697"/>
                    <a:gd name="connsiteY8" fmla="*/ 3506787 h 3687031"/>
                    <a:gd name="connsiteX9" fmla="*/ 3405124 w 4122697"/>
                    <a:gd name="connsiteY9" fmla="*/ 3671887 h 3687031"/>
                    <a:gd name="connsiteX10" fmla="*/ 4040124 w 4122697"/>
                    <a:gd name="connsiteY10" fmla="*/ 3240087 h 3687031"/>
                    <a:gd name="connsiteX11" fmla="*/ 3989324 w 4122697"/>
                    <a:gd name="connsiteY11" fmla="*/ 1627187 h 3687031"/>
                    <a:gd name="connsiteX12" fmla="*/ 2897124 w 4122697"/>
                    <a:gd name="connsiteY12" fmla="*/ 750887 h 3687031"/>
                    <a:gd name="connsiteX13" fmla="*/ 2097024 w 4122697"/>
                    <a:gd name="connsiteY13" fmla="*/ 890587 h 3687031"/>
                    <a:gd name="connsiteX14" fmla="*/ 2071624 w 4122697"/>
                    <a:gd name="connsiteY14" fmla="*/ 763587 h 3687031"/>
                    <a:gd name="connsiteX15" fmla="*/ 1766824 w 4122697"/>
                    <a:gd name="connsiteY15" fmla="*/ 192087 h 3687031"/>
                    <a:gd name="connsiteX16" fmla="*/ 1309624 w 4122697"/>
                    <a:gd name="connsiteY16" fmla="*/ 1587 h 3687031"/>
                    <a:gd name="connsiteX17" fmla="*/ 827024 w 4122697"/>
                    <a:gd name="connsiteY17" fmla="*/ 128587 h 3687031"/>
                    <a:gd name="connsiteX18" fmla="*/ 636524 w 4122697"/>
                    <a:gd name="connsiteY18" fmla="*/ 573087 h 3687031"/>
                    <a:gd name="connsiteX19" fmla="*/ 700024 w 4122697"/>
                    <a:gd name="connsiteY19" fmla="*/ 776287 h 3687031"/>
                    <a:gd name="connsiteX0" fmla="*/ 1449257 w 4122630"/>
                    <a:gd name="connsiteY0" fmla="*/ 1258887 h 3687031"/>
                    <a:gd name="connsiteX1" fmla="*/ 1246057 w 4122630"/>
                    <a:gd name="connsiteY1" fmla="*/ 1042987 h 3687031"/>
                    <a:gd name="connsiteX2" fmla="*/ 496757 w 4122630"/>
                    <a:gd name="connsiteY2" fmla="*/ 814387 h 3687031"/>
                    <a:gd name="connsiteX3" fmla="*/ 1457 w 4122630"/>
                    <a:gd name="connsiteY3" fmla="*/ 1487487 h 3687031"/>
                    <a:gd name="connsiteX4" fmla="*/ 369757 w 4122630"/>
                    <a:gd name="connsiteY4" fmla="*/ 2198687 h 3687031"/>
                    <a:gd name="connsiteX5" fmla="*/ 1055557 w 4122630"/>
                    <a:gd name="connsiteY5" fmla="*/ 2198687 h 3687031"/>
                    <a:gd name="connsiteX6" fmla="*/ 1220657 w 4122630"/>
                    <a:gd name="connsiteY6" fmla="*/ 2058987 h 3687031"/>
                    <a:gd name="connsiteX7" fmla="*/ 1055557 w 4122630"/>
                    <a:gd name="connsiteY7" fmla="*/ 2732087 h 3687031"/>
                    <a:gd name="connsiteX8" fmla="*/ 1754057 w 4122630"/>
                    <a:gd name="connsiteY8" fmla="*/ 3506787 h 3687031"/>
                    <a:gd name="connsiteX9" fmla="*/ 3405057 w 4122630"/>
                    <a:gd name="connsiteY9" fmla="*/ 3671887 h 3687031"/>
                    <a:gd name="connsiteX10" fmla="*/ 4040057 w 4122630"/>
                    <a:gd name="connsiteY10" fmla="*/ 3240087 h 3687031"/>
                    <a:gd name="connsiteX11" fmla="*/ 3989257 w 4122630"/>
                    <a:gd name="connsiteY11" fmla="*/ 1627187 h 3687031"/>
                    <a:gd name="connsiteX12" fmla="*/ 2897057 w 4122630"/>
                    <a:gd name="connsiteY12" fmla="*/ 750887 h 3687031"/>
                    <a:gd name="connsiteX13" fmla="*/ 2096957 w 4122630"/>
                    <a:gd name="connsiteY13" fmla="*/ 890587 h 3687031"/>
                    <a:gd name="connsiteX14" fmla="*/ 2071557 w 4122630"/>
                    <a:gd name="connsiteY14" fmla="*/ 763587 h 3687031"/>
                    <a:gd name="connsiteX15" fmla="*/ 1766757 w 4122630"/>
                    <a:gd name="connsiteY15" fmla="*/ 192087 h 3687031"/>
                    <a:gd name="connsiteX16" fmla="*/ 1309557 w 4122630"/>
                    <a:gd name="connsiteY16" fmla="*/ 1587 h 3687031"/>
                    <a:gd name="connsiteX17" fmla="*/ 826957 w 4122630"/>
                    <a:gd name="connsiteY17" fmla="*/ 128587 h 3687031"/>
                    <a:gd name="connsiteX18" fmla="*/ 636457 w 4122630"/>
                    <a:gd name="connsiteY18" fmla="*/ 573087 h 3687031"/>
                    <a:gd name="connsiteX19" fmla="*/ 699957 w 4122630"/>
                    <a:gd name="connsiteY19" fmla="*/ 776287 h 3687031"/>
                    <a:gd name="connsiteX0" fmla="*/ 1449257 w 4122630"/>
                    <a:gd name="connsiteY0" fmla="*/ 1258887 h 3687031"/>
                    <a:gd name="connsiteX1" fmla="*/ 1246057 w 4122630"/>
                    <a:gd name="connsiteY1" fmla="*/ 1042987 h 3687031"/>
                    <a:gd name="connsiteX2" fmla="*/ 496757 w 4122630"/>
                    <a:gd name="connsiteY2" fmla="*/ 814387 h 3687031"/>
                    <a:gd name="connsiteX3" fmla="*/ 1457 w 4122630"/>
                    <a:gd name="connsiteY3" fmla="*/ 1487487 h 3687031"/>
                    <a:gd name="connsiteX4" fmla="*/ 369757 w 4122630"/>
                    <a:gd name="connsiteY4" fmla="*/ 2198687 h 3687031"/>
                    <a:gd name="connsiteX5" fmla="*/ 1055557 w 4122630"/>
                    <a:gd name="connsiteY5" fmla="*/ 2198687 h 3687031"/>
                    <a:gd name="connsiteX6" fmla="*/ 1131757 w 4122630"/>
                    <a:gd name="connsiteY6" fmla="*/ 2058987 h 3687031"/>
                    <a:gd name="connsiteX7" fmla="*/ 1055557 w 4122630"/>
                    <a:gd name="connsiteY7" fmla="*/ 2732087 h 3687031"/>
                    <a:gd name="connsiteX8" fmla="*/ 1754057 w 4122630"/>
                    <a:gd name="connsiteY8" fmla="*/ 3506787 h 3687031"/>
                    <a:gd name="connsiteX9" fmla="*/ 3405057 w 4122630"/>
                    <a:gd name="connsiteY9" fmla="*/ 3671887 h 3687031"/>
                    <a:gd name="connsiteX10" fmla="*/ 4040057 w 4122630"/>
                    <a:gd name="connsiteY10" fmla="*/ 3240087 h 3687031"/>
                    <a:gd name="connsiteX11" fmla="*/ 3989257 w 4122630"/>
                    <a:gd name="connsiteY11" fmla="*/ 1627187 h 3687031"/>
                    <a:gd name="connsiteX12" fmla="*/ 2897057 w 4122630"/>
                    <a:gd name="connsiteY12" fmla="*/ 750887 h 3687031"/>
                    <a:gd name="connsiteX13" fmla="*/ 2096957 w 4122630"/>
                    <a:gd name="connsiteY13" fmla="*/ 890587 h 3687031"/>
                    <a:gd name="connsiteX14" fmla="*/ 2071557 w 4122630"/>
                    <a:gd name="connsiteY14" fmla="*/ 763587 h 3687031"/>
                    <a:gd name="connsiteX15" fmla="*/ 1766757 w 4122630"/>
                    <a:gd name="connsiteY15" fmla="*/ 192087 h 3687031"/>
                    <a:gd name="connsiteX16" fmla="*/ 1309557 w 4122630"/>
                    <a:gd name="connsiteY16" fmla="*/ 1587 h 3687031"/>
                    <a:gd name="connsiteX17" fmla="*/ 826957 w 4122630"/>
                    <a:gd name="connsiteY17" fmla="*/ 128587 h 3687031"/>
                    <a:gd name="connsiteX18" fmla="*/ 636457 w 4122630"/>
                    <a:gd name="connsiteY18" fmla="*/ 573087 h 3687031"/>
                    <a:gd name="connsiteX19" fmla="*/ 699957 w 4122630"/>
                    <a:gd name="connsiteY19" fmla="*/ 776287 h 3687031"/>
                    <a:gd name="connsiteX0" fmla="*/ 1449207 w 4122580"/>
                    <a:gd name="connsiteY0" fmla="*/ 1258887 h 3687031"/>
                    <a:gd name="connsiteX1" fmla="*/ 1246007 w 4122580"/>
                    <a:gd name="connsiteY1" fmla="*/ 1042987 h 3687031"/>
                    <a:gd name="connsiteX2" fmla="*/ 496707 w 4122580"/>
                    <a:gd name="connsiteY2" fmla="*/ 814387 h 3687031"/>
                    <a:gd name="connsiteX3" fmla="*/ 1407 w 4122580"/>
                    <a:gd name="connsiteY3" fmla="*/ 1487487 h 3687031"/>
                    <a:gd name="connsiteX4" fmla="*/ 369707 w 4122580"/>
                    <a:gd name="connsiteY4" fmla="*/ 2198687 h 3687031"/>
                    <a:gd name="connsiteX5" fmla="*/ 1004707 w 4122580"/>
                    <a:gd name="connsiteY5" fmla="*/ 2173287 h 3687031"/>
                    <a:gd name="connsiteX6" fmla="*/ 1131707 w 4122580"/>
                    <a:gd name="connsiteY6" fmla="*/ 2058987 h 3687031"/>
                    <a:gd name="connsiteX7" fmla="*/ 1055507 w 4122580"/>
                    <a:gd name="connsiteY7" fmla="*/ 2732087 h 3687031"/>
                    <a:gd name="connsiteX8" fmla="*/ 1754007 w 4122580"/>
                    <a:gd name="connsiteY8" fmla="*/ 3506787 h 3687031"/>
                    <a:gd name="connsiteX9" fmla="*/ 3405007 w 4122580"/>
                    <a:gd name="connsiteY9" fmla="*/ 3671887 h 3687031"/>
                    <a:gd name="connsiteX10" fmla="*/ 4040007 w 4122580"/>
                    <a:gd name="connsiteY10" fmla="*/ 3240087 h 3687031"/>
                    <a:gd name="connsiteX11" fmla="*/ 3989207 w 4122580"/>
                    <a:gd name="connsiteY11" fmla="*/ 1627187 h 3687031"/>
                    <a:gd name="connsiteX12" fmla="*/ 2897007 w 4122580"/>
                    <a:gd name="connsiteY12" fmla="*/ 750887 h 3687031"/>
                    <a:gd name="connsiteX13" fmla="*/ 2096907 w 4122580"/>
                    <a:gd name="connsiteY13" fmla="*/ 890587 h 3687031"/>
                    <a:gd name="connsiteX14" fmla="*/ 2071507 w 4122580"/>
                    <a:gd name="connsiteY14" fmla="*/ 763587 h 3687031"/>
                    <a:gd name="connsiteX15" fmla="*/ 1766707 w 4122580"/>
                    <a:gd name="connsiteY15" fmla="*/ 192087 h 3687031"/>
                    <a:gd name="connsiteX16" fmla="*/ 1309507 w 4122580"/>
                    <a:gd name="connsiteY16" fmla="*/ 1587 h 3687031"/>
                    <a:gd name="connsiteX17" fmla="*/ 826907 w 4122580"/>
                    <a:gd name="connsiteY17" fmla="*/ 128587 h 3687031"/>
                    <a:gd name="connsiteX18" fmla="*/ 636407 w 4122580"/>
                    <a:gd name="connsiteY18" fmla="*/ 573087 h 3687031"/>
                    <a:gd name="connsiteX19" fmla="*/ 699907 w 4122580"/>
                    <a:gd name="connsiteY19" fmla="*/ 776287 h 3687031"/>
                    <a:gd name="connsiteX0" fmla="*/ 1448421 w 4121794"/>
                    <a:gd name="connsiteY0" fmla="*/ 1258887 h 3687031"/>
                    <a:gd name="connsiteX1" fmla="*/ 1245221 w 4121794"/>
                    <a:gd name="connsiteY1" fmla="*/ 1042987 h 3687031"/>
                    <a:gd name="connsiteX2" fmla="*/ 495921 w 4121794"/>
                    <a:gd name="connsiteY2" fmla="*/ 814387 h 3687031"/>
                    <a:gd name="connsiteX3" fmla="*/ 621 w 4121794"/>
                    <a:gd name="connsiteY3" fmla="*/ 1487487 h 3687031"/>
                    <a:gd name="connsiteX4" fmla="*/ 407021 w 4121794"/>
                    <a:gd name="connsiteY4" fmla="*/ 2084387 h 3687031"/>
                    <a:gd name="connsiteX5" fmla="*/ 1003921 w 4121794"/>
                    <a:gd name="connsiteY5" fmla="*/ 2173287 h 3687031"/>
                    <a:gd name="connsiteX6" fmla="*/ 1130921 w 4121794"/>
                    <a:gd name="connsiteY6" fmla="*/ 2058987 h 3687031"/>
                    <a:gd name="connsiteX7" fmla="*/ 1054721 w 4121794"/>
                    <a:gd name="connsiteY7" fmla="*/ 2732087 h 3687031"/>
                    <a:gd name="connsiteX8" fmla="*/ 1753221 w 4121794"/>
                    <a:gd name="connsiteY8" fmla="*/ 3506787 h 3687031"/>
                    <a:gd name="connsiteX9" fmla="*/ 3404221 w 4121794"/>
                    <a:gd name="connsiteY9" fmla="*/ 3671887 h 3687031"/>
                    <a:gd name="connsiteX10" fmla="*/ 4039221 w 4121794"/>
                    <a:gd name="connsiteY10" fmla="*/ 3240087 h 3687031"/>
                    <a:gd name="connsiteX11" fmla="*/ 3988421 w 4121794"/>
                    <a:gd name="connsiteY11" fmla="*/ 1627187 h 3687031"/>
                    <a:gd name="connsiteX12" fmla="*/ 2896221 w 4121794"/>
                    <a:gd name="connsiteY12" fmla="*/ 750887 h 3687031"/>
                    <a:gd name="connsiteX13" fmla="*/ 2096121 w 4121794"/>
                    <a:gd name="connsiteY13" fmla="*/ 890587 h 3687031"/>
                    <a:gd name="connsiteX14" fmla="*/ 2070721 w 4121794"/>
                    <a:gd name="connsiteY14" fmla="*/ 763587 h 3687031"/>
                    <a:gd name="connsiteX15" fmla="*/ 1765921 w 4121794"/>
                    <a:gd name="connsiteY15" fmla="*/ 192087 h 3687031"/>
                    <a:gd name="connsiteX16" fmla="*/ 1308721 w 4121794"/>
                    <a:gd name="connsiteY16" fmla="*/ 1587 h 3687031"/>
                    <a:gd name="connsiteX17" fmla="*/ 826121 w 4121794"/>
                    <a:gd name="connsiteY17" fmla="*/ 128587 h 3687031"/>
                    <a:gd name="connsiteX18" fmla="*/ 635621 w 4121794"/>
                    <a:gd name="connsiteY18" fmla="*/ 573087 h 3687031"/>
                    <a:gd name="connsiteX19" fmla="*/ 699121 w 4121794"/>
                    <a:gd name="connsiteY19" fmla="*/ 776287 h 3687031"/>
                    <a:gd name="connsiteX0" fmla="*/ 1448421 w 4121794"/>
                    <a:gd name="connsiteY0" fmla="*/ 1258887 h 3687815"/>
                    <a:gd name="connsiteX1" fmla="*/ 1245221 w 4121794"/>
                    <a:gd name="connsiteY1" fmla="*/ 1042987 h 3687815"/>
                    <a:gd name="connsiteX2" fmla="*/ 495921 w 4121794"/>
                    <a:gd name="connsiteY2" fmla="*/ 814387 h 3687815"/>
                    <a:gd name="connsiteX3" fmla="*/ 621 w 4121794"/>
                    <a:gd name="connsiteY3" fmla="*/ 1487487 h 3687815"/>
                    <a:gd name="connsiteX4" fmla="*/ 407021 w 4121794"/>
                    <a:gd name="connsiteY4" fmla="*/ 2084387 h 3687815"/>
                    <a:gd name="connsiteX5" fmla="*/ 1003921 w 4121794"/>
                    <a:gd name="connsiteY5" fmla="*/ 2173287 h 3687815"/>
                    <a:gd name="connsiteX6" fmla="*/ 1130921 w 4121794"/>
                    <a:gd name="connsiteY6" fmla="*/ 2058987 h 3687815"/>
                    <a:gd name="connsiteX7" fmla="*/ 1143621 w 4121794"/>
                    <a:gd name="connsiteY7" fmla="*/ 2693987 h 3687815"/>
                    <a:gd name="connsiteX8" fmla="*/ 1753221 w 4121794"/>
                    <a:gd name="connsiteY8" fmla="*/ 3506787 h 3687815"/>
                    <a:gd name="connsiteX9" fmla="*/ 3404221 w 4121794"/>
                    <a:gd name="connsiteY9" fmla="*/ 3671887 h 3687815"/>
                    <a:gd name="connsiteX10" fmla="*/ 4039221 w 4121794"/>
                    <a:gd name="connsiteY10" fmla="*/ 3240087 h 3687815"/>
                    <a:gd name="connsiteX11" fmla="*/ 3988421 w 4121794"/>
                    <a:gd name="connsiteY11" fmla="*/ 1627187 h 3687815"/>
                    <a:gd name="connsiteX12" fmla="*/ 2896221 w 4121794"/>
                    <a:gd name="connsiteY12" fmla="*/ 750887 h 3687815"/>
                    <a:gd name="connsiteX13" fmla="*/ 2096121 w 4121794"/>
                    <a:gd name="connsiteY13" fmla="*/ 890587 h 3687815"/>
                    <a:gd name="connsiteX14" fmla="*/ 2070721 w 4121794"/>
                    <a:gd name="connsiteY14" fmla="*/ 763587 h 3687815"/>
                    <a:gd name="connsiteX15" fmla="*/ 1765921 w 4121794"/>
                    <a:gd name="connsiteY15" fmla="*/ 192087 h 3687815"/>
                    <a:gd name="connsiteX16" fmla="*/ 1308721 w 4121794"/>
                    <a:gd name="connsiteY16" fmla="*/ 1587 h 3687815"/>
                    <a:gd name="connsiteX17" fmla="*/ 826121 w 4121794"/>
                    <a:gd name="connsiteY17" fmla="*/ 128587 h 3687815"/>
                    <a:gd name="connsiteX18" fmla="*/ 635621 w 4121794"/>
                    <a:gd name="connsiteY18" fmla="*/ 573087 h 3687815"/>
                    <a:gd name="connsiteX19" fmla="*/ 699121 w 4121794"/>
                    <a:gd name="connsiteY19" fmla="*/ 776287 h 3687815"/>
                    <a:gd name="connsiteX0" fmla="*/ 1448421 w 4121794"/>
                    <a:gd name="connsiteY0" fmla="*/ 1258887 h 3677349"/>
                    <a:gd name="connsiteX1" fmla="*/ 1245221 w 4121794"/>
                    <a:gd name="connsiteY1" fmla="*/ 1042987 h 3677349"/>
                    <a:gd name="connsiteX2" fmla="*/ 495921 w 4121794"/>
                    <a:gd name="connsiteY2" fmla="*/ 814387 h 3677349"/>
                    <a:gd name="connsiteX3" fmla="*/ 621 w 4121794"/>
                    <a:gd name="connsiteY3" fmla="*/ 1487487 h 3677349"/>
                    <a:gd name="connsiteX4" fmla="*/ 407021 w 4121794"/>
                    <a:gd name="connsiteY4" fmla="*/ 2084387 h 3677349"/>
                    <a:gd name="connsiteX5" fmla="*/ 1003921 w 4121794"/>
                    <a:gd name="connsiteY5" fmla="*/ 2173287 h 3677349"/>
                    <a:gd name="connsiteX6" fmla="*/ 1130921 w 4121794"/>
                    <a:gd name="connsiteY6" fmla="*/ 2058987 h 3677349"/>
                    <a:gd name="connsiteX7" fmla="*/ 1143621 w 4121794"/>
                    <a:gd name="connsiteY7" fmla="*/ 2693987 h 3677349"/>
                    <a:gd name="connsiteX8" fmla="*/ 2007221 w 4121794"/>
                    <a:gd name="connsiteY8" fmla="*/ 3430587 h 3677349"/>
                    <a:gd name="connsiteX9" fmla="*/ 3404221 w 4121794"/>
                    <a:gd name="connsiteY9" fmla="*/ 3671887 h 3677349"/>
                    <a:gd name="connsiteX10" fmla="*/ 4039221 w 4121794"/>
                    <a:gd name="connsiteY10" fmla="*/ 3240087 h 3677349"/>
                    <a:gd name="connsiteX11" fmla="*/ 3988421 w 4121794"/>
                    <a:gd name="connsiteY11" fmla="*/ 1627187 h 3677349"/>
                    <a:gd name="connsiteX12" fmla="*/ 2896221 w 4121794"/>
                    <a:gd name="connsiteY12" fmla="*/ 750887 h 3677349"/>
                    <a:gd name="connsiteX13" fmla="*/ 2096121 w 4121794"/>
                    <a:gd name="connsiteY13" fmla="*/ 890587 h 3677349"/>
                    <a:gd name="connsiteX14" fmla="*/ 2070721 w 4121794"/>
                    <a:gd name="connsiteY14" fmla="*/ 763587 h 3677349"/>
                    <a:gd name="connsiteX15" fmla="*/ 1765921 w 4121794"/>
                    <a:gd name="connsiteY15" fmla="*/ 192087 h 3677349"/>
                    <a:gd name="connsiteX16" fmla="*/ 1308721 w 4121794"/>
                    <a:gd name="connsiteY16" fmla="*/ 1587 h 3677349"/>
                    <a:gd name="connsiteX17" fmla="*/ 826121 w 4121794"/>
                    <a:gd name="connsiteY17" fmla="*/ 128587 h 3677349"/>
                    <a:gd name="connsiteX18" fmla="*/ 635621 w 4121794"/>
                    <a:gd name="connsiteY18" fmla="*/ 573087 h 3677349"/>
                    <a:gd name="connsiteX19" fmla="*/ 699121 w 4121794"/>
                    <a:gd name="connsiteY19" fmla="*/ 776287 h 3677349"/>
                    <a:gd name="connsiteX0" fmla="*/ 1448421 w 4121794"/>
                    <a:gd name="connsiteY0" fmla="*/ 1258887 h 3677349"/>
                    <a:gd name="connsiteX1" fmla="*/ 1181721 w 4121794"/>
                    <a:gd name="connsiteY1" fmla="*/ 1144587 h 3677349"/>
                    <a:gd name="connsiteX2" fmla="*/ 495921 w 4121794"/>
                    <a:gd name="connsiteY2" fmla="*/ 814387 h 3677349"/>
                    <a:gd name="connsiteX3" fmla="*/ 621 w 4121794"/>
                    <a:gd name="connsiteY3" fmla="*/ 1487487 h 3677349"/>
                    <a:gd name="connsiteX4" fmla="*/ 407021 w 4121794"/>
                    <a:gd name="connsiteY4" fmla="*/ 2084387 h 3677349"/>
                    <a:gd name="connsiteX5" fmla="*/ 1003921 w 4121794"/>
                    <a:gd name="connsiteY5" fmla="*/ 2173287 h 3677349"/>
                    <a:gd name="connsiteX6" fmla="*/ 1130921 w 4121794"/>
                    <a:gd name="connsiteY6" fmla="*/ 2058987 h 3677349"/>
                    <a:gd name="connsiteX7" fmla="*/ 1143621 w 4121794"/>
                    <a:gd name="connsiteY7" fmla="*/ 2693987 h 3677349"/>
                    <a:gd name="connsiteX8" fmla="*/ 2007221 w 4121794"/>
                    <a:gd name="connsiteY8" fmla="*/ 3430587 h 3677349"/>
                    <a:gd name="connsiteX9" fmla="*/ 3404221 w 4121794"/>
                    <a:gd name="connsiteY9" fmla="*/ 3671887 h 3677349"/>
                    <a:gd name="connsiteX10" fmla="*/ 4039221 w 4121794"/>
                    <a:gd name="connsiteY10" fmla="*/ 3240087 h 3677349"/>
                    <a:gd name="connsiteX11" fmla="*/ 3988421 w 4121794"/>
                    <a:gd name="connsiteY11" fmla="*/ 1627187 h 3677349"/>
                    <a:gd name="connsiteX12" fmla="*/ 2896221 w 4121794"/>
                    <a:gd name="connsiteY12" fmla="*/ 750887 h 3677349"/>
                    <a:gd name="connsiteX13" fmla="*/ 2096121 w 4121794"/>
                    <a:gd name="connsiteY13" fmla="*/ 890587 h 3677349"/>
                    <a:gd name="connsiteX14" fmla="*/ 2070721 w 4121794"/>
                    <a:gd name="connsiteY14" fmla="*/ 763587 h 3677349"/>
                    <a:gd name="connsiteX15" fmla="*/ 1765921 w 4121794"/>
                    <a:gd name="connsiteY15" fmla="*/ 192087 h 3677349"/>
                    <a:gd name="connsiteX16" fmla="*/ 1308721 w 4121794"/>
                    <a:gd name="connsiteY16" fmla="*/ 1587 h 3677349"/>
                    <a:gd name="connsiteX17" fmla="*/ 826121 w 4121794"/>
                    <a:gd name="connsiteY17" fmla="*/ 128587 h 3677349"/>
                    <a:gd name="connsiteX18" fmla="*/ 635621 w 4121794"/>
                    <a:gd name="connsiteY18" fmla="*/ 573087 h 3677349"/>
                    <a:gd name="connsiteX19" fmla="*/ 699121 w 4121794"/>
                    <a:gd name="connsiteY19" fmla="*/ 776287 h 3677349"/>
                    <a:gd name="connsiteX0" fmla="*/ 1448421 w 4121794"/>
                    <a:gd name="connsiteY0" fmla="*/ 1397502 h 3815964"/>
                    <a:gd name="connsiteX1" fmla="*/ 1181721 w 4121794"/>
                    <a:gd name="connsiteY1" fmla="*/ 1283202 h 3815964"/>
                    <a:gd name="connsiteX2" fmla="*/ 495921 w 4121794"/>
                    <a:gd name="connsiteY2" fmla="*/ 953002 h 3815964"/>
                    <a:gd name="connsiteX3" fmla="*/ 621 w 4121794"/>
                    <a:gd name="connsiteY3" fmla="*/ 1626102 h 3815964"/>
                    <a:gd name="connsiteX4" fmla="*/ 407021 w 4121794"/>
                    <a:gd name="connsiteY4" fmla="*/ 2223002 h 3815964"/>
                    <a:gd name="connsiteX5" fmla="*/ 1003921 w 4121794"/>
                    <a:gd name="connsiteY5" fmla="*/ 2311902 h 3815964"/>
                    <a:gd name="connsiteX6" fmla="*/ 1130921 w 4121794"/>
                    <a:gd name="connsiteY6" fmla="*/ 2197602 h 3815964"/>
                    <a:gd name="connsiteX7" fmla="*/ 1143621 w 4121794"/>
                    <a:gd name="connsiteY7" fmla="*/ 2832602 h 3815964"/>
                    <a:gd name="connsiteX8" fmla="*/ 2007221 w 4121794"/>
                    <a:gd name="connsiteY8" fmla="*/ 3569202 h 3815964"/>
                    <a:gd name="connsiteX9" fmla="*/ 3404221 w 4121794"/>
                    <a:gd name="connsiteY9" fmla="*/ 3810502 h 3815964"/>
                    <a:gd name="connsiteX10" fmla="*/ 4039221 w 4121794"/>
                    <a:gd name="connsiteY10" fmla="*/ 3378702 h 3815964"/>
                    <a:gd name="connsiteX11" fmla="*/ 3988421 w 4121794"/>
                    <a:gd name="connsiteY11" fmla="*/ 1765802 h 3815964"/>
                    <a:gd name="connsiteX12" fmla="*/ 2896221 w 4121794"/>
                    <a:gd name="connsiteY12" fmla="*/ 889502 h 3815964"/>
                    <a:gd name="connsiteX13" fmla="*/ 2096121 w 4121794"/>
                    <a:gd name="connsiteY13" fmla="*/ 1029202 h 3815964"/>
                    <a:gd name="connsiteX14" fmla="*/ 2070721 w 4121794"/>
                    <a:gd name="connsiteY14" fmla="*/ 902202 h 3815964"/>
                    <a:gd name="connsiteX15" fmla="*/ 1765921 w 4121794"/>
                    <a:gd name="connsiteY15" fmla="*/ 330702 h 3815964"/>
                    <a:gd name="connsiteX16" fmla="*/ 1423021 w 4121794"/>
                    <a:gd name="connsiteY16" fmla="*/ 502 h 3815964"/>
                    <a:gd name="connsiteX17" fmla="*/ 826121 w 4121794"/>
                    <a:gd name="connsiteY17" fmla="*/ 267202 h 3815964"/>
                    <a:gd name="connsiteX18" fmla="*/ 635621 w 4121794"/>
                    <a:gd name="connsiteY18" fmla="*/ 711702 h 3815964"/>
                    <a:gd name="connsiteX19" fmla="*/ 699121 w 4121794"/>
                    <a:gd name="connsiteY19" fmla="*/ 914902 h 3815964"/>
                    <a:gd name="connsiteX0" fmla="*/ 1448421 w 4121794"/>
                    <a:gd name="connsiteY0" fmla="*/ 1411791 h 3830253"/>
                    <a:gd name="connsiteX1" fmla="*/ 1181721 w 4121794"/>
                    <a:gd name="connsiteY1" fmla="*/ 1297491 h 3830253"/>
                    <a:gd name="connsiteX2" fmla="*/ 495921 w 4121794"/>
                    <a:gd name="connsiteY2" fmla="*/ 967291 h 3830253"/>
                    <a:gd name="connsiteX3" fmla="*/ 621 w 4121794"/>
                    <a:gd name="connsiteY3" fmla="*/ 1640391 h 3830253"/>
                    <a:gd name="connsiteX4" fmla="*/ 407021 w 4121794"/>
                    <a:gd name="connsiteY4" fmla="*/ 2237291 h 3830253"/>
                    <a:gd name="connsiteX5" fmla="*/ 1003921 w 4121794"/>
                    <a:gd name="connsiteY5" fmla="*/ 2326191 h 3830253"/>
                    <a:gd name="connsiteX6" fmla="*/ 1130921 w 4121794"/>
                    <a:gd name="connsiteY6" fmla="*/ 2211891 h 3830253"/>
                    <a:gd name="connsiteX7" fmla="*/ 1143621 w 4121794"/>
                    <a:gd name="connsiteY7" fmla="*/ 2846891 h 3830253"/>
                    <a:gd name="connsiteX8" fmla="*/ 2007221 w 4121794"/>
                    <a:gd name="connsiteY8" fmla="*/ 3583491 h 3830253"/>
                    <a:gd name="connsiteX9" fmla="*/ 3404221 w 4121794"/>
                    <a:gd name="connsiteY9" fmla="*/ 3824791 h 3830253"/>
                    <a:gd name="connsiteX10" fmla="*/ 4039221 w 4121794"/>
                    <a:gd name="connsiteY10" fmla="*/ 3392991 h 3830253"/>
                    <a:gd name="connsiteX11" fmla="*/ 3988421 w 4121794"/>
                    <a:gd name="connsiteY11" fmla="*/ 1780091 h 3830253"/>
                    <a:gd name="connsiteX12" fmla="*/ 2896221 w 4121794"/>
                    <a:gd name="connsiteY12" fmla="*/ 903791 h 3830253"/>
                    <a:gd name="connsiteX13" fmla="*/ 2096121 w 4121794"/>
                    <a:gd name="connsiteY13" fmla="*/ 1043491 h 3830253"/>
                    <a:gd name="connsiteX14" fmla="*/ 2070721 w 4121794"/>
                    <a:gd name="connsiteY14" fmla="*/ 916491 h 3830253"/>
                    <a:gd name="connsiteX15" fmla="*/ 1765921 w 4121794"/>
                    <a:gd name="connsiteY15" fmla="*/ 344991 h 3830253"/>
                    <a:gd name="connsiteX16" fmla="*/ 1423021 w 4121794"/>
                    <a:gd name="connsiteY16" fmla="*/ 14791 h 3830253"/>
                    <a:gd name="connsiteX17" fmla="*/ 826121 w 4121794"/>
                    <a:gd name="connsiteY17" fmla="*/ 281491 h 3830253"/>
                    <a:gd name="connsiteX18" fmla="*/ 635621 w 4121794"/>
                    <a:gd name="connsiteY18" fmla="*/ 725991 h 3830253"/>
                    <a:gd name="connsiteX19" fmla="*/ 699121 w 4121794"/>
                    <a:gd name="connsiteY19" fmla="*/ 929191 h 3830253"/>
                    <a:gd name="connsiteX0" fmla="*/ 1448421 w 4121794"/>
                    <a:gd name="connsiteY0" fmla="*/ 1351676 h 3770138"/>
                    <a:gd name="connsiteX1" fmla="*/ 1181721 w 4121794"/>
                    <a:gd name="connsiteY1" fmla="*/ 1237376 h 3770138"/>
                    <a:gd name="connsiteX2" fmla="*/ 495921 w 4121794"/>
                    <a:gd name="connsiteY2" fmla="*/ 907176 h 3770138"/>
                    <a:gd name="connsiteX3" fmla="*/ 621 w 4121794"/>
                    <a:gd name="connsiteY3" fmla="*/ 1580276 h 3770138"/>
                    <a:gd name="connsiteX4" fmla="*/ 407021 w 4121794"/>
                    <a:gd name="connsiteY4" fmla="*/ 2177176 h 3770138"/>
                    <a:gd name="connsiteX5" fmla="*/ 1003921 w 4121794"/>
                    <a:gd name="connsiteY5" fmla="*/ 2266076 h 3770138"/>
                    <a:gd name="connsiteX6" fmla="*/ 1130921 w 4121794"/>
                    <a:gd name="connsiteY6" fmla="*/ 2151776 h 3770138"/>
                    <a:gd name="connsiteX7" fmla="*/ 1143621 w 4121794"/>
                    <a:gd name="connsiteY7" fmla="*/ 2786776 h 3770138"/>
                    <a:gd name="connsiteX8" fmla="*/ 2007221 w 4121794"/>
                    <a:gd name="connsiteY8" fmla="*/ 3523376 h 3770138"/>
                    <a:gd name="connsiteX9" fmla="*/ 3404221 w 4121794"/>
                    <a:gd name="connsiteY9" fmla="*/ 3764676 h 3770138"/>
                    <a:gd name="connsiteX10" fmla="*/ 4039221 w 4121794"/>
                    <a:gd name="connsiteY10" fmla="*/ 3332876 h 3770138"/>
                    <a:gd name="connsiteX11" fmla="*/ 3988421 w 4121794"/>
                    <a:gd name="connsiteY11" fmla="*/ 1719976 h 3770138"/>
                    <a:gd name="connsiteX12" fmla="*/ 2896221 w 4121794"/>
                    <a:gd name="connsiteY12" fmla="*/ 843676 h 3770138"/>
                    <a:gd name="connsiteX13" fmla="*/ 2096121 w 4121794"/>
                    <a:gd name="connsiteY13" fmla="*/ 983376 h 3770138"/>
                    <a:gd name="connsiteX14" fmla="*/ 2070721 w 4121794"/>
                    <a:gd name="connsiteY14" fmla="*/ 856376 h 3770138"/>
                    <a:gd name="connsiteX15" fmla="*/ 1765921 w 4121794"/>
                    <a:gd name="connsiteY15" fmla="*/ 284876 h 3770138"/>
                    <a:gd name="connsiteX16" fmla="*/ 1765921 w 4121794"/>
                    <a:gd name="connsiteY16" fmla="*/ 18176 h 3770138"/>
                    <a:gd name="connsiteX17" fmla="*/ 826121 w 4121794"/>
                    <a:gd name="connsiteY17" fmla="*/ 221376 h 3770138"/>
                    <a:gd name="connsiteX18" fmla="*/ 635621 w 4121794"/>
                    <a:gd name="connsiteY18" fmla="*/ 665876 h 3770138"/>
                    <a:gd name="connsiteX19" fmla="*/ 699121 w 4121794"/>
                    <a:gd name="connsiteY19" fmla="*/ 869076 h 3770138"/>
                    <a:gd name="connsiteX0" fmla="*/ 1448421 w 4121794"/>
                    <a:gd name="connsiteY0" fmla="*/ 1337417 h 3755879"/>
                    <a:gd name="connsiteX1" fmla="*/ 1181721 w 4121794"/>
                    <a:gd name="connsiteY1" fmla="*/ 1223117 h 3755879"/>
                    <a:gd name="connsiteX2" fmla="*/ 495921 w 4121794"/>
                    <a:gd name="connsiteY2" fmla="*/ 892917 h 3755879"/>
                    <a:gd name="connsiteX3" fmla="*/ 621 w 4121794"/>
                    <a:gd name="connsiteY3" fmla="*/ 1566017 h 3755879"/>
                    <a:gd name="connsiteX4" fmla="*/ 407021 w 4121794"/>
                    <a:gd name="connsiteY4" fmla="*/ 2162917 h 3755879"/>
                    <a:gd name="connsiteX5" fmla="*/ 1003921 w 4121794"/>
                    <a:gd name="connsiteY5" fmla="*/ 2251817 h 3755879"/>
                    <a:gd name="connsiteX6" fmla="*/ 1130921 w 4121794"/>
                    <a:gd name="connsiteY6" fmla="*/ 2137517 h 3755879"/>
                    <a:gd name="connsiteX7" fmla="*/ 1143621 w 4121794"/>
                    <a:gd name="connsiteY7" fmla="*/ 2772517 h 3755879"/>
                    <a:gd name="connsiteX8" fmla="*/ 2007221 w 4121794"/>
                    <a:gd name="connsiteY8" fmla="*/ 3509117 h 3755879"/>
                    <a:gd name="connsiteX9" fmla="*/ 3404221 w 4121794"/>
                    <a:gd name="connsiteY9" fmla="*/ 3750417 h 3755879"/>
                    <a:gd name="connsiteX10" fmla="*/ 4039221 w 4121794"/>
                    <a:gd name="connsiteY10" fmla="*/ 3318617 h 3755879"/>
                    <a:gd name="connsiteX11" fmla="*/ 3988421 w 4121794"/>
                    <a:gd name="connsiteY11" fmla="*/ 1705717 h 3755879"/>
                    <a:gd name="connsiteX12" fmla="*/ 2896221 w 4121794"/>
                    <a:gd name="connsiteY12" fmla="*/ 829417 h 3755879"/>
                    <a:gd name="connsiteX13" fmla="*/ 2096121 w 4121794"/>
                    <a:gd name="connsiteY13" fmla="*/ 969117 h 3755879"/>
                    <a:gd name="connsiteX14" fmla="*/ 2070721 w 4121794"/>
                    <a:gd name="connsiteY14" fmla="*/ 842117 h 3755879"/>
                    <a:gd name="connsiteX15" fmla="*/ 1867521 w 4121794"/>
                    <a:gd name="connsiteY15" fmla="*/ 372217 h 3755879"/>
                    <a:gd name="connsiteX16" fmla="*/ 1765921 w 4121794"/>
                    <a:gd name="connsiteY16" fmla="*/ 3917 h 3755879"/>
                    <a:gd name="connsiteX17" fmla="*/ 826121 w 4121794"/>
                    <a:gd name="connsiteY17" fmla="*/ 207117 h 3755879"/>
                    <a:gd name="connsiteX18" fmla="*/ 635621 w 4121794"/>
                    <a:gd name="connsiteY18" fmla="*/ 651617 h 3755879"/>
                    <a:gd name="connsiteX19" fmla="*/ 699121 w 4121794"/>
                    <a:gd name="connsiteY19" fmla="*/ 854817 h 3755879"/>
                    <a:gd name="connsiteX0" fmla="*/ 1448421 w 4121794"/>
                    <a:gd name="connsiteY0" fmla="*/ 1336458 h 3754920"/>
                    <a:gd name="connsiteX1" fmla="*/ 1181721 w 4121794"/>
                    <a:gd name="connsiteY1" fmla="*/ 1222158 h 3754920"/>
                    <a:gd name="connsiteX2" fmla="*/ 495921 w 4121794"/>
                    <a:gd name="connsiteY2" fmla="*/ 891958 h 3754920"/>
                    <a:gd name="connsiteX3" fmla="*/ 621 w 4121794"/>
                    <a:gd name="connsiteY3" fmla="*/ 1565058 h 3754920"/>
                    <a:gd name="connsiteX4" fmla="*/ 407021 w 4121794"/>
                    <a:gd name="connsiteY4" fmla="*/ 2161958 h 3754920"/>
                    <a:gd name="connsiteX5" fmla="*/ 1003921 w 4121794"/>
                    <a:gd name="connsiteY5" fmla="*/ 2250858 h 3754920"/>
                    <a:gd name="connsiteX6" fmla="*/ 1130921 w 4121794"/>
                    <a:gd name="connsiteY6" fmla="*/ 2136558 h 3754920"/>
                    <a:gd name="connsiteX7" fmla="*/ 1143621 w 4121794"/>
                    <a:gd name="connsiteY7" fmla="*/ 2771558 h 3754920"/>
                    <a:gd name="connsiteX8" fmla="*/ 2007221 w 4121794"/>
                    <a:gd name="connsiteY8" fmla="*/ 3508158 h 3754920"/>
                    <a:gd name="connsiteX9" fmla="*/ 3404221 w 4121794"/>
                    <a:gd name="connsiteY9" fmla="*/ 3749458 h 3754920"/>
                    <a:gd name="connsiteX10" fmla="*/ 4039221 w 4121794"/>
                    <a:gd name="connsiteY10" fmla="*/ 3317658 h 3754920"/>
                    <a:gd name="connsiteX11" fmla="*/ 3988421 w 4121794"/>
                    <a:gd name="connsiteY11" fmla="*/ 1704758 h 3754920"/>
                    <a:gd name="connsiteX12" fmla="*/ 2896221 w 4121794"/>
                    <a:gd name="connsiteY12" fmla="*/ 828458 h 3754920"/>
                    <a:gd name="connsiteX13" fmla="*/ 2096121 w 4121794"/>
                    <a:gd name="connsiteY13" fmla="*/ 968158 h 3754920"/>
                    <a:gd name="connsiteX14" fmla="*/ 2070721 w 4121794"/>
                    <a:gd name="connsiteY14" fmla="*/ 841158 h 3754920"/>
                    <a:gd name="connsiteX15" fmla="*/ 1702421 w 4121794"/>
                    <a:gd name="connsiteY15" fmla="*/ 345858 h 3754920"/>
                    <a:gd name="connsiteX16" fmla="*/ 1765921 w 4121794"/>
                    <a:gd name="connsiteY16" fmla="*/ 2958 h 3754920"/>
                    <a:gd name="connsiteX17" fmla="*/ 826121 w 4121794"/>
                    <a:gd name="connsiteY17" fmla="*/ 206158 h 3754920"/>
                    <a:gd name="connsiteX18" fmla="*/ 635621 w 4121794"/>
                    <a:gd name="connsiteY18" fmla="*/ 650658 h 3754920"/>
                    <a:gd name="connsiteX19" fmla="*/ 699121 w 4121794"/>
                    <a:gd name="connsiteY19" fmla="*/ 853858 h 3754920"/>
                    <a:gd name="connsiteX0" fmla="*/ 1448421 w 4121794"/>
                    <a:gd name="connsiteY0" fmla="*/ 1336458 h 3754920"/>
                    <a:gd name="connsiteX1" fmla="*/ 1181721 w 4121794"/>
                    <a:gd name="connsiteY1" fmla="*/ 1222158 h 3754920"/>
                    <a:gd name="connsiteX2" fmla="*/ 495921 w 4121794"/>
                    <a:gd name="connsiteY2" fmla="*/ 891958 h 3754920"/>
                    <a:gd name="connsiteX3" fmla="*/ 621 w 4121794"/>
                    <a:gd name="connsiteY3" fmla="*/ 1565058 h 3754920"/>
                    <a:gd name="connsiteX4" fmla="*/ 407021 w 4121794"/>
                    <a:gd name="connsiteY4" fmla="*/ 2161958 h 3754920"/>
                    <a:gd name="connsiteX5" fmla="*/ 1003921 w 4121794"/>
                    <a:gd name="connsiteY5" fmla="*/ 2250858 h 3754920"/>
                    <a:gd name="connsiteX6" fmla="*/ 1130921 w 4121794"/>
                    <a:gd name="connsiteY6" fmla="*/ 2136558 h 3754920"/>
                    <a:gd name="connsiteX7" fmla="*/ 1143621 w 4121794"/>
                    <a:gd name="connsiteY7" fmla="*/ 2771558 h 3754920"/>
                    <a:gd name="connsiteX8" fmla="*/ 2007221 w 4121794"/>
                    <a:gd name="connsiteY8" fmla="*/ 3508158 h 3754920"/>
                    <a:gd name="connsiteX9" fmla="*/ 3404221 w 4121794"/>
                    <a:gd name="connsiteY9" fmla="*/ 3749458 h 3754920"/>
                    <a:gd name="connsiteX10" fmla="*/ 4039221 w 4121794"/>
                    <a:gd name="connsiteY10" fmla="*/ 3317658 h 3754920"/>
                    <a:gd name="connsiteX11" fmla="*/ 3988421 w 4121794"/>
                    <a:gd name="connsiteY11" fmla="*/ 1704758 h 3754920"/>
                    <a:gd name="connsiteX12" fmla="*/ 2896221 w 4121794"/>
                    <a:gd name="connsiteY12" fmla="*/ 828458 h 3754920"/>
                    <a:gd name="connsiteX13" fmla="*/ 2096121 w 4121794"/>
                    <a:gd name="connsiteY13" fmla="*/ 968158 h 3754920"/>
                    <a:gd name="connsiteX14" fmla="*/ 2096121 w 4121794"/>
                    <a:gd name="connsiteY14" fmla="*/ 676058 h 3754920"/>
                    <a:gd name="connsiteX15" fmla="*/ 1702421 w 4121794"/>
                    <a:gd name="connsiteY15" fmla="*/ 345858 h 3754920"/>
                    <a:gd name="connsiteX16" fmla="*/ 1765921 w 4121794"/>
                    <a:gd name="connsiteY16" fmla="*/ 2958 h 3754920"/>
                    <a:gd name="connsiteX17" fmla="*/ 826121 w 4121794"/>
                    <a:gd name="connsiteY17" fmla="*/ 206158 h 3754920"/>
                    <a:gd name="connsiteX18" fmla="*/ 635621 w 4121794"/>
                    <a:gd name="connsiteY18" fmla="*/ 650658 h 3754920"/>
                    <a:gd name="connsiteX19" fmla="*/ 699121 w 4121794"/>
                    <a:gd name="connsiteY19" fmla="*/ 853858 h 3754920"/>
                    <a:gd name="connsiteX0" fmla="*/ 1448421 w 4121794"/>
                    <a:gd name="connsiteY0" fmla="*/ 1336458 h 3754920"/>
                    <a:gd name="connsiteX1" fmla="*/ 1181721 w 4121794"/>
                    <a:gd name="connsiteY1" fmla="*/ 1222158 h 3754920"/>
                    <a:gd name="connsiteX2" fmla="*/ 495921 w 4121794"/>
                    <a:gd name="connsiteY2" fmla="*/ 891958 h 3754920"/>
                    <a:gd name="connsiteX3" fmla="*/ 621 w 4121794"/>
                    <a:gd name="connsiteY3" fmla="*/ 1565058 h 3754920"/>
                    <a:gd name="connsiteX4" fmla="*/ 407021 w 4121794"/>
                    <a:gd name="connsiteY4" fmla="*/ 2161958 h 3754920"/>
                    <a:gd name="connsiteX5" fmla="*/ 1003921 w 4121794"/>
                    <a:gd name="connsiteY5" fmla="*/ 2250858 h 3754920"/>
                    <a:gd name="connsiteX6" fmla="*/ 1130921 w 4121794"/>
                    <a:gd name="connsiteY6" fmla="*/ 2136558 h 3754920"/>
                    <a:gd name="connsiteX7" fmla="*/ 1143621 w 4121794"/>
                    <a:gd name="connsiteY7" fmla="*/ 2771558 h 3754920"/>
                    <a:gd name="connsiteX8" fmla="*/ 2007221 w 4121794"/>
                    <a:gd name="connsiteY8" fmla="*/ 3508158 h 3754920"/>
                    <a:gd name="connsiteX9" fmla="*/ 3404221 w 4121794"/>
                    <a:gd name="connsiteY9" fmla="*/ 3749458 h 3754920"/>
                    <a:gd name="connsiteX10" fmla="*/ 4039221 w 4121794"/>
                    <a:gd name="connsiteY10" fmla="*/ 3317658 h 3754920"/>
                    <a:gd name="connsiteX11" fmla="*/ 3988421 w 4121794"/>
                    <a:gd name="connsiteY11" fmla="*/ 1704758 h 3754920"/>
                    <a:gd name="connsiteX12" fmla="*/ 2896221 w 4121794"/>
                    <a:gd name="connsiteY12" fmla="*/ 828458 h 3754920"/>
                    <a:gd name="connsiteX13" fmla="*/ 1956421 w 4121794"/>
                    <a:gd name="connsiteY13" fmla="*/ 968158 h 3754920"/>
                    <a:gd name="connsiteX14" fmla="*/ 2096121 w 4121794"/>
                    <a:gd name="connsiteY14" fmla="*/ 676058 h 3754920"/>
                    <a:gd name="connsiteX15" fmla="*/ 1702421 w 4121794"/>
                    <a:gd name="connsiteY15" fmla="*/ 345858 h 3754920"/>
                    <a:gd name="connsiteX16" fmla="*/ 1765921 w 4121794"/>
                    <a:gd name="connsiteY16" fmla="*/ 2958 h 3754920"/>
                    <a:gd name="connsiteX17" fmla="*/ 826121 w 4121794"/>
                    <a:gd name="connsiteY17" fmla="*/ 206158 h 3754920"/>
                    <a:gd name="connsiteX18" fmla="*/ 635621 w 4121794"/>
                    <a:gd name="connsiteY18" fmla="*/ 650658 h 3754920"/>
                    <a:gd name="connsiteX19" fmla="*/ 699121 w 4121794"/>
                    <a:gd name="connsiteY19" fmla="*/ 853858 h 3754920"/>
                    <a:gd name="connsiteX0" fmla="*/ 1448421 w 4121794"/>
                    <a:gd name="connsiteY0" fmla="*/ 1336458 h 3754920"/>
                    <a:gd name="connsiteX1" fmla="*/ 1181721 w 4121794"/>
                    <a:gd name="connsiteY1" fmla="*/ 1222158 h 3754920"/>
                    <a:gd name="connsiteX2" fmla="*/ 495921 w 4121794"/>
                    <a:gd name="connsiteY2" fmla="*/ 891958 h 3754920"/>
                    <a:gd name="connsiteX3" fmla="*/ 621 w 4121794"/>
                    <a:gd name="connsiteY3" fmla="*/ 1565058 h 3754920"/>
                    <a:gd name="connsiteX4" fmla="*/ 407021 w 4121794"/>
                    <a:gd name="connsiteY4" fmla="*/ 2161958 h 3754920"/>
                    <a:gd name="connsiteX5" fmla="*/ 1003921 w 4121794"/>
                    <a:gd name="connsiteY5" fmla="*/ 2250858 h 3754920"/>
                    <a:gd name="connsiteX6" fmla="*/ 1130921 w 4121794"/>
                    <a:gd name="connsiteY6" fmla="*/ 2136558 h 3754920"/>
                    <a:gd name="connsiteX7" fmla="*/ 1143621 w 4121794"/>
                    <a:gd name="connsiteY7" fmla="*/ 2771558 h 3754920"/>
                    <a:gd name="connsiteX8" fmla="*/ 2007221 w 4121794"/>
                    <a:gd name="connsiteY8" fmla="*/ 3508158 h 3754920"/>
                    <a:gd name="connsiteX9" fmla="*/ 3404221 w 4121794"/>
                    <a:gd name="connsiteY9" fmla="*/ 3749458 h 3754920"/>
                    <a:gd name="connsiteX10" fmla="*/ 4039221 w 4121794"/>
                    <a:gd name="connsiteY10" fmla="*/ 3317658 h 3754920"/>
                    <a:gd name="connsiteX11" fmla="*/ 3988421 w 4121794"/>
                    <a:gd name="connsiteY11" fmla="*/ 1704758 h 3754920"/>
                    <a:gd name="connsiteX12" fmla="*/ 2896221 w 4121794"/>
                    <a:gd name="connsiteY12" fmla="*/ 828458 h 3754920"/>
                    <a:gd name="connsiteX13" fmla="*/ 1956421 w 4121794"/>
                    <a:gd name="connsiteY13" fmla="*/ 968158 h 3754920"/>
                    <a:gd name="connsiteX14" fmla="*/ 2185021 w 4121794"/>
                    <a:gd name="connsiteY14" fmla="*/ 803058 h 3754920"/>
                    <a:gd name="connsiteX15" fmla="*/ 1702421 w 4121794"/>
                    <a:gd name="connsiteY15" fmla="*/ 345858 h 3754920"/>
                    <a:gd name="connsiteX16" fmla="*/ 1765921 w 4121794"/>
                    <a:gd name="connsiteY16" fmla="*/ 2958 h 3754920"/>
                    <a:gd name="connsiteX17" fmla="*/ 826121 w 4121794"/>
                    <a:gd name="connsiteY17" fmla="*/ 206158 h 3754920"/>
                    <a:gd name="connsiteX18" fmla="*/ 635621 w 4121794"/>
                    <a:gd name="connsiteY18" fmla="*/ 650658 h 3754920"/>
                    <a:gd name="connsiteX19" fmla="*/ 699121 w 4121794"/>
                    <a:gd name="connsiteY19" fmla="*/ 853858 h 3754920"/>
                    <a:gd name="connsiteX0" fmla="*/ 1448421 w 4121794"/>
                    <a:gd name="connsiteY0" fmla="*/ 1336458 h 3754920"/>
                    <a:gd name="connsiteX1" fmla="*/ 1181721 w 4121794"/>
                    <a:gd name="connsiteY1" fmla="*/ 1222158 h 3754920"/>
                    <a:gd name="connsiteX2" fmla="*/ 495921 w 4121794"/>
                    <a:gd name="connsiteY2" fmla="*/ 891958 h 3754920"/>
                    <a:gd name="connsiteX3" fmla="*/ 621 w 4121794"/>
                    <a:gd name="connsiteY3" fmla="*/ 1565058 h 3754920"/>
                    <a:gd name="connsiteX4" fmla="*/ 407021 w 4121794"/>
                    <a:gd name="connsiteY4" fmla="*/ 2161958 h 3754920"/>
                    <a:gd name="connsiteX5" fmla="*/ 1003921 w 4121794"/>
                    <a:gd name="connsiteY5" fmla="*/ 2250858 h 3754920"/>
                    <a:gd name="connsiteX6" fmla="*/ 1130921 w 4121794"/>
                    <a:gd name="connsiteY6" fmla="*/ 2136558 h 3754920"/>
                    <a:gd name="connsiteX7" fmla="*/ 1143621 w 4121794"/>
                    <a:gd name="connsiteY7" fmla="*/ 2771558 h 3754920"/>
                    <a:gd name="connsiteX8" fmla="*/ 2007221 w 4121794"/>
                    <a:gd name="connsiteY8" fmla="*/ 3508158 h 3754920"/>
                    <a:gd name="connsiteX9" fmla="*/ 3404221 w 4121794"/>
                    <a:gd name="connsiteY9" fmla="*/ 3749458 h 3754920"/>
                    <a:gd name="connsiteX10" fmla="*/ 4039221 w 4121794"/>
                    <a:gd name="connsiteY10" fmla="*/ 3317658 h 3754920"/>
                    <a:gd name="connsiteX11" fmla="*/ 3988421 w 4121794"/>
                    <a:gd name="connsiteY11" fmla="*/ 1704758 h 3754920"/>
                    <a:gd name="connsiteX12" fmla="*/ 2896221 w 4121794"/>
                    <a:gd name="connsiteY12" fmla="*/ 828458 h 3754920"/>
                    <a:gd name="connsiteX13" fmla="*/ 2070721 w 4121794"/>
                    <a:gd name="connsiteY13" fmla="*/ 968158 h 3754920"/>
                    <a:gd name="connsiteX14" fmla="*/ 2185021 w 4121794"/>
                    <a:gd name="connsiteY14" fmla="*/ 803058 h 3754920"/>
                    <a:gd name="connsiteX15" fmla="*/ 1702421 w 4121794"/>
                    <a:gd name="connsiteY15" fmla="*/ 345858 h 3754920"/>
                    <a:gd name="connsiteX16" fmla="*/ 1765921 w 4121794"/>
                    <a:gd name="connsiteY16" fmla="*/ 2958 h 3754920"/>
                    <a:gd name="connsiteX17" fmla="*/ 826121 w 4121794"/>
                    <a:gd name="connsiteY17" fmla="*/ 206158 h 3754920"/>
                    <a:gd name="connsiteX18" fmla="*/ 635621 w 4121794"/>
                    <a:gd name="connsiteY18" fmla="*/ 650658 h 3754920"/>
                    <a:gd name="connsiteX19" fmla="*/ 699121 w 4121794"/>
                    <a:gd name="connsiteY19" fmla="*/ 853858 h 3754920"/>
                    <a:gd name="connsiteX0" fmla="*/ 1448421 w 4129757"/>
                    <a:gd name="connsiteY0" fmla="*/ 1336458 h 3754920"/>
                    <a:gd name="connsiteX1" fmla="*/ 1181721 w 4129757"/>
                    <a:gd name="connsiteY1" fmla="*/ 1222158 h 3754920"/>
                    <a:gd name="connsiteX2" fmla="*/ 495921 w 4129757"/>
                    <a:gd name="connsiteY2" fmla="*/ 891958 h 3754920"/>
                    <a:gd name="connsiteX3" fmla="*/ 621 w 4129757"/>
                    <a:gd name="connsiteY3" fmla="*/ 1565058 h 3754920"/>
                    <a:gd name="connsiteX4" fmla="*/ 407021 w 4129757"/>
                    <a:gd name="connsiteY4" fmla="*/ 2161958 h 3754920"/>
                    <a:gd name="connsiteX5" fmla="*/ 1003921 w 4129757"/>
                    <a:gd name="connsiteY5" fmla="*/ 2250858 h 3754920"/>
                    <a:gd name="connsiteX6" fmla="*/ 1130921 w 4129757"/>
                    <a:gd name="connsiteY6" fmla="*/ 2136558 h 3754920"/>
                    <a:gd name="connsiteX7" fmla="*/ 1143621 w 4129757"/>
                    <a:gd name="connsiteY7" fmla="*/ 2771558 h 3754920"/>
                    <a:gd name="connsiteX8" fmla="*/ 2007221 w 4129757"/>
                    <a:gd name="connsiteY8" fmla="*/ 3508158 h 3754920"/>
                    <a:gd name="connsiteX9" fmla="*/ 3404221 w 4129757"/>
                    <a:gd name="connsiteY9" fmla="*/ 3749458 h 3754920"/>
                    <a:gd name="connsiteX10" fmla="*/ 4039221 w 4129757"/>
                    <a:gd name="connsiteY10" fmla="*/ 3317658 h 3754920"/>
                    <a:gd name="connsiteX11" fmla="*/ 3988421 w 4129757"/>
                    <a:gd name="connsiteY11" fmla="*/ 1704758 h 3754920"/>
                    <a:gd name="connsiteX12" fmla="*/ 2769221 w 4129757"/>
                    <a:gd name="connsiteY12" fmla="*/ 904658 h 3754920"/>
                    <a:gd name="connsiteX13" fmla="*/ 2070721 w 4129757"/>
                    <a:gd name="connsiteY13" fmla="*/ 968158 h 3754920"/>
                    <a:gd name="connsiteX14" fmla="*/ 2185021 w 4129757"/>
                    <a:gd name="connsiteY14" fmla="*/ 803058 h 3754920"/>
                    <a:gd name="connsiteX15" fmla="*/ 1702421 w 4129757"/>
                    <a:gd name="connsiteY15" fmla="*/ 345858 h 3754920"/>
                    <a:gd name="connsiteX16" fmla="*/ 1765921 w 4129757"/>
                    <a:gd name="connsiteY16" fmla="*/ 2958 h 3754920"/>
                    <a:gd name="connsiteX17" fmla="*/ 826121 w 4129757"/>
                    <a:gd name="connsiteY17" fmla="*/ 206158 h 3754920"/>
                    <a:gd name="connsiteX18" fmla="*/ 635621 w 4129757"/>
                    <a:gd name="connsiteY18" fmla="*/ 650658 h 3754920"/>
                    <a:gd name="connsiteX19" fmla="*/ 699121 w 4129757"/>
                    <a:gd name="connsiteY19" fmla="*/ 853858 h 3754920"/>
                    <a:gd name="connsiteX0" fmla="*/ 1448421 w 4103203"/>
                    <a:gd name="connsiteY0" fmla="*/ 1336458 h 3754920"/>
                    <a:gd name="connsiteX1" fmla="*/ 1181721 w 4103203"/>
                    <a:gd name="connsiteY1" fmla="*/ 1222158 h 3754920"/>
                    <a:gd name="connsiteX2" fmla="*/ 495921 w 4103203"/>
                    <a:gd name="connsiteY2" fmla="*/ 891958 h 3754920"/>
                    <a:gd name="connsiteX3" fmla="*/ 621 w 4103203"/>
                    <a:gd name="connsiteY3" fmla="*/ 1565058 h 3754920"/>
                    <a:gd name="connsiteX4" fmla="*/ 407021 w 4103203"/>
                    <a:gd name="connsiteY4" fmla="*/ 2161958 h 3754920"/>
                    <a:gd name="connsiteX5" fmla="*/ 1003921 w 4103203"/>
                    <a:gd name="connsiteY5" fmla="*/ 2250858 h 3754920"/>
                    <a:gd name="connsiteX6" fmla="*/ 1130921 w 4103203"/>
                    <a:gd name="connsiteY6" fmla="*/ 2136558 h 3754920"/>
                    <a:gd name="connsiteX7" fmla="*/ 1143621 w 4103203"/>
                    <a:gd name="connsiteY7" fmla="*/ 2771558 h 3754920"/>
                    <a:gd name="connsiteX8" fmla="*/ 2007221 w 4103203"/>
                    <a:gd name="connsiteY8" fmla="*/ 3508158 h 3754920"/>
                    <a:gd name="connsiteX9" fmla="*/ 3404221 w 4103203"/>
                    <a:gd name="connsiteY9" fmla="*/ 3749458 h 3754920"/>
                    <a:gd name="connsiteX10" fmla="*/ 4039221 w 4103203"/>
                    <a:gd name="connsiteY10" fmla="*/ 3317658 h 3754920"/>
                    <a:gd name="connsiteX11" fmla="*/ 3937621 w 4103203"/>
                    <a:gd name="connsiteY11" fmla="*/ 1882558 h 3754920"/>
                    <a:gd name="connsiteX12" fmla="*/ 2769221 w 4103203"/>
                    <a:gd name="connsiteY12" fmla="*/ 904658 h 3754920"/>
                    <a:gd name="connsiteX13" fmla="*/ 2070721 w 4103203"/>
                    <a:gd name="connsiteY13" fmla="*/ 968158 h 3754920"/>
                    <a:gd name="connsiteX14" fmla="*/ 2185021 w 4103203"/>
                    <a:gd name="connsiteY14" fmla="*/ 803058 h 3754920"/>
                    <a:gd name="connsiteX15" fmla="*/ 1702421 w 4103203"/>
                    <a:gd name="connsiteY15" fmla="*/ 345858 h 3754920"/>
                    <a:gd name="connsiteX16" fmla="*/ 1765921 w 4103203"/>
                    <a:gd name="connsiteY16" fmla="*/ 2958 h 3754920"/>
                    <a:gd name="connsiteX17" fmla="*/ 826121 w 4103203"/>
                    <a:gd name="connsiteY17" fmla="*/ 206158 h 3754920"/>
                    <a:gd name="connsiteX18" fmla="*/ 635621 w 4103203"/>
                    <a:gd name="connsiteY18" fmla="*/ 650658 h 3754920"/>
                    <a:gd name="connsiteX19" fmla="*/ 699121 w 4103203"/>
                    <a:gd name="connsiteY19" fmla="*/ 853858 h 3754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103203" h="3754920">
                      <a:moveTo>
                        <a:pt x="1448421" y="1336458"/>
                      </a:moveTo>
                      <a:cubicBezTo>
                        <a:pt x="1426196" y="1265549"/>
                        <a:pt x="1340471" y="1296241"/>
                        <a:pt x="1181721" y="1222158"/>
                      </a:cubicBezTo>
                      <a:cubicBezTo>
                        <a:pt x="1022971" y="1148075"/>
                        <a:pt x="692771" y="834808"/>
                        <a:pt x="495921" y="891958"/>
                      </a:cubicBezTo>
                      <a:cubicBezTo>
                        <a:pt x="299071" y="949108"/>
                        <a:pt x="15438" y="1353391"/>
                        <a:pt x="621" y="1565058"/>
                      </a:cubicBezTo>
                      <a:cubicBezTo>
                        <a:pt x="-14196" y="1776725"/>
                        <a:pt x="239804" y="2047658"/>
                        <a:pt x="407021" y="2161958"/>
                      </a:cubicBezTo>
                      <a:cubicBezTo>
                        <a:pt x="574238" y="2276258"/>
                        <a:pt x="883271" y="2255091"/>
                        <a:pt x="1003921" y="2250858"/>
                      </a:cubicBezTo>
                      <a:cubicBezTo>
                        <a:pt x="1124571" y="2246625"/>
                        <a:pt x="1107638" y="2049775"/>
                        <a:pt x="1130921" y="2136558"/>
                      </a:cubicBezTo>
                      <a:cubicBezTo>
                        <a:pt x="1154204" y="2223341"/>
                        <a:pt x="997571" y="2542958"/>
                        <a:pt x="1143621" y="2771558"/>
                      </a:cubicBezTo>
                      <a:cubicBezTo>
                        <a:pt x="1289671" y="3000158"/>
                        <a:pt x="1630454" y="3345175"/>
                        <a:pt x="2007221" y="3508158"/>
                      </a:cubicBezTo>
                      <a:cubicBezTo>
                        <a:pt x="2383988" y="3671141"/>
                        <a:pt x="3065554" y="3781208"/>
                        <a:pt x="3404221" y="3749458"/>
                      </a:cubicBezTo>
                      <a:cubicBezTo>
                        <a:pt x="3742888" y="3717708"/>
                        <a:pt x="3950321" y="3628808"/>
                        <a:pt x="4039221" y="3317658"/>
                      </a:cubicBezTo>
                      <a:cubicBezTo>
                        <a:pt x="4128121" y="3006508"/>
                        <a:pt x="4149288" y="2284725"/>
                        <a:pt x="3937621" y="1882558"/>
                      </a:cubicBezTo>
                      <a:cubicBezTo>
                        <a:pt x="3725954" y="1480391"/>
                        <a:pt x="3080371" y="1057058"/>
                        <a:pt x="2769221" y="904658"/>
                      </a:cubicBezTo>
                      <a:cubicBezTo>
                        <a:pt x="2458071" y="752258"/>
                        <a:pt x="2168088" y="985091"/>
                        <a:pt x="2070721" y="968158"/>
                      </a:cubicBezTo>
                      <a:cubicBezTo>
                        <a:pt x="1973354" y="951225"/>
                        <a:pt x="2246404" y="906775"/>
                        <a:pt x="2185021" y="803058"/>
                      </a:cubicBezTo>
                      <a:cubicBezTo>
                        <a:pt x="2123638" y="699341"/>
                        <a:pt x="1772271" y="479208"/>
                        <a:pt x="1702421" y="345858"/>
                      </a:cubicBezTo>
                      <a:cubicBezTo>
                        <a:pt x="1632571" y="212508"/>
                        <a:pt x="1911971" y="26241"/>
                        <a:pt x="1765921" y="2958"/>
                      </a:cubicBezTo>
                      <a:cubicBezTo>
                        <a:pt x="1619871" y="-20325"/>
                        <a:pt x="1014504" y="98208"/>
                        <a:pt x="826121" y="206158"/>
                      </a:cubicBezTo>
                      <a:cubicBezTo>
                        <a:pt x="637738" y="314108"/>
                        <a:pt x="656788" y="542708"/>
                        <a:pt x="635621" y="650658"/>
                      </a:cubicBezTo>
                      <a:cubicBezTo>
                        <a:pt x="614454" y="758608"/>
                        <a:pt x="667371" y="810466"/>
                        <a:pt x="699121" y="853858"/>
                      </a:cubicBezTo>
                    </a:path>
                  </a:pathLst>
                </a:custGeom>
                <a:ln w="38100"/>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000"/>
                </a:p>
              </p:txBody>
            </p:sp>
            <p:sp>
              <p:nvSpPr>
                <p:cNvPr id="140" name="Freeform: Shape 139">
                  <a:extLst>
                    <a:ext uri="{FF2B5EF4-FFF2-40B4-BE49-F238E27FC236}">
                      <a16:creationId xmlns:a16="http://schemas.microsoft.com/office/drawing/2014/main" id="{E5561EF8-C2BD-4DF0-9363-E7C6A7762B7D}"/>
                    </a:ext>
                  </a:extLst>
                </p:cNvPr>
                <p:cNvSpPr/>
                <p:nvPr/>
              </p:nvSpPr>
              <p:spPr>
                <a:xfrm rot="21071192">
                  <a:off x="2428102" y="2941729"/>
                  <a:ext cx="480793" cy="195055"/>
                </a:xfrm>
                <a:custGeom>
                  <a:avLst/>
                  <a:gdLst>
                    <a:gd name="connsiteX0" fmla="*/ 65393 w 665136"/>
                    <a:gd name="connsiteY0" fmla="*/ 221189 h 234694"/>
                    <a:gd name="connsiteX1" fmla="*/ 230493 w 665136"/>
                    <a:gd name="connsiteY1" fmla="*/ 106889 h 234694"/>
                    <a:gd name="connsiteX2" fmla="*/ 560693 w 665136"/>
                    <a:gd name="connsiteY2" fmla="*/ 68789 h 234694"/>
                    <a:gd name="connsiteX3" fmla="*/ 662293 w 665136"/>
                    <a:gd name="connsiteY3" fmla="*/ 68789 h 234694"/>
                    <a:gd name="connsiteX4" fmla="*/ 471793 w 665136"/>
                    <a:gd name="connsiteY4" fmla="*/ 5289 h 234694"/>
                    <a:gd name="connsiteX5" fmla="*/ 205093 w 665136"/>
                    <a:gd name="connsiteY5" fmla="*/ 17989 h 234694"/>
                    <a:gd name="connsiteX6" fmla="*/ 14593 w 665136"/>
                    <a:gd name="connsiteY6" fmla="*/ 132289 h 234694"/>
                    <a:gd name="connsiteX7" fmla="*/ 14593 w 665136"/>
                    <a:gd name="connsiteY7" fmla="*/ 221189 h 234694"/>
                    <a:gd name="connsiteX8" fmla="*/ 65393 w 665136"/>
                    <a:gd name="connsiteY8" fmla="*/ 221189 h 23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5136" h="234694">
                      <a:moveTo>
                        <a:pt x="65393" y="221189"/>
                      </a:moveTo>
                      <a:cubicBezTo>
                        <a:pt x="101376" y="202139"/>
                        <a:pt x="147943" y="132289"/>
                        <a:pt x="230493" y="106889"/>
                      </a:cubicBezTo>
                      <a:cubicBezTo>
                        <a:pt x="313043" y="81489"/>
                        <a:pt x="488726" y="75139"/>
                        <a:pt x="560693" y="68789"/>
                      </a:cubicBezTo>
                      <a:cubicBezTo>
                        <a:pt x="632660" y="62439"/>
                        <a:pt x="677110" y="79372"/>
                        <a:pt x="662293" y="68789"/>
                      </a:cubicBezTo>
                      <a:cubicBezTo>
                        <a:pt x="647476" y="58206"/>
                        <a:pt x="547993" y="13756"/>
                        <a:pt x="471793" y="5289"/>
                      </a:cubicBezTo>
                      <a:cubicBezTo>
                        <a:pt x="395593" y="-3178"/>
                        <a:pt x="281293" y="-3178"/>
                        <a:pt x="205093" y="17989"/>
                      </a:cubicBezTo>
                      <a:cubicBezTo>
                        <a:pt x="128893" y="39156"/>
                        <a:pt x="46343" y="98422"/>
                        <a:pt x="14593" y="132289"/>
                      </a:cubicBezTo>
                      <a:cubicBezTo>
                        <a:pt x="-17157" y="166156"/>
                        <a:pt x="12476" y="204256"/>
                        <a:pt x="14593" y="221189"/>
                      </a:cubicBezTo>
                      <a:cubicBezTo>
                        <a:pt x="16710" y="238122"/>
                        <a:pt x="29410" y="240239"/>
                        <a:pt x="65393" y="221189"/>
                      </a:cubicBezTo>
                      <a:close/>
                    </a:path>
                  </a:pathLst>
                </a:cu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41" name="Freeform: Shape 140">
                  <a:extLst>
                    <a:ext uri="{FF2B5EF4-FFF2-40B4-BE49-F238E27FC236}">
                      <a16:creationId xmlns:a16="http://schemas.microsoft.com/office/drawing/2014/main" id="{84E254F8-F821-496E-9FB6-637EC5B4295B}"/>
                    </a:ext>
                  </a:extLst>
                </p:cNvPr>
                <p:cNvSpPr/>
                <p:nvPr/>
              </p:nvSpPr>
              <p:spPr>
                <a:xfrm rot="15030189" flipH="1">
                  <a:off x="2590537" y="2500082"/>
                  <a:ext cx="533926" cy="189040"/>
                </a:xfrm>
                <a:custGeom>
                  <a:avLst/>
                  <a:gdLst>
                    <a:gd name="connsiteX0" fmla="*/ 65393 w 665136"/>
                    <a:gd name="connsiteY0" fmla="*/ 221189 h 234694"/>
                    <a:gd name="connsiteX1" fmla="*/ 230493 w 665136"/>
                    <a:gd name="connsiteY1" fmla="*/ 106889 h 234694"/>
                    <a:gd name="connsiteX2" fmla="*/ 560693 w 665136"/>
                    <a:gd name="connsiteY2" fmla="*/ 68789 h 234694"/>
                    <a:gd name="connsiteX3" fmla="*/ 662293 w 665136"/>
                    <a:gd name="connsiteY3" fmla="*/ 68789 h 234694"/>
                    <a:gd name="connsiteX4" fmla="*/ 471793 w 665136"/>
                    <a:gd name="connsiteY4" fmla="*/ 5289 h 234694"/>
                    <a:gd name="connsiteX5" fmla="*/ 205093 w 665136"/>
                    <a:gd name="connsiteY5" fmla="*/ 17989 h 234694"/>
                    <a:gd name="connsiteX6" fmla="*/ 14593 w 665136"/>
                    <a:gd name="connsiteY6" fmla="*/ 132289 h 234694"/>
                    <a:gd name="connsiteX7" fmla="*/ 14593 w 665136"/>
                    <a:gd name="connsiteY7" fmla="*/ 221189 h 234694"/>
                    <a:gd name="connsiteX8" fmla="*/ 65393 w 665136"/>
                    <a:gd name="connsiteY8" fmla="*/ 221189 h 23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5136" h="234694">
                      <a:moveTo>
                        <a:pt x="65393" y="221189"/>
                      </a:moveTo>
                      <a:cubicBezTo>
                        <a:pt x="101376" y="202139"/>
                        <a:pt x="147943" y="132289"/>
                        <a:pt x="230493" y="106889"/>
                      </a:cubicBezTo>
                      <a:cubicBezTo>
                        <a:pt x="313043" y="81489"/>
                        <a:pt x="488726" y="75139"/>
                        <a:pt x="560693" y="68789"/>
                      </a:cubicBezTo>
                      <a:cubicBezTo>
                        <a:pt x="632660" y="62439"/>
                        <a:pt x="677110" y="79372"/>
                        <a:pt x="662293" y="68789"/>
                      </a:cubicBezTo>
                      <a:cubicBezTo>
                        <a:pt x="647476" y="58206"/>
                        <a:pt x="547993" y="13756"/>
                        <a:pt x="471793" y="5289"/>
                      </a:cubicBezTo>
                      <a:cubicBezTo>
                        <a:pt x="395593" y="-3178"/>
                        <a:pt x="281293" y="-3178"/>
                        <a:pt x="205093" y="17989"/>
                      </a:cubicBezTo>
                      <a:cubicBezTo>
                        <a:pt x="128893" y="39156"/>
                        <a:pt x="46343" y="98422"/>
                        <a:pt x="14593" y="132289"/>
                      </a:cubicBezTo>
                      <a:cubicBezTo>
                        <a:pt x="-17157" y="166156"/>
                        <a:pt x="12476" y="204256"/>
                        <a:pt x="14593" y="221189"/>
                      </a:cubicBezTo>
                      <a:cubicBezTo>
                        <a:pt x="16710" y="238122"/>
                        <a:pt x="29410" y="240239"/>
                        <a:pt x="65393" y="221189"/>
                      </a:cubicBezTo>
                      <a:close/>
                    </a:path>
                  </a:pathLst>
                </a:cu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43" name="Freeform: Shape 142">
                  <a:extLst>
                    <a:ext uri="{FF2B5EF4-FFF2-40B4-BE49-F238E27FC236}">
                      <a16:creationId xmlns:a16="http://schemas.microsoft.com/office/drawing/2014/main" id="{40E9F21E-8443-42F6-96D4-3B6A22A3C095}"/>
                    </a:ext>
                  </a:extLst>
                </p:cNvPr>
                <p:cNvSpPr/>
                <p:nvPr/>
              </p:nvSpPr>
              <p:spPr>
                <a:xfrm flipH="1" flipV="1">
                  <a:off x="2921000" y="2400300"/>
                  <a:ext cx="2400300" cy="2082799"/>
                </a:xfrm>
                <a:custGeom>
                  <a:avLst/>
                  <a:gdLst>
                    <a:gd name="connsiteX0" fmla="*/ 1828800 w 1877051"/>
                    <a:gd name="connsiteY0" fmla="*/ 1638300 h 1678057"/>
                    <a:gd name="connsiteX1" fmla="*/ 1803400 w 1877051"/>
                    <a:gd name="connsiteY1" fmla="*/ 1549400 h 1678057"/>
                    <a:gd name="connsiteX2" fmla="*/ 1130300 w 1877051"/>
                    <a:gd name="connsiteY2" fmla="*/ 571500 h 1678057"/>
                    <a:gd name="connsiteX3" fmla="*/ 0 w 1877051"/>
                    <a:gd name="connsiteY3" fmla="*/ 0 h 1678057"/>
                  </a:gdLst>
                  <a:ahLst/>
                  <a:cxnLst>
                    <a:cxn ang="0">
                      <a:pos x="connsiteX0" y="connsiteY0"/>
                    </a:cxn>
                    <a:cxn ang="0">
                      <a:pos x="connsiteX1" y="connsiteY1"/>
                    </a:cxn>
                    <a:cxn ang="0">
                      <a:pos x="connsiteX2" y="connsiteY2"/>
                    </a:cxn>
                    <a:cxn ang="0">
                      <a:pos x="connsiteX3" y="connsiteY3"/>
                    </a:cxn>
                  </a:cxnLst>
                  <a:rect l="l" t="t" r="r" b="b"/>
                  <a:pathLst>
                    <a:path w="1877051" h="1678057">
                      <a:moveTo>
                        <a:pt x="1828800" y="1638300"/>
                      </a:moveTo>
                      <a:cubicBezTo>
                        <a:pt x="1874308" y="1682750"/>
                        <a:pt x="1919817" y="1727200"/>
                        <a:pt x="1803400" y="1549400"/>
                      </a:cubicBezTo>
                      <a:cubicBezTo>
                        <a:pt x="1686983" y="1371600"/>
                        <a:pt x="1430867" y="829733"/>
                        <a:pt x="1130300" y="571500"/>
                      </a:cubicBezTo>
                      <a:cubicBezTo>
                        <a:pt x="829733" y="313267"/>
                        <a:pt x="414866" y="156633"/>
                        <a:pt x="0" y="0"/>
                      </a:cubicBezTo>
                    </a:path>
                  </a:pathLst>
                </a:custGeom>
                <a:ln w="38100"/>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000"/>
                </a:p>
              </p:txBody>
            </p:sp>
            <p:sp>
              <p:nvSpPr>
                <p:cNvPr id="144" name="Freeform: Shape 143">
                  <a:extLst>
                    <a:ext uri="{FF2B5EF4-FFF2-40B4-BE49-F238E27FC236}">
                      <a16:creationId xmlns:a16="http://schemas.microsoft.com/office/drawing/2014/main" id="{FBBFAF97-112A-4E01-A409-A94AF57B1A9F}"/>
                    </a:ext>
                  </a:extLst>
                </p:cNvPr>
                <p:cNvSpPr/>
                <p:nvPr/>
              </p:nvSpPr>
              <p:spPr>
                <a:xfrm rot="1637916">
                  <a:off x="2911534" y="2300156"/>
                  <a:ext cx="480793" cy="195055"/>
                </a:xfrm>
                <a:custGeom>
                  <a:avLst/>
                  <a:gdLst>
                    <a:gd name="connsiteX0" fmla="*/ 65393 w 665136"/>
                    <a:gd name="connsiteY0" fmla="*/ 221189 h 234694"/>
                    <a:gd name="connsiteX1" fmla="*/ 230493 w 665136"/>
                    <a:gd name="connsiteY1" fmla="*/ 106889 h 234694"/>
                    <a:gd name="connsiteX2" fmla="*/ 560693 w 665136"/>
                    <a:gd name="connsiteY2" fmla="*/ 68789 h 234694"/>
                    <a:gd name="connsiteX3" fmla="*/ 662293 w 665136"/>
                    <a:gd name="connsiteY3" fmla="*/ 68789 h 234694"/>
                    <a:gd name="connsiteX4" fmla="*/ 471793 w 665136"/>
                    <a:gd name="connsiteY4" fmla="*/ 5289 h 234694"/>
                    <a:gd name="connsiteX5" fmla="*/ 205093 w 665136"/>
                    <a:gd name="connsiteY5" fmla="*/ 17989 h 234694"/>
                    <a:gd name="connsiteX6" fmla="*/ 14593 w 665136"/>
                    <a:gd name="connsiteY6" fmla="*/ 132289 h 234694"/>
                    <a:gd name="connsiteX7" fmla="*/ 14593 w 665136"/>
                    <a:gd name="connsiteY7" fmla="*/ 221189 h 234694"/>
                    <a:gd name="connsiteX8" fmla="*/ 65393 w 665136"/>
                    <a:gd name="connsiteY8" fmla="*/ 221189 h 23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5136" h="234694">
                      <a:moveTo>
                        <a:pt x="65393" y="221189"/>
                      </a:moveTo>
                      <a:cubicBezTo>
                        <a:pt x="101376" y="202139"/>
                        <a:pt x="147943" y="132289"/>
                        <a:pt x="230493" y="106889"/>
                      </a:cubicBezTo>
                      <a:cubicBezTo>
                        <a:pt x="313043" y="81489"/>
                        <a:pt x="488726" y="75139"/>
                        <a:pt x="560693" y="68789"/>
                      </a:cubicBezTo>
                      <a:cubicBezTo>
                        <a:pt x="632660" y="62439"/>
                        <a:pt x="677110" y="79372"/>
                        <a:pt x="662293" y="68789"/>
                      </a:cubicBezTo>
                      <a:cubicBezTo>
                        <a:pt x="647476" y="58206"/>
                        <a:pt x="547993" y="13756"/>
                        <a:pt x="471793" y="5289"/>
                      </a:cubicBezTo>
                      <a:cubicBezTo>
                        <a:pt x="395593" y="-3178"/>
                        <a:pt x="281293" y="-3178"/>
                        <a:pt x="205093" y="17989"/>
                      </a:cubicBezTo>
                      <a:cubicBezTo>
                        <a:pt x="128893" y="39156"/>
                        <a:pt x="46343" y="98422"/>
                        <a:pt x="14593" y="132289"/>
                      </a:cubicBezTo>
                      <a:cubicBezTo>
                        <a:pt x="-17157" y="166156"/>
                        <a:pt x="12476" y="204256"/>
                        <a:pt x="14593" y="221189"/>
                      </a:cubicBezTo>
                      <a:cubicBezTo>
                        <a:pt x="16710" y="238122"/>
                        <a:pt x="29410" y="240239"/>
                        <a:pt x="65393" y="221189"/>
                      </a:cubicBezTo>
                      <a:close/>
                    </a:path>
                  </a:pathLst>
                </a:cu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45" name="Freeform: Shape 144">
                  <a:extLst>
                    <a:ext uri="{FF2B5EF4-FFF2-40B4-BE49-F238E27FC236}">
                      <a16:creationId xmlns:a16="http://schemas.microsoft.com/office/drawing/2014/main" id="{727A0B58-C2A4-456B-B391-0D2DFC467334}"/>
                    </a:ext>
                  </a:extLst>
                </p:cNvPr>
                <p:cNvSpPr/>
                <p:nvPr/>
              </p:nvSpPr>
              <p:spPr>
                <a:xfrm rot="15030189" flipH="1">
                  <a:off x="3224322" y="2069547"/>
                  <a:ext cx="533927" cy="189041"/>
                </a:xfrm>
                <a:custGeom>
                  <a:avLst/>
                  <a:gdLst>
                    <a:gd name="connsiteX0" fmla="*/ 65393 w 665136"/>
                    <a:gd name="connsiteY0" fmla="*/ 221189 h 234694"/>
                    <a:gd name="connsiteX1" fmla="*/ 230493 w 665136"/>
                    <a:gd name="connsiteY1" fmla="*/ 106889 h 234694"/>
                    <a:gd name="connsiteX2" fmla="*/ 560693 w 665136"/>
                    <a:gd name="connsiteY2" fmla="*/ 68789 h 234694"/>
                    <a:gd name="connsiteX3" fmla="*/ 662293 w 665136"/>
                    <a:gd name="connsiteY3" fmla="*/ 68789 h 234694"/>
                    <a:gd name="connsiteX4" fmla="*/ 471793 w 665136"/>
                    <a:gd name="connsiteY4" fmla="*/ 5289 h 234694"/>
                    <a:gd name="connsiteX5" fmla="*/ 205093 w 665136"/>
                    <a:gd name="connsiteY5" fmla="*/ 17989 h 234694"/>
                    <a:gd name="connsiteX6" fmla="*/ 14593 w 665136"/>
                    <a:gd name="connsiteY6" fmla="*/ 132289 h 234694"/>
                    <a:gd name="connsiteX7" fmla="*/ 14593 w 665136"/>
                    <a:gd name="connsiteY7" fmla="*/ 221189 h 234694"/>
                    <a:gd name="connsiteX8" fmla="*/ 65393 w 665136"/>
                    <a:gd name="connsiteY8" fmla="*/ 221189 h 23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5136" h="234694">
                      <a:moveTo>
                        <a:pt x="65393" y="221189"/>
                      </a:moveTo>
                      <a:cubicBezTo>
                        <a:pt x="101376" y="202139"/>
                        <a:pt x="147943" y="132289"/>
                        <a:pt x="230493" y="106889"/>
                      </a:cubicBezTo>
                      <a:cubicBezTo>
                        <a:pt x="313043" y="81489"/>
                        <a:pt x="488726" y="75139"/>
                        <a:pt x="560693" y="68789"/>
                      </a:cubicBezTo>
                      <a:cubicBezTo>
                        <a:pt x="632660" y="62439"/>
                        <a:pt x="677110" y="79372"/>
                        <a:pt x="662293" y="68789"/>
                      </a:cubicBezTo>
                      <a:cubicBezTo>
                        <a:pt x="647476" y="58206"/>
                        <a:pt x="547993" y="13756"/>
                        <a:pt x="471793" y="5289"/>
                      </a:cubicBezTo>
                      <a:cubicBezTo>
                        <a:pt x="395593" y="-3178"/>
                        <a:pt x="281293" y="-3178"/>
                        <a:pt x="205093" y="17989"/>
                      </a:cubicBezTo>
                      <a:cubicBezTo>
                        <a:pt x="128893" y="39156"/>
                        <a:pt x="46343" y="98422"/>
                        <a:pt x="14593" y="132289"/>
                      </a:cubicBezTo>
                      <a:cubicBezTo>
                        <a:pt x="-17157" y="166156"/>
                        <a:pt x="12476" y="204256"/>
                        <a:pt x="14593" y="221189"/>
                      </a:cubicBezTo>
                      <a:cubicBezTo>
                        <a:pt x="16710" y="238122"/>
                        <a:pt x="29410" y="240239"/>
                        <a:pt x="65393" y="221189"/>
                      </a:cubicBezTo>
                      <a:close/>
                    </a:path>
                  </a:pathLst>
                </a:cu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46" name="Oval 145">
                  <a:extLst>
                    <a:ext uri="{FF2B5EF4-FFF2-40B4-BE49-F238E27FC236}">
                      <a16:creationId xmlns:a16="http://schemas.microsoft.com/office/drawing/2014/main" id="{C0096507-349C-4DE3-9B79-B7831DB8F574}"/>
                    </a:ext>
                  </a:extLst>
                </p:cNvPr>
                <p:cNvSpPr/>
                <p:nvPr/>
              </p:nvSpPr>
              <p:spPr>
                <a:xfrm>
                  <a:off x="1641002" y="2461183"/>
                  <a:ext cx="111868" cy="147332"/>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47" name="Freeform: Shape 146">
                  <a:extLst>
                    <a:ext uri="{FF2B5EF4-FFF2-40B4-BE49-F238E27FC236}">
                      <a16:creationId xmlns:a16="http://schemas.microsoft.com/office/drawing/2014/main" id="{97C8A4ED-EE8E-494F-9983-FCB951B3AD22}"/>
                    </a:ext>
                  </a:extLst>
                </p:cNvPr>
                <p:cNvSpPr/>
                <p:nvPr/>
              </p:nvSpPr>
              <p:spPr>
                <a:xfrm>
                  <a:off x="3593615" y="98521"/>
                  <a:ext cx="2659310" cy="2833648"/>
                </a:xfrm>
                <a:custGeom>
                  <a:avLst/>
                  <a:gdLst>
                    <a:gd name="connsiteX0" fmla="*/ 216386 w 2413486"/>
                    <a:gd name="connsiteY0" fmla="*/ 2771679 h 2833648"/>
                    <a:gd name="connsiteX1" fmla="*/ 190986 w 2413486"/>
                    <a:gd name="connsiteY1" fmla="*/ 2695479 h 2833648"/>
                    <a:gd name="connsiteX2" fmla="*/ 486 w 2413486"/>
                    <a:gd name="connsiteY2" fmla="*/ 1552479 h 2833648"/>
                    <a:gd name="connsiteX3" fmla="*/ 254486 w 2413486"/>
                    <a:gd name="connsiteY3" fmla="*/ 244379 h 2833648"/>
                    <a:gd name="connsiteX4" fmla="*/ 1054586 w 2413486"/>
                    <a:gd name="connsiteY4" fmla="*/ 28479 h 2833648"/>
                    <a:gd name="connsiteX5" fmla="*/ 2007086 w 2413486"/>
                    <a:gd name="connsiteY5" fmla="*/ 612679 h 2833648"/>
                    <a:gd name="connsiteX6" fmla="*/ 2413486 w 2413486"/>
                    <a:gd name="connsiteY6" fmla="*/ 1298479 h 2833648"/>
                    <a:gd name="connsiteX0" fmla="*/ 216386 w 2659311"/>
                    <a:gd name="connsiteY0" fmla="*/ 2771679 h 2833648"/>
                    <a:gd name="connsiteX1" fmla="*/ 190986 w 2659311"/>
                    <a:gd name="connsiteY1" fmla="*/ 2695479 h 2833648"/>
                    <a:gd name="connsiteX2" fmla="*/ 486 w 2659311"/>
                    <a:gd name="connsiteY2" fmla="*/ 1552479 h 2833648"/>
                    <a:gd name="connsiteX3" fmla="*/ 254486 w 2659311"/>
                    <a:gd name="connsiteY3" fmla="*/ 244379 h 2833648"/>
                    <a:gd name="connsiteX4" fmla="*/ 1054586 w 2659311"/>
                    <a:gd name="connsiteY4" fmla="*/ 28479 h 2833648"/>
                    <a:gd name="connsiteX5" fmla="*/ 2007086 w 2659311"/>
                    <a:gd name="connsiteY5" fmla="*/ 612679 h 2833648"/>
                    <a:gd name="connsiteX6" fmla="*/ 2659311 w 2659311"/>
                    <a:gd name="connsiteY6" fmla="*/ 1979144 h 2833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9311" h="2833648">
                      <a:moveTo>
                        <a:pt x="216386" y="2771679"/>
                      </a:moveTo>
                      <a:cubicBezTo>
                        <a:pt x="221677" y="2835179"/>
                        <a:pt x="226969" y="2898679"/>
                        <a:pt x="190986" y="2695479"/>
                      </a:cubicBezTo>
                      <a:cubicBezTo>
                        <a:pt x="155003" y="2492279"/>
                        <a:pt x="-10097" y="1960996"/>
                        <a:pt x="486" y="1552479"/>
                      </a:cubicBezTo>
                      <a:cubicBezTo>
                        <a:pt x="11069" y="1143962"/>
                        <a:pt x="78803" y="498379"/>
                        <a:pt x="254486" y="244379"/>
                      </a:cubicBezTo>
                      <a:cubicBezTo>
                        <a:pt x="430169" y="-9621"/>
                        <a:pt x="762486" y="-32904"/>
                        <a:pt x="1054586" y="28479"/>
                      </a:cubicBezTo>
                      <a:cubicBezTo>
                        <a:pt x="1346686" y="89862"/>
                        <a:pt x="1780603" y="401012"/>
                        <a:pt x="2007086" y="612679"/>
                      </a:cubicBezTo>
                      <a:cubicBezTo>
                        <a:pt x="2233569" y="824346"/>
                        <a:pt x="2569352" y="1742077"/>
                        <a:pt x="2659311" y="1979144"/>
                      </a:cubicBezTo>
                    </a:path>
                  </a:pathLst>
                </a:custGeom>
                <a:ln w="38100"/>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000"/>
                </a:p>
              </p:txBody>
            </p:sp>
            <p:sp>
              <p:nvSpPr>
                <p:cNvPr id="150" name="Freeform: Shape 149">
                  <a:extLst>
                    <a:ext uri="{FF2B5EF4-FFF2-40B4-BE49-F238E27FC236}">
                      <a16:creationId xmlns:a16="http://schemas.microsoft.com/office/drawing/2014/main" id="{C78A9788-A1B7-4867-A447-100C48BAD7BC}"/>
                    </a:ext>
                  </a:extLst>
                </p:cNvPr>
                <p:cNvSpPr/>
                <p:nvPr/>
              </p:nvSpPr>
              <p:spPr>
                <a:xfrm>
                  <a:off x="4151945" y="673100"/>
                  <a:ext cx="1643300" cy="2042236"/>
                </a:xfrm>
                <a:custGeom>
                  <a:avLst/>
                  <a:gdLst>
                    <a:gd name="connsiteX0" fmla="*/ 216386 w 2413486"/>
                    <a:gd name="connsiteY0" fmla="*/ 2771679 h 2833648"/>
                    <a:gd name="connsiteX1" fmla="*/ 190986 w 2413486"/>
                    <a:gd name="connsiteY1" fmla="*/ 2695479 h 2833648"/>
                    <a:gd name="connsiteX2" fmla="*/ 486 w 2413486"/>
                    <a:gd name="connsiteY2" fmla="*/ 1552479 h 2833648"/>
                    <a:gd name="connsiteX3" fmla="*/ 254486 w 2413486"/>
                    <a:gd name="connsiteY3" fmla="*/ 244379 h 2833648"/>
                    <a:gd name="connsiteX4" fmla="*/ 1054586 w 2413486"/>
                    <a:gd name="connsiteY4" fmla="*/ 28479 h 2833648"/>
                    <a:gd name="connsiteX5" fmla="*/ 2007086 w 2413486"/>
                    <a:gd name="connsiteY5" fmla="*/ 612679 h 2833648"/>
                    <a:gd name="connsiteX6" fmla="*/ 2413486 w 2413486"/>
                    <a:gd name="connsiteY6" fmla="*/ 1298479 h 2833648"/>
                    <a:gd name="connsiteX0" fmla="*/ 216386 w 2934832"/>
                    <a:gd name="connsiteY0" fmla="*/ 2771679 h 2833648"/>
                    <a:gd name="connsiteX1" fmla="*/ 190986 w 2934832"/>
                    <a:gd name="connsiteY1" fmla="*/ 2695479 h 2833648"/>
                    <a:gd name="connsiteX2" fmla="*/ 486 w 2934832"/>
                    <a:gd name="connsiteY2" fmla="*/ 1552479 h 2833648"/>
                    <a:gd name="connsiteX3" fmla="*/ 254486 w 2934832"/>
                    <a:gd name="connsiteY3" fmla="*/ 244379 h 2833648"/>
                    <a:gd name="connsiteX4" fmla="*/ 1054586 w 2934832"/>
                    <a:gd name="connsiteY4" fmla="*/ 28479 h 2833648"/>
                    <a:gd name="connsiteX5" fmla="*/ 2007086 w 2934832"/>
                    <a:gd name="connsiteY5" fmla="*/ 612679 h 2833648"/>
                    <a:gd name="connsiteX6" fmla="*/ 2934832 w 2934832"/>
                    <a:gd name="connsiteY6" fmla="*/ 2045244 h 2833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34832" h="2833648">
                      <a:moveTo>
                        <a:pt x="216386" y="2771679"/>
                      </a:moveTo>
                      <a:cubicBezTo>
                        <a:pt x="221677" y="2835179"/>
                        <a:pt x="226969" y="2898679"/>
                        <a:pt x="190986" y="2695479"/>
                      </a:cubicBezTo>
                      <a:cubicBezTo>
                        <a:pt x="155003" y="2492279"/>
                        <a:pt x="-10097" y="1960996"/>
                        <a:pt x="486" y="1552479"/>
                      </a:cubicBezTo>
                      <a:cubicBezTo>
                        <a:pt x="11069" y="1143962"/>
                        <a:pt x="78803" y="498379"/>
                        <a:pt x="254486" y="244379"/>
                      </a:cubicBezTo>
                      <a:cubicBezTo>
                        <a:pt x="430169" y="-9621"/>
                        <a:pt x="762486" y="-32904"/>
                        <a:pt x="1054586" y="28479"/>
                      </a:cubicBezTo>
                      <a:cubicBezTo>
                        <a:pt x="1346686" y="89862"/>
                        <a:pt x="1780603" y="401012"/>
                        <a:pt x="2007086" y="612679"/>
                      </a:cubicBezTo>
                      <a:cubicBezTo>
                        <a:pt x="2233569" y="824346"/>
                        <a:pt x="2844873" y="1808177"/>
                        <a:pt x="2934832" y="2045244"/>
                      </a:cubicBezTo>
                    </a:path>
                  </a:pathLst>
                </a:custGeom>
                <a:ln w="38100"/>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000"/>
                </a:p>
              </p:txBody>
            </p:sp>
            <p:sp>
              <p:nvSpPr>
                <p:cNvPr id="151" name="Freeform: Shape 150">
                  <a:extLst>
                    <a:ext uri="{FF2B5EF4-FFF2-40B4-BE49-F238E27FC236}">
                      <a16:creationId xmlns:a16="http://schemas.microsoft.com/office/drawing/2014/main" id="{855C6DC4-5833-47B5-826D-C5F5FE68E6E7}"/>
                    </a:ext>
                  </a:extLst>
                </p:cNvPr>
                <p:cNvSpPr/>
                <p:nvPr/>
              </p:nvSpPr>
              <p:spPr>
                <a:xfrm rot="1637916">
                  <a:off x="3814983" y="2835904"/>
                  <a:ext cx="227805" cy="140286"/>
                </a:xfrm>
                <a:custGeom>
                  <a:avLst/>
                  <a:gdLst>
                    <a:gd name="connsiteX0" fmla="*/ 65393 w 665136"/>
                    <a:gd name="connsiteY0" fmla="*/ 221189 h 234694"/>
                    <a:gd name="connsiteX1" fmla="*/ 230493 w 665136"/>
                    <a:gd name="connsiteY1" fmla="*/ 106889 h 234694"/>
                    <a:gd name="connsiteX2" fmla="*/ 560693 w 665136"/>
                    <a:gd name="connsiteY2" fmla="*/ 68789 h 234694"/>
                    <a:gd name="connsiteX3" fmla="*/ 662293 w 665136"/>
                    <a:gd name="connsiteY3" fmla="*/ 68789 h 234694"/>
                    <a:gd name="connsiteX4" fmla="*/ 471793 w 665136"/>
                    <a:gd name="connsiteY4" fmla="*/ 5289 h 234694"/>
                    <a:gd name="connsiteX5" fmla="*/ 205093 w 665136"/>
                    <a:gd name="connsiteY5" fmla="*/ 17989 h 234694"/>
                    <a:gd name="connsiteX6" fmla="*/ 14593 w 665136"/>
                    <a:gd name="connsiteY6" fmla="*/ 132289 h 234694"/>
                    <a:gd name="connsiteX7" fmla="*/ 14593 w 665136"/>
                    <a:gd name="connsiteY7" fmla="*/ 221189 h 234694"/>
                    <a:gd name="connsiteX8" fmla="*/ 65393 w 665136"/>
                    <a:gd name="connsiteY8" fmla="*/ 221189 h 23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5136" h="234694">
                      <a:moveTo>
                        <a:pt x="65393" y="221189"/>
                      </a:moveTo>
                      <a:cubicBezTo>
                        <a:pt x="101376" y="202139"/>
                        <a:pt x="147943" y="132289"/>
                        <a:pt x="230493" y="106889"/>
                      </a:cubicBezTo>
                      <a:cubicBezTo>
                        <a:pt x="313043" y="81489"/>
                        <a:pt x="488726" y="75139"/>
                        <a:pt x="560693" y="68789"/>
                      </a:cubicBezTo>
                      <a:cubicBezTo>
                        <a:pt x="632660" y="62439"/>
                        <a:pt x="677110" y="79372"/>
                        <a:pt x="662293" y="68789"/>
                      </a:cubicBezTo>
                      <a:cubicBezTo>
                        <a:pt x="647476" y="58206"/>
                        <a:pt x="547993" y="13756"/>
                        <a:pt x="471793" y="5289"/>
                      </a:cubicBezTo>
                      <a:cubicBezTo>
                        <a:pt x="395593" y="-3178"/>
                        <a:pt x="281293" y="-3178"/>
                        <a:pt x="205093" y="17989"/>
                      </a:cubicBezTo>
                      <a:cubicBezTo>
                        <a:pt x="128893" y="39156"/>
                        <a:pt x="46343" y="98422"/>
                        <a:pt x="14593" y="132289"/>
                      </a:cubicBezTo>
                      <a:cubicBezTo>
                        <a:pt x="-17157" y="166156"/>
                        <a:pt x="12476" y="204256"/>
                        <a:pt x="14593" y="221189"/>
                      </a:cubicBezTo>
                      <a:cubicBezTo>
                        <a:pt x="16710" y="238122"/>
                        <a:pt x="29410" y="240239"/>
                        <a:pt x="65393" y="221189"/>
                      </a:cubicBezTo>
                      <a:close/>
                    </a:path>
                  </a:pathLst>
                </a:cu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52" name="Freeform: Shape 151">
                  <a:extLst>
                    <a:ext uri="{FF2B5EF4-FFF2-40B4-BE49-F238E27FC236}">
                      <a16:creationId xmlns:a16="http://schemas.microsoft.com/office/drawing/2014/main" id="{58AD40B6-853F-47BA-A27B-4889C6FAB179}"/>
                    </a:ext>
                  </a:extLst>
                </p:cNvPr>
                <p:cNvSpPr/>
                <p:nvPr/>
              </p:nvSpPr>
              <p:spPr>
                <a:xfrm rot="17519136" flipH="1">
                  <a:off x="4078443" y="2797909"/>
                  <a:ext cx="258328" cy="118913"/>
                </a:xfrm>
                <a:custGeom>
                  <a:avLst/>
                  <a:gdLst>
                    <a:gd name="connsiteX0" fmla="*/ 65393 w 665136"/>
                    <a:gd name="connsiteY0" fmla="*/ 221189 h 234694"/>
                    <a:gd name="connsiteX1" fmla="*/ 230493 w 665136"/>
                    <a:gd name="connsiteY1" fmla="*/ 106889 h 234694"/>
                    <a:gd name="connsiteX2" fmla="*/ 560693 w 665136"/>
                    <a:gd name="connsiteY2" fmla="*/ 68789 h 234694"/>
                    <a:gd name="connsiteX3" fmla="*/ 662293 w 665136"/>
                    <a:gd name="connsiteY3" fmla="*/ 68789 h 234694"/>
                    <a:gd name="connsiteX4" fmla="*/ 471793 w 665136"/>
                    <a:gd name="connsiteY4" fmla="*/ 5289 h 234694"/>
                    <a:gd name="connsiteX5" fmla="*/ 205093 w 665136"/>
                    <a:gd name="connsiteY5" fmla="*/ 17989 h 234694"/>
                    <a:gd name="connsiteX6" fmla="*/ 14593 w 665136"/>
                    <a:gd name="connsiteY6" fmla="*/ 132289 h 234694"/>
                    <a:gd name="connsiteX7" fmla="*/ 14593 w 665136"/>
                    <a:gd name="connsiteY7" fmla="*/ 221189 h 234694"/>
                    <a:gd name="connsiteX8" fmla="*/ 65393 w 665136"/>
                    <a:gd name="connsiteY8" fmla="*/ 221189 h 23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5136" h="234694">
                      <a:moveTo>
                        <a:pt x="65393" y="221189"/>
                      </a:moveTo>
                      <a:cubicBezTo>
                        <a:pt x="101376" y="202139"/>
                        <a:pt x="147943" y="132289"/>
                        <a:pt x="230493" y="106889"/>
                      </a:cubicBezTo>
                      <a:cubicBezTo>
                        <a:pt x="313043" y="81489"/>
                        <a:pt x="488726" y="75139"/>
                        <a:pt x="560693" y="68789"/>
                      </a:cubicBezTo>
                      <a:cubicBezTo>
                        <a:pt x="632660" y="62439"/>
                        <a:pt x="677110" y="79372"/>
                        <a:pt x="662293" y="68789"/>
                      </a:cubicBezTo>
                      <a:cubicBezTo>
                        <a:pt x="647476" y="58206"/>
                        <a:pt x="547993" y="13756"/>
                        <a:pt x="471793" y="5289"/>
                      </a:cubicBezTo>
                      <a:cubicBezTo>
                        <a:pt x="395593" y="-3178"/>
                        <a:pt x="281293" y="-3178"/>
                        <a:pt x="205093" y="17989"/>
                      </a:cubicBezTo>
                      <a:cubicBezTo>
                        <a:pt x="128893" y="39156"/>
                        <a:pt x="46343" y="98422"/>
                        <a:pt x="14593" y="132289"/>
                      </a:cubicBezTo>
                      <a:cubicBezTo>
                        <a:pt x="-17157" y="166156"/>
                        <a:pt x="12476" y="204256"/>
                        <a:pt x="14593" y="221189"/>
                      </a:cubicBezTo>
                      <a:cubicBezTo>
                        <a:pt x="16710" y="238122"/>
                        <a:pt x="29410" y="240239"/>
                        <a:pt x="65393" y="221189"/>
                      </a:cubicBezTo>
                      <a:close/>
                    </a:path>
                  </a:pathLst>
                </a:cu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53" name="Oval 152">
                  <a:extLst>
                    <a:ext uri="{FF2B5EF4-FFF2-40B4-BE49-F238E27FC236}">
                      <a16:creationId xmlns:a16="http://schemas.microsoft.com/office/drawing/2014/main" id="{89D45F53-003F-4097-B830-12DA5DACA487}"/>
                    </a:ext>
                  </a:extLst>
                </p:cNvPr>
                <p:cNvSpPr/>
                <p:nvPr/>
              </p:nvSpPr>
              <p:spPr>
                <a:xfrm>
                  <a:off x="2930028" y="2475717"/>
                  <a:ext cx="140371" cy="172700"/>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solidFill>
                      <a:srgbClr val="5E00BC"/>
                    </a:solidFill>
                  </a:endParaRPr>
                </a:p>
              </p:txBody>
            </p:sp>
            <p:sp>
              <p:nvSpPr>
                <p:cNvPr id="154" name="Rectangle 15">
                  <a:extLst>
                    <a:ext uri="{FF2B5EF4-FFF2-40B4-BE49-F238E27FC236}">
                      <a16:creationId xmlns:a16="http://schemas.microsoft.com/office/drawing/2014/main" id="{C844685B-20F9-4E0D-9DA4-97B22F5746FC}"/>
                    </a:ext>
                  </a:extLst>
                </p:cNvPr>
                <p:cNvSpPr/>
                <p:nvPr/>
              </p:nvSpPr>
              <p:spPr>
                <a:xfrm>
                  <a:off x="3624562" y="1641888"/>
                  <a:ext cx="514922" cy="566404"/>
                </a:xfrm>
                <a:custGeom>
                  <a:avLst/>
                  <a:gdLst>
                    <a:gd name="connsiteX0" fmla="*/ 0 w 416453"/>
                    <a:gd name="connsiteY0" fmla="*/ 0 h 566404"/>
                    <a:gd name="connsiteX1" fmla="*/ 416453 w 416453"/>
                    <a:gd name="connsiteY1" fmla="*/ 0 h 566404"/>
                    <a:gd name="connsiteX2" fmla="*/ 416453 w 416453"/>
                    <a:gd name="connsiteY2" fmla="*/ 566404 h 566404"/>
                    <a:gd name="connsiteX3" fmla="*/ 0 w 416453"/>
                    <a:gd name="connsiteY3" fmla="*/ 566404 h 566404"/>
                    <a:gd name="connsiteX4" fmla="*/ 0 w 416453"/>
                    <a:gd name="connsiteY4" fmla="*/ 0 h 566404"/>
                    <a:gd name="connsiteX0" fmla="*/ 80865 w 497318"/>
                    <a:gd name="connsiteY0" fmla="*/ 0 h 566404"/>
                    <a:gd name="connsiteX1" fmla="*/ 497318 w 497318"/>
                    <a:gd name="connsiteY1" fmla="*/ 0 h 566404"/>
                    <a:gd name="connsiteX2" fmla="*/ 497318 w 497318"/>
                    <a:gd name="connsiteY2" fmla="*/ 566404 h 566404"/>
                    <a:gd name="connsiteX3" fmla="*/ 80865 w 497318"/>
                    <a:gd name="connsiteY3" fmla="*/ 566404 h 566404"/>
                    <a:gd name="connsiteX4" fmla="*/ 0 w 497318"/>
                    <a:gd name="connsiteY4" fmla="*/ 236184 h 566404"/>
                    <a:gd name="connsiteX5" fmla="*/ 80865 w 497318"/>
                    <a:gd name="connsiteY5" fmla="*/ 0 h 566404"/>
                    <a:gd name="connsiteX0" fmla="*/ 80865 w 533408"/>
                    <a:gd name="connsiteY0" fmla="*/ 0 h 566404"/>
                    <a:gd name="connsiteX1" fmla="*/ 497318 w 533408"/>
                    <a:gd name="connsiteY1" fmla="*/ 0 h 566404"/>
                    <a:gd name="connsiteX2" fmla="*/ 533400 w 533408"/>
                    <a:gd name="connsiteY2" fmla="*/ 274284 h 566404"/>
                    <a:gd name="connsiteX3" fmla="*/ 497318 w 533408"/>
                    <a:gd name="connsiteY3" fmla="*/ 566404 h 566404"/>
                    <a:gd name="connsiteX4" fmla="*/ 80865 w 533408"/>
                    <a:gd name="connsiteY4" fmla="*/ 566404 h 566404"/>
                    <a:gd name="connsiteX5" fmla="*/ 0 w 533408"/>
                    <a:gd name="connsiteY5" fmla="*/ 236184 h 566404"/>
                    <a:gd name="connsiteX6" fmla="*/ 80865 w 533408"/>
                    <a:gd name="connsiteY6" fmla="*/ 0 h 56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3408" h="566404">
                      <a:moveTo>
                        <a:pt x="80865" y="0"/>
                      </a:moveTo>
                      <a:lnTo>
                        <a:pt x="497318" y="0"/>
                      </a:lnTo>
                      <a:cubicBezTo>
                        <a:pt x="496645" y="82961"/>
                        <a:pt x="534073" y="191323"/>
                        <a:pt x="533400" y="274284"/>
                      </a:cubicBezTo>
                      <a:lnTo>
                        <a:pt x="497318" y="566404"/>
                      </a:lnTo>
                      <a:lnTo>
                        <a:pt x="80865" y="566404"/>
                      </a:lnTo>
                      <a:cubicBezTo>
                        <a:pt x="70843" y="460564"/>
                        <a:pt x="10022" y="342024"/>
                        <a:pt x="0" y="236184"/>
                      </a:cubicBezTo>
                      <a:lnTo>
                        <a:pt x="80865" y="0"/>
                      </a:lnTo>
                      <a:close/>
                    </a:path>
                  </a:pathLst>
                </a:cu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grpSp>
          <p:cxnSp>
            <p:nvCxnSpPr>
              <p:cNvPr id="137" name="Straight Connector 136">
                <a:extLst>
                  <a:ext uri="{FF2B5EF4-FFF2-40B4-BE49-F238E27FC236}">
                    <a16:creationId xmlns:a16="http://schemas.microsoft.com/office/drawing/2014/main" id="{BD3727B1-55A9-48FB-9378-F15B3E95F9E0}"/>
                  </a:ext>
                </a:extLst>
              </p:cNvPr>
              <p:cNvCxnSpPr>
                <a:cxnSpLocks/>
              </p:cNvCxnSpPr>
              <p:nvPr/>
            </p:nvCxnSpPr>
            <p:spPr>
              <a:xfrm>
                <a:off x="845712" y="3923825"/>
                <a:ext cx="0" cy="17941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A65C970F-DB3F-42AD-9090-4889CB75A936}"/>
                  </a:ext>
                </a:extLst>
              </p:cNvPr>
              <p:cNvCxnSpPr>
                <a:cxnSpLocks/>
              </p:cNvCxnSpPr>
              <p:nvPr/>
            </p:nvCxnSpPr>
            <p:spPr>
              <a:xfrm>
                <a:off x="1329834" y="4107517"/>
                <a:ext cx="27748" cy="15380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09" name="Group 108">
            <a:extLst>
              <a:ext uri="{FF2B5EF4-FFF2-40B4-BE49-F238E27FC236}">
                <a16:creationId xmlns:a16="http://schemas.microsoft.com/office/drawing/2014/main" id="{B42BD5A1-E7B7-45A4-9EDD-1761A15A60C0}"/>
              </a:ext>
            </a:extLst>
          </p:cNvPr>
          <p:cNvGrpSpPr/>
          <p:nvPr/>
        </p:nvGrpSpPr>
        <p:grpSpPr>
          <a:xfrm rot="9606099">
            <a:off x="8647760" y="5890400"/>
            <a:ext cx="280501" cy="194894"/>
            <a:chOff x="3498473" y="3660689"/>
            <a:chExt cx="280501" cy="194894"/>
          </a:xfrm>
        </p:grpSpPr>
        <p:cxnSp>
          <p:nvCxnSpPr>
            <p:cNvPr id="133" name="Straight Connector 132">
              <a:extLst>
                <a:ext uri="{FF2B5EF4-FFF2-40B4-BE49-F238E27FC236}">
                  <a16:creationId xmlns:a16="http://schemas.microsoft.com/office/drawing/2014/main" id="{F4D13B11-F2C7-4C6D-ADD3-C8F90847AECD}"/>
                </a:ext>
              </a:extLst>
            </p:cNvPr>
            <p:cNvCxnSpPr>
              <a:cxnSpLocks/>
            </p:cNvCxnSpPr>
            <p:nvPr/>
          </p:nvCxnSpPr>
          <p:spPr>
            <a:xfrm flipH="1">
              <a:off x="3548915" y="3660689"/>
              <a:ext cx="230059" cy="10565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76B2742B-3CF3-4406-A262-519B55C7EB4B}"/>
                </a:ext>
              </a:extLst>
            </p:cNvPr>
            <p:cNvCxnSpPr>
              <a:cxnSpLocks/>
            </p:cNvCxnSpPr>
            <p:nvPr/>
          </p:nvCxnSpPr>
          <p:spPr>
            <a:xfrm>
              <a:off x="3498473" y="3686306"/>
              <a:ext cx="81817" cy="16927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10" name="TextBox 109">
            <a:extLst>
              <a:ext uri="{FF2B5EF4-FFF2-40B4-BE49-F238E27FC236}">
                <a16:creationId xmlns:a16="http://schemas.microsoft.com/office/drawing/2014/main" id="{E7441DD4-40C1-4551-B240-E2FEDAF7078C}"/>
              </a:ext>
            </a:extLst>
          </p:cNvPr>
          <p:cNvSpPr txBox="1"/>
          <p:nvPr/>
        </p:nvSpPr>
        <p:spPr>
          <a:xfrm>
            <a:off x="9519456" y="6203383"/>
            <a:ext cx="944105" cy="338554"/>
          </a:xfrm>
          <a:prstGeom prst="rect">
            <a:avLst/>
          </a:prstGeom>
          <a:noFill/>
        </p:spPr>
        <p:txBody>
          <a:bodyPr wrap="none" rtlCol="0">
            <a:spAutoFit/>
          </a:bodyPr>
          <a:lstStyle/>
          <a:p>
            <a:r>
              <a:rPr lang="en-US" sz="1600" dirty="0"/>
              <a:t>Labetalol</a:t>
            </a:r>
            <a:endParaRPr lang="en-US" sz="1400" dirty="0"/>
          </a:p>
        </p:txBody>
      </p:sp>
      <p:grpSp>
        <p:nvGrpSpPr>
          <p:cNvPr id="111" name="Group 110">
            <a:extLst>
              <a:ext uri="{FF2B5EF4-FFF2-40B4-BE49-F238E27FC236}">
                <a16:creationId xmlns:a16="http://schemas.microsoft.com/office/drawing/2014/main" id="{45833E52-9180-4A71-B718-DE3D0BB73DFE}"/>
              </a:ext>
            </a:extLst>
          </p:cNvPr>
          <p:cNvGrpSpPr/>
          <p:nvPr/>
        </p:nvGrpSpPr>
        <p:grpSpPr>
          <a:xfrm rot="8468962">
            <a:off x="10301049" y="5833988"/>
            <a:ext cx="523973" cy="311712"/>
            <a:chOff x="3423357" y="3794956"/>
            <a:chExt cx="905941" cy="321292"/>
          </a:xfrm>
        </p:grpSpPr>
        <p:cxnSp>
          <p:nvCxnSpPr>
            <p:cNvPr id="129" name="Straight Connector 128">
              <a:extLst>
                <a:ext uri="{FF2B5EF4-FFF2-40B4-BE49-F238E27FC236}">
                  <a16:creationId xmlns:a16="http://schemas.microsoft.com/office/drawing/2014/main" id="{1F6782A5-59F1-4F6A-8A82-26D961A4DC3E}"/>
                </a:ext>
              </a:extLst>
            </p:cNvPr>
            <p:cNvCxnSpPr>
              <a:cxnSpLocks/>
            </p:cNvCxnSpPr>
            <p:nvPr/>
          </p:nvCxnSpPr>
          <p:spPr>
            <a:xfrm rot="19619521" flipH="1" flipV="1">
              <a:off x="3608733" y="3794956"/>
              <a:ext cx="720565" cy="32129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B59F7535-C7A6-4FB8-98AA-3DEA328AEF93}"/>
                </a:ext>
              </a:extLst>
            </p:cNvPr>
            <p:cNvCxnSpPr>
              <a:cxnSpLocks/>
            </p:cNvCxnSpPr>
            <p:nvPr/>
          </p:nvCxnSpPr>
          <p:spPr>
            <a:xfrm rot="19619521" flipH="1">
              <a:off x="3423357" y="3841794"/>
              <a:ext cx="161648" cy="20512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13" name="Group 112">
            <a:extLst>
              <a:ext uri="{FF2B5EF4-FFF2-40B4-BE49-F238E27FC236}">
                <a16:creationId xmlns:a16="http://schemas.microsoft.com/office/drawing/2014/main" id="{2CD1E0DF-AD9E-4C43-83C0-1212320E91CA}"/>
              </a:ext>
            </a:extLst>
          </p:cNvPr>
          <p:cNvGrpSpPr/>
          <p:nvPr/>
        </p:nvGrpSpPr>
        <p:grpSpPr>
          <a:xfrm rot="5798667">
            <a:off x="9980337" y="5963653"/>
            <a:ext cx="251942" cy="182440"/>
            <a:chOff x="3235552" y="3795414"/>
            <a:chExt cx="400325" cy="170731"/>
          </a:xfrm>
        </p:grpSpPr>
        <p:cxnSp>
          <p:nvCxnSpPr>
            <p:cNvPr id="122" name="Straight Connector 121">
              <a:extLst>
                <a:ext uri="{FF2B5EF4-FFF2-40B4-BE49-F238E27FC236}">
                  <a16:creationId xmlns:a16="http://schemas.microsoft.com/office/drawing/2014/main" id="{0B2D6F8B-121C-40A8-900D-EA3185C1F589}"/>
                </a:ext>
              </a:extLst>
            </p:cNvPr>
            <p:cNvCxnSpPr>
              <a:cxnSpLocks/>
            </p:cNvCxnSpPr>
            <p:nvPr/>
          </p:nvCxnSpPr>
          <p:spPr>
            <a:xfrm rot="15801333" flipV="1">
              <a:off x="3432986" y="3664875"/>
              <a:ext cx="6938" cy="39884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2490A35-3C8F-4E20-8C2C-4C1B743C1AE0}"/>
                </a:ext>
              </a:extLst>
            </p:cNvPr>
            <p:cNvCxnSpPr>
              <a:cxnSpLocks/>
            </p:cNvCxnSpPr>
            <p:nvPr/>
          </p:nvCxnSpPr>
          <p:spPr>
            <a:xfrm rot="20910925" flipH="1">
              <a:off x="3235552" y="3795414"/>
              <a:ext cx="23124" cy="17073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14" name="Group 113">
            <a:extLst>
              <a:ext uri="{FF2B5EF4-FFF2-40B4-BE49-F238E27FC236}">
                <a16:creationId xmlns:a16="http://schemas.microsoft.com/office/drawing/2014/main" id="{AA671DAA-3CA0-497A-8A67-6B83B497B11F}"/>
              </a:ext>
            </a:extLst>
          </p:cNvPr>
          <p:cNvGrpSpPr/>
          <p:nvPr/>
        </p:nvGrpSpPr>
        <p:grpSpPr>
          <a:xfrm rot="4853476">
            <a:off x="9278664" y="5729068"/>
            <a:ext cx="509049" cy="569724"/>
            <a:chOff x="3180147" y="3505819"/>
            <a:chExt cx="808860" cy="533159"/>
          </a:xfrm>
        </p:grpSpPr>
        <p:cxnSp>
          <p:nvCxnSpPr>
            <p:cNvPr id="120" name="Straight Connector 119">
              <a:extLst>
                <a:ext uri="{FF2B5EF4-FFF2-40B4-BE49-F238E27FC236}">
                  <a16:creationId xmlns:a16="http://schemas.microsoft.com/office/drawing/2014/main" id="{A47C9BC1-F831-4616-9169-E999C30651FA}"/>
                </a:ext>
              </a:extLst>
            </p:cNvPr>
            <p:cNvCxnSpPr>
              <a:cxnSpLocks/>
            </p:cNvCxnSpPr>
            <p:nvPr/>
          </p:nvCxnSpPr>
          <p:spPr>
            <a:xfrm rot="20910925" flipH="1">
              <a:off x="3180147" y="3505819"/>
              <a:ext cx="808860" cy="38241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9E929A7E-FD37-4F9E-BE07-04833EB2D592}"/>
                </a:ext>
              </a:extLst>
            </p:cNvPr>
            <p:cNvCxnSpPr>
              <a:cxnSpLocks/>
            </p:cNvCxnSpPr>
            <p:nvPr/>
          </p:nvCxnSpPr>
          <p:spPr>
            <a:xfrm rot="19619521">
              <a:off x="3252794" y="3848191"/>
              <a:ext cx="0" cy="19078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15" name="TextBox 114">
            <a:extLst>
              <a:ext uri="{FF2B5EF4-FFF2-40B4-BE49-F238E27FC236}">
                <a16:creationId xmlns:a16="http://schemas.microsoft.com/office/drawing/2014/main" id="{6E2E7C54-D2A8-42E6-850E-9B582A334855}"/>
              </a:ext>
            </a:extLst>
          </p:cNvPr>
          <p:cNvSpPr txBox="1"/>
          <p:nvPr/>
        </p:nvSpPr>
        <p:spPr>
          <a:xfrm>
            <a:off x="10854098" y="6182875"/>
            <a:ext cx="840295" cy="338554"/>
          </a:xfrm>
          <a:prstGeom prst="rect">
            <a:avLst/>
          </a:prstGeom>
          <a:noFill/>
        </p:spPr>
        <p:txBody>
          <a:bodyPr wrap="none" rtlCol="0">
            <a:spAutoFit/>
          </a:bodyPr>
          <a:lstStyle/>
          <a:p>
            <a:r>
              <a:rPr lang="en-US" sz="1600" dirty="0"/>
              <a:t>Esmolol</a:t>
            </a:r>
          </a:p>
        </p:txBody>
      </p:sp>
      <p:grpSp>
        <p:nvGrpSpPr>
          <p:cNvPr id="116" name="Group 115">
            <a:extLst>
              <a:ext uri="{FF2B5EF4-FFF2-40B4-BE49-F238E27FC236}">
                <a16:creationId xmlns:a16="http://schemas.microsoft.com/office/drawing/2014/main" id="{10C65BD1-B3BA-4A4C-BC7B-1F33895507FD}"/>
              </a:ext>
            </a:extLst>
          </p:cNvPr>
          <p:cNvGrpSpPr/>
          <p:nvPr/>
        </p:nvGrpSpPr>
        <p:grpSpPr>
          <a:xfrm rot="3310838">
            <a:off x="10983941" y="5927259"/>
            <a:ext cx="238932" cy="203939"/>
            <a:chOff x="3081156" y="3868527"/>
            <a:chExt cx="379654" cy="190851"/>
          </a:xfrm>
        </p:grpSpPr>
        <p:cxnSp>
          <p:nvCxnSpPr>
            <p:cNvPr id="117" name="Straight Connector 116">
              <a:extLst>
                <a:ext uri="{FF2B5EF4-FFF2-40B4-BE49-F238E27FC236}">
                  <a16:creationId xmlns:a16="http://schemas.microsoft.com/office/drawing/2014/main" id="{2A315B49-B31C-4BE7-9898-E7ABAC2C9F2B}"/>
                </a:ext>
              </a:extLst>
            </p:cNvPr>
            <p:cNvCxnSpPr>
              <a:cxnSpLocks/>
            </p:cNvCxnSpPr>
            <p:nvPr/>
          </p:nvCxnSpPr>
          <p:spPr>
            <a:xfrm rot="18289162" flipH="1" flipV="1">
              <a:off x="3262954" y="3830010"/>
              <a:ext cx="94358" cy="30135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DE3A28E9-CC7D-4EF8-8246-6D0E17B9EA24}"/>
                </a:ext>
              </a:extLst>
            </p:cNvPr>
            <p:cNvCxnSpPr>
              <a:cxnSpLocks/>
            </p:cNvCxnSpPr>
            <p:nvPr/>
          </p:nvCxnSpPr>
          <p:spPr>
            <a:xfrm rot="20910925" flipH="1">
              <a:off x="3081156" y="3868527"/>
              <a:ext cx="116833" cy="19085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65" name="TextBox 164">
            <a:extLst>
              <a:ext uri="{FF2B5EF4-FFF2-40B4-BE49-F238E27FC236}">
                <a16:creationId xmlns:a16="http://schemas.microsoft.com/office/drawing/2014/main" id="{7B4764BC-DBC2-4BE5-99DE-4259989F4C7A}"/>
              </a:ext>
            </a:extLst>
          </p:cNvPr>
          <p:cNvSpPr txBox="1"/>
          <p:nvPr/>
        </p:nvSpPr>
        <p:spPr>
          <a:xfrm>
            <a:off x="7820939" y="6195310"/>
            <a:ext cx="1346138" cy="338554"/>
          </a:xfrm>
          <a:prstGeom prst="rect">
            <a:avLst/>
          </a:prstGeom>
          <a:noFill/>
        </p:spPr>
        <p:txBody>
          <a:bodyPr wrap="none" rtlCol="0">
            <a:spAutoFit/>
          </a:bodyPr>
          <a:lstStyle/>
          <a:p>
            <a:r>
              <a:rPr lang="en-US" sz="1600" dirty="0"/>
              <a:t>Phentolamine</a:t>
            </a:r>
          </a:p>
        </p:txBody>
      </p:sp>
    </p:spTree>
    <p:extLst>
      <p:ext uri="{BB962C8B-B14F-4D97-AF65-F5344CB8AC3E}">
        <p14:creationId xmlns:p14="http://schemas.microsoft.com/office/powerpoint/2010/main" val="154544789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P spid="57"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7F531E-8922-4667-8E8A-C5A6AC1B0F92}"/>
              </a:ext>
            </a:extLst>
          </p:cNvPr>
          <p:cNvSpPr txBox="1"/>
          <p:nvPr/>
        </p:nvSpPr>
        <p:spPr>
          <a:xfrm>
            <a:off x="4501443" y="27514"/>
            <a:ext cx="3577701" cy="461665"/>
          </a:xfrm>
          <a:prstGeom prst="rect">
            <a:avLst/>
          </a:prstGeom>
          <a:noFill/>
        </p:spPr>
        <p:txBody>
          <a:bodyPr wrap="square" rtlCol="0">
            <a:spAutoFit/>
          </a:bodyPr>
          <a:lstStyle/>
          <a:p>
            <a:pPr algn="ctr"/>
            <a:r>
              <a:rPr lang="en-US" sz="2400" b="1" dirty="0"/>
              <a:t>Hypertensive Emergency</a:t>
            </a:r>
          </a:p>
        </p:txBody>
      </p:sp>
      <p:pic>
        <p:nvPicPr>
          <p:cNvPr id="22" name="teachIM logo" descr="Icon&#10;&#10;Description automatically generated">
            <a:extLst>
              <a:ext uri="{FF2B5EF4-FFF2-40B4-BE49-F238E27FC236}">
                <a16:creationId xmlns:a16="http://schemas.microsoft.com/office/drawing/2014/main" id="{9941794D-0E4C-4929-897A-E61CE338C30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12679" y="6289755"/>
            <a:ext cx="1387970" cy="507944"/>
          </a:xfrm>
          <a:prstGeom prst="rect">
            <a:avLst/>
          </a:prstGeom>
        </p:spPr>
      </p:pic>
      <p:grpSp>
        <p:nvGrpSpPr>
          <p:cNvPr id="2" name="Group 1">
            <a:extLst>
              <a:ext uri="{FF2B5EF4-FFF2-40B4-BE49-F238E27FC236}">
                <a16:creationId xmlns:a16="http://schemas.microsoft.com/office/drawing/2014/main" id="{A6BAF350-EAE5-4122-BD5B-6660B37A2E88}"/>
              </a:ext>
            </a:extLst>
          </p:cNvPr>
          <p:cNvGrpSpPr/>
          <p:nvPr/>
        </p:nvGrpSpPr>
        <p:grpSpPr>
          <a:xfrm>
            <a:off x="1998357" y="-330808"/>
            <a:ext cx="2863113" cy="6680864"/>
            <a:chOff x="2613908" y="124482"/>
            <a:chExt cx="2863113" cy="6680864"/>
          </a:xfrm>
        </p:grpSpPr>
        <p:pic>
          <p:nvPicPr>
            <p:cNvPr id="50" name="Picture 49">
              <a:extLst>
                <a:ext uri="{FF2B5EF4-FFF2-40B4-BE49-F238E27FC236}">
                  <a16:creationId xmlns:a16="http://schemas.microsoft.com/office/drawing/2014/main" id="{79DE6BB1-23FB-4980-B0F9-A3792261DE2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130" r="71272" b="9690"/>
            <a:stretch/>
          </p:blipFill>
          <p:spPr>
            <a:xfrm>
              <a:off x="2613908" y="124482"/>
              <a:ext cx="2863113" cy="6680864"/>
            </a:xfrm>
            <a:prstGeom prst="rect">
              <a:avLst/>
            </a:prstGeom>
          </p:spPr>
        </p:pic>
        <p:grpSp>
          <p:nvGrpSpPr>
            <p:cNvPr id="60" name="Group 59">
              <a:extLst>
                <a:ext uri="{FF2B5EF4-FFF2-40B4-BE49-F238E27FC236}">
                  <a16:creationId xmlns:a16="http://schemas.microsoft.com/office/drawing/2014/main" id="{4835A159-F4EF-4728-A2AD-F79222185ED7}"/>
                </a:ext>
              </a:extLst>
            </p:cNvPr>
            <p:cNvGrpSpPr/>
            <p:nvPr/>
          </p:nvGrpSpPr>
          <p:grpSpPr>
            <a:xfrm>
              <a:off x="3840311" y="1070127"/>
              <a:ext cx="473313" cy="145064"/>
              <a:chOff x="3840311" y="1070127"/>
              <a:chExt cx="473313" cy="145064"/>
            </a:xfrm>
          </p:grpSpPr>
          <p:grpSp>
            <p:nvGrpSpPr>
              <p:cNvPr id="51" name="Group 50">
                <a:extLst>
                  <a:ext uri="{FF2B5EF4-FFF2-40B4-BE49-F238E27FC236}">
                    <a16:creationId xmlns:a16="http://schemas.microsoft.com/office/drawing/2014/main" id="{BC08AE30-4533-4394-9BB3-8E5D2819ABC7}"/>
                  </a:ext>
                </a:extLst>
              </p:cNvPr>
              <p:cNvGrpSpPr/>
              <p:nvPr/>
            </p:nvGrpSpPr>
            <p:grpSpPr>
              <a:xfrm>
                <a:off x="3840311" y="1070127"/>
                <a:ext cx="473313" cy="145064"/>
                <a:chOff x="3773004" y="1461708"/>
                <a:chExt cx="473313" cy="165887"/>
              </a:xfrm>
            </p:grpSpPr>
            <p:sp>
              <p:nvSpPr>
                <p:cNvPr id="36" name="Oval 35">
                  <a:extLst>
                    <a:ext uri="{FF2B5EF4-FFF2-40B4-BE49-F238E27FC236}">
                      <a16:creationId xmlns:a16="http://schemas.microsoft.com/office/drawing/2014/main" id="{FE3501BD-D31F-461C-9954-E8208D0C3473}"/>
                    </a:ext>
                  </a:extLst>
                </p:cNvPr>
                <p:cNvSpPr/>
                <p:nvPr/>
              </p:nvSpPr>
              <p:spPr>
                <a:xfrm>
                  <a:off x="4110001" y="1461708"/>
                  <a:ext cx="136316" cy="16156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EAC39E4F-678C-44FD-B183-998BE9406AAA}"/>
                    </a:ext>
                  </a:extLst>
                </p:cNvPr>
                <p:cNvSpPr/>
                <p:nvPr/>
              </p:nvSpPr>
              <p:spPr>
                <a:xfrm>
                  <a:off x="3773004" y="1466028"/>
                  <a:ext cx="136316" cy="16156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Oval 55">
                <a:extLst>
                  <a:ext uri="{FF2B5EF4-FFF2-40B4-BE49-F238E27FC236}">
                    <a16:creationId xmlns:a16="http://schemas.microsoft.com/office/drawing/2014/main" id="{DF3ADDF2-3A2A-4042-81F3-9D4A242EA7F0}"/>
                  </a:ext>
                </a:extLst>
              </p:cNvPr>
              <p:cNvSpPr/>
              <p:nvPr/>
            </p:nvSpPr>
            <p:spPr>
              <a:xfrm>
                <a:off x="3886133" y="112179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6F158DF4-616A-4088-B489-01A50074152A}"/>
                  </a:ext>
                </a:extLst>
              </p:cNvPr>
              <p:cNvSpPr/>
              <p:nvPr/>
            </p:nvSpPr>
            <p:spPr>
              <a:xfrm>
                <a:off x="4214766" y="112179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 name="Freeform: Shape 60">
              <a:extLst>
                <a:ext uri="{FF2B5EF4-FFF2-40B4-BE49-F238E27FC236}">
                  <a16:creationId xmlns:a16="http://schemas.microsoft.com/office/drawing/2014/main" id="{22E2668D-CCF4-431A-90F4-1626E966B332}"/>
                </a:ext>
              </a:extLst>
            </p:cNvPr>
            <p:cNvSpPr/>
            <p:nvPr/>
          </p:nvSpPr>
          <p:spPr>
            <a:xfrm>
              <a:off x="3763420" y="1932168"/>
              <a:ext cx="716275" cy="1817817"/>
            </a:xfrm>
            <a:custGeom>
              <a:avLst/>
              <a:gdLst>
                <a:gd name="connsiteX0" fmla="*/ 261468 w 747402"/>
                <a:gd name="connsiteY0" fmla="*/ 267921 h 1868472"/>
                <a:gd name="connsiteX1" fmla="*/ 293218 w 747402"/>
                <a:gd name="connsiteY1" fmla="*/ 58371 h 1868472"/>
                <a:gd name="connsiteX2" fmla="*/ 477368 w 747402"/>
                <a:gd name="connsiteY2" fmla="*/ 7571 h 1868472"/>
                <a:gd name="connsiteX3" fmla="*/ 636118 w 747402"/>
                <a:gd name="connsiteY3" fmla="*/ 191721 h 1868472"/>
                <a:gd name="connsiteX4" fmla="*/ 629768 w 747402"/>
                <a:gd name="connsiteY4" fmla="*/ 769571 h 1868472"/>
                <a:gd name="connsiteX5" fmla="*/ 598018 w 747402"/>
                <a:gd name="connsiteY5" fmla="*/ 1468071 h 1868472"/>
                <a:gd name="connsiteX6" fmla="*/ 712318 w 747402"/>
                <a:gd name="connsiteY6" fmla="*/ 1696671 h 1868472"/>
                <a:gd name="connsiteX7" fmla="*/ 737718 w 747402"/>
                <a:gd name="connsiteY7" fmla="*/ 1779221 h 1868472"/>
                <a:gd name="connsiteX8" fmla="*/ 566268 w 747402"/>
                <a:gd name="connsiteY8" fmla="*/ 1791921 h 1868472"/>
                <a:gd name="connsiteX9" fmla="*/ 382118 w 747402"/>
                <a:gd name="connsiteY9" fmla="*/ 1423621 h 1868472"/>
                <a:gd name="connsiteX10" fmla="*/ 147168 w 747402"/>
                <a:gd name="connsiteY10" fmla="*/ 1798271 h 1868472"/>
                <a:gd name="connsiteX11" fmla="*/ 77318 w 747402"/>
                <a:gd name="connsiteY11" fmla="*/ 1868121 h 1868472"/>
                <a:gd name="connsiteX12" fmla="*/ 7468 w 747402"/>
                <a:gd name="connsiteY12" fmla="*/ 1791921 h 1868472"/>
                <a:gd name="connsiteX13" fmla="*/ 267818 w 747402"/>
                <a:gd name="connsiteY13" fmla="*/ 1341071 h 1868472"/>
                <a:gd name="connsiteX14" fmla="*/ 458318 w 747402"/>
                <a:gd name="connsiteY14" fmla="*/ 1061671 h 1868472"/>
                <a:gd name="connsiteX15" fmla="*/ 528168 w 747402"/>
                <a:gd name="connsiteY15" fmla="*/ 560021 h 1868472"/>
                <a:gd name="connsiteX16" fmla="*/ 521818 w 747402"/>
                <a:gd name="connsiteY16" fmla="*/ 210771 h 1868472"/>
                <a:gd name="connsiteX17" fmla="*/ 445618 w 747402"/>
                <a:gd name="connsiteY17" fmla="*/ 134571 h 1868472"/>
                <a:gd name="connsiteX18" fmla="*/ 375768 w 747402"/>
                <a:gd name="connsiteY18" fmla="*/ 179021 h 1868472"/>
                <a:gd name="connsiteX19" fmla="*/ 375768 w 747402"/>
                <a:gd name="connsiteY19" fmla="*/ 293321 h 1868472"/>
                <a:gd name="connsiteX20" fmla="*/ 344018 w 747402"/>
                <a:gd name="connsiteY20" fmla="*/ 356821 h 1868472"/>
                <a:gd name="connsiteX21" fmla="*/ 261468 w 747402"/>
                <a:gd name="connsiteY21" fmla="*/ 267921 h 1868472"/>
                <a:gd name="connsiteX0" fmla="*/ 261468 w 747402"/>
                <a:gd name="connsiteY0" fmla="*/ 267921 h 1868472"/>
                <a:gd name="connsiteX1" fmla="*/ 293218 w 747402"/>
                <a:gd name="connsiteY1" fmla="*/ 58371 h 1868472"/>
                <a:gd name="connsiteX2" fmla="*/ 477368 w 747402"/>
                <a:gd name="connsiteY2" fmla="*/ 7571 h 1868472"/>
                <a:gd name="connsiteX3" fmla="*/ 636118 w 747402"/>
                <a:gd name="connsiteY3" fmla="*/ 191721 h 1868472"/>
                <a:gd name="connsiteX4" fmla="*/ 629768 w 747402"/>
                <a:gd name="connsiteY4" fmla="*/ 769571 h 1868472"/>
                <a:gd name="connsiteX5" fmla="*/ 598018 w 747402"/>
                <a:gd name="connsiteY5" fmla="*/ 1468071 h 1868472"/>
                <a:gd name="connsiteX6" fmla="*/ 712318 w 747402"/>
                <a:gd name="connsiteY6" fmla="*/ 1696671 h 1868472"/>
                <a:gd name="connsiteX7" fmla="*/ 737718 w 747402"/>
                <a:gd name="connsiteY7" fmla="*/ 1779221 h 1868472"/>
                <a:gd name="connsiteX8" fmla="*/ 566268 w 747402"/>
                <a:gd name="connsiteY8" fmla="*/ 1791921 h 1868472"/>
                <a:gd name="connsiteX9" fmla="*/ 382118 w 747402"/>
                <a:gd name="connsiteY9" fmla="*/ 1423621 h 1868472"/>
                <a:gd name="connsiteX10" fmla="*/ 147168 w 747402"/>
                <a:gd name="connsiteY10" fmla="*/ 1798271 h 1868472"/>
                <a:gd name="connsiteX11" fmla="*/ 77318 w 747402"/>
                <a:gd name="connsiteY11" fmla="*/ 1868121 h 1868472"/>
                <a:gd name="connsiteX12" fmla="*/ 7468 w 747402"/>
                <a:gd name="connsiteY12" fmla="*/ 1791921 h 1868472"/>
                <a:gd name="connsiteX13" fmla="*/ 267818 w 747402"/>
                <a:gd name="connsiteY13" fmla="*/ 1341071 h 1868472"/>
                <a:gd name="connsiteX14" fmla="*/ 356718 w 747402"/>
                <a:gd name="connsiteY14" fmla="*/ 1106121 h 1868472"/>
                <a:gd name="connsiteX15" fmla="*/ 528168 w 747402"/>
                <a:gd name="connsiteY15" fmla="*/ 560021 h 1868472"/>
                <a:gd name="connsiteX16" fmla="*/ 521818 w 747402"/>
                <a:gd name="connsiteY16" fmla="*/ 210771 h 1868472"/>
                <a:gd name="connsiteX17" fmla="*/ 445618 w 747402"/>
                <a:gd name="connsiteY17" fmla="*/ 134571 h 1868472"/>
                <a:gd name="connsiteX18" fmla="*/ 375768 w 747402"/>
                <a:gd name="connsiteY18" fmla="*/ 179021 h 1868472"/>
                <a:gd name="connsiteX19" fmla="*/ 375768 w 747402"/>
                <a:gd name="connsiteY19" fmla="*/ 293321 h 1868472"/>
                <a:gd name="connsiteX20" fmla="*/ 344018 w 747402"/>
                <a:gd name="connsiteY20" fmla="*/ 356821 h 1868472"/>
                <a:gd name="connsiteX21" fmla="*/ 261468 w 747402"/>
                <a:gd name="connsiteY21" fmla="*/ 267921 h 1868472"/>
                <a:gd name="connsiteX0" fmla="*/ 261468 w 747402"/>
                <a:gd name="connsiteY0" fmla="*/ 267921 h 1868472"/>
                <a:gd name="connsiteX1" fmla="*/ 293218 w 747402"/>
                <a:gd name="connsiteY1" fmla="*/ 58371 h 1868472"/>
                <a:gd name="connsiteX2" fmla="*/ 477368 w 747402"/>
                <a:gd name="connsiteY2" fmla="*/ 7571 h 1868472"/>
                <a:gd name="connsiteX3" fmla="*/ 636118 w 747402"/>
                <a:gd name="connsiteY3" fmla="*/ 191721 h 1868472"/>
                <a:gd name="connsiteX4" fmla="*/ 642468 w 747402"/>
                <a:gd name="connsiteY4" fmla="*/ 648921 h 1868472"/>
                <a:gd name="connsiteX5" fmla="*/ 598018 w 747402"/>
                <a:gd name="connsiteY5" fmla="*/ 1468071 h 1868472"/>
                <a:gd name="connsiteX6" fmla="*/ 712318 w 747402"/>
                <a:gd name="connsiteY6" fmla="*/ 1696671 h 1868472"/>
                <a:gd name="connsiteX7" fmla="*/ 737718 w 747402"/>
                <a:gd name="connsiteY7" fmla="*/ 1779221 h 1868472"/>
                <a:gd name="connsiteX8" fmla="*/ 566268 w 747402"/>
                <a:gd name="connsiteY8" fmla="*/ 1791921 h 1868472"/>
                <a:gd name="connsiteX9" fmla="*/ 382118 w 747402"/>
                <a:gd name="connsiteY9" fmla="*/ 1423621 h 1868472"/>
                <a:gd name="connsiteX10" fmla="*/ 147168 w 747402"/>
                <a:gd name="connsiteY10" fmla="*/ 1798271 h 1868472"/>
                <a:gd name="connsiteX11" fmla="*/ 77318 w 747402"/>
                <a:gd name="connsiteY11" fmla="*/ 1868121 h 1868472"/>
                <a:gd name="connsiteX12" fmla="*/ 7468 w 747402"/>
                <a:gd name="connsiteY12" fmla="*/ 1791921 h 1868472"/>
                <a:gd name="connsiteX13" fmla="*/ 267818 w 747402"/>
                <a:gd name="connsiteY13" fmla="*/ 1341071 h 1868472"/>
                <a:gd name="connsiteX14" fmla="*/ 356718 w 747402"/>
                <a:gd name="connsiteY14" fmla="*/ 1106121 h 1868472"/>
                <a:gd name="connsiteX15" fmla="*/ 528168 w 747402"/>
                <a:gd name="connsiteY15" fmla="*/ 560021 h 1868472"/>
                <a:gd name="connsiteX16" fmla="*/ 521818 w 747402"/>
                <a:gd name="connsiteY16" fmla="*/ 210771 h 1868472"/>
                <a:gd name="connsiteX17" fmla="*/ 445618 w 747402"/>
                <a:gd name="connsiteY17" fmla="*/ 134571 h 1868472"/>
                <a:gd name="connsiteX18" fmla="*/ 375768 w 747402"/>
                <a:gd name="connsiteY18" fmla="*/ 179021 h 1868472"/>
                <a:gd name="connsiteX19" fmla="*/ 375768 w 747402"/>
                <a:gd name="connsiteY19" fmla="*/ 293321 h 1868472"/>
                <a:gd name="connsiteX20" fmla="*/ 344018 w 747402"/>
                <a:gd name="connsiteY20" fmla="*/ 356821 h 1868472"/>
                <a:gd name="connsiteX21" fmla="*/ 261468 w 747402"/>
                <a:gd name="connsiteY21" fmla="*/ 267921 h 1868472"/>
                <a:gd name="connsiteX0" fmla="*/ 261468 w 747402"/>
                <a:gd name="connsiteY0" fmla="*/ 267921 h 1868472"/>
                <a:gd name="connsiteX1" fmla="*/ 293218 w 747402"/>
                <a:gd name="connsiteY1" fmla="*/ 58371 h 1868472"/>
                <a:gd name="connsiteX2" fmla="*/ 477368 w 747402"/>
                <a:gd name="connsiteY2" fmla="*/ 7571 h 1868472"/>
                <a:gd name="connsiteX3" fmla="*/ 636118 w 747402"/>
                <a:gd name="connsiteY3" fmla="*/ 191721 h 1868472"/>
                <a:gd name="connsiteX4" fmla="*/ 642468 w 747402"/>
                <a:gd name="connsiteY4" fmla="*/ 648921 h 1868472"/>
                <a:gd name="connsiteX5" fmla="*/ 473778 w 747402"/>
                <a:gd name="connsiteY5" fmla="*/ 1171484 h 1868472"/>
                <a:gd name="connsiteX6" fmla="*/ 598018 w 747402"/>
                <a:gd name="connsiteY6" fmla="*/ 1468071 h 1868472"/>
                <a:gd name="connsiteX7" fmla="*/ 712318 w 747402"/>
                <a:gd name="connsiteY7" fmla="*/ 1696671 h 1868472"/>
                <a:gd name="connsiteX8" fmla="*/ 737718 w 747402"/>
                <a:gd name="connsiteY8" fmla="*/ 1779221 h 1868472"/>
                <a:gd name="connsiteX9" fmla="*/ 566268 w 747402"/>
                <a:gd name="connsiteY9" fmla="*/ 1791921 h 1868472"/>
                <a:gd name="connsiteX10" fmla="*/ 382118 w 747402"/>
                <a:gd name="connsiteY10" fmla="*/ 1423621 h 1868472"/>
                <a:gd name="connsiteX11" fmla="*/ 147168 w 747402"/>
                <a:gd name="connsiteY11" fmla="*/ 1798271 h 1868472"/>
                <a:gd name="connsiteX12" fmla="*/ 77318 w 747402"/>
                <a:gd name="connsiteY12" fmla="*/ 1868121 h 1868472"/>
                <a:gd name="connsiteX13" fmla="*/ 7468 w 747402"/>
                <a:gd name="connsiteY13" fmla="*/ 1791921 h 1868472"/>
                <a:gd name="connsiteX14" fmla="*/ 267818 w 747402"/>
                <a:gd name="connsiteY14" fmla="*/ 1341071 h 1868472"/>
                <a:gd name="connsiteX15" fmla="*/ 356718 w 747402"/>
                <a:gd name="connsiteY15" fmla="*/ 1106121 h 1868472"/>
                <a:gd name="connsiteX16" fmla="*/ 528168 w 747402"/>
                <a:gd name="connsiteY16" fmla="*/ 560021 h 1868472"/>
                <a:gd name="connsiteX17" fmla="*/ 521818 w 747402"/>
                <a:gd name="connsiteY17" fmla="*/ 210771 h 1868472"/>
                <a:gd name="connsiteX18" fmla="*/ 445618 w 747402"/>
                <a:gd name="connsiteY18" fmla="*/ 134571 h 1868472"/>
                <a:gd name="connsiteX19" fmla="*/ 375768 w 747402"/>
                <a:gd name="connsiteY19" fmla="*/ 179021 h 1868472"/>
                <a:gd name="connsiteX20" fmla="*/ 375768 w 747402"/>
                <a:gd name="connsiteY20" fmla="*/ 293321 h 1868472"/>
                <a:gd name="connsiteX21" fmla="*/ 344018 w 747402"/>
                <a:gd name="connsiteY21" fmla="*/ 356821 h 1868472"/>
                <a:gd name="connsiteX22" fmla="*/ 261468 w 747402"/>
                <a:gd name="connsiteY22" fmla="*/ 267921 h 1868472"/>
                <a:gd name="connsiteX0" fmla="*/ 261468 w 747402"/>
                <a:gd name="connsiteY0" fmla="*/ 267921 h 1868472"/>
                <a:gd name="connsiteX1" fmla="*/ 293218 w 747402"/>
                <a:gd name="connsiteY1" fmla="*/ 58371 h 1868472"/>
                <a:gd name="connsiteX2" fmla="*/ 477368 w 747402"/>
                <a:gd name="connsiteY2" fmla="*/ 7571 h 1868472"/>
                <a:gd name="connsiteX3" fmla="*/ 636118 w 747402"/>
                <a:gd name="connsiteY3" fmla="*/ 191721 h 1868472"/>
                <a:gd name="connsiteX4" fmla="*/ 642468 w 747402"/>
                <a:gd name="connsiteY4" fmla="*/ 648921 h 1868472"/>
                <a:gd name="connsiteX5" fmla="*/ 473778 w 747402"/>
                <a:gd name="connsiteY5" fmla="*/ 1234984 h 1868472"/>
                <a:gd name="connsiteX6" fmla="*/ 598018 w 747402"/>
                <a:gd name="connsiteY6" fmla="*/ 1468071 h 1868472"/>
                <a:gd name="connsiteX7" fmla="*/ 712318 w 747402"/>
                <a:gd name="connsiteY7" fmla="*/ 1696671 h 1868472"/>
                <a:gd name="connsiteX8" fmla="*/ 737718 w 747402"/>
                <a:gd name="connsiteY8" fmla="*/ 1779221 h 1868472"/>
                <a:gd name="connsiteX9" fmla="*/ 566268 w 747402"/>
                <a:gd name="connsiteY9" fmla="*/ 1791921 h 1868472"/>
                <a:gd name="connsiteX10" fmla="*/ 382118 w 747402"/>
                <a:gd name="connsiteY10" fmla="*/ 1423621 h 1868472"/>
                <a:gd name="connsiteX11" fmla="*/ 147168 w 747402"/>
                <a:gd name="connsiteY11" fmla="*/ 1798271 h 1868472"/>
                <a:gd name="connsiteX12" fmla="*/ 77318 w 747402"/>
                <a:gd name="connsiteY12" fmla="*/ 1868121 h 1868472"/>
                <a:gd name="connsiteX13" fmla="*/ 7468 w 747402"/>
                <a:gd name="connsiteY13" fmla="*/ 1791921 h 1868472"/>
                <a:gd name="connsiteX14" fmla="*/ 267818 w 747402"/>
                <a:gd name="connsiteY14" fmla="*/ 1341071 h 1868472"/>
                <a:gd name="connsiteX15" fmla="*/ 356718 w 747402"/>
                <a:gd name="connsiteY15" fmla="*/ 1106121 h 1868472"/>
                <a:gd name="connsiteX16" fmla="*/ 528168 w 747402"/>
                <a:gd name="connsiteY16" fmla="*/ 560021 h 1868472"/>
                <a:gd name="connsiteX17" fmla="*/ 521818 w 747402"/>
                <a:gd name="connsiteY17" fmla="*/ 210771 h 1868472"/>
                <a:gd name="connsiteX18" fmla="*/ 445618 w 747402"/>
                <a:gd name="connsiteY18" fmla="*/ 134571 h 1868472"/>
                <a:gd name="connsiteX19" fmla="*/ 375768 w 747402"/>
                <a:gd name="connsiteY19" fmla="*/ 179021 h 1868472"/>
                <a:gd name="connsiteX20" fmla="*/ 375768 w 747402"/>
                <a:gd name="connsiteY20" fmla="*/ 293321 h 1868472"/>
                <a:gd name="connsiteX21" fmla="*/ 344018 w 747402"/>
                <a:gd name="connsiteY21" fmla="*/ 356821 h 1868472"/>
                <a:gd name="connsiteX22" fmla="*/ 261468 w 747402"/>
                <a:gd name="connsiteY22" fmla="*/ 267921 h 1868472"/>
                <a:gd name="connsiteX0" fmla="*/ 261468 w 747585"/>
                <a:gd name="connsiteY0" fmla="*/ 267921 h 1868472"/>
                <a:gd name="connsiteX1" fmla="*/ 293218 w 747585"/>
                <a:gd name="connsiteY1" fmla="*/ 58371 h 1868472"/>
                <a:gd name="connsiteX2" fmla="*/ 477368 w 747585"/>
                <a:gd name="connsiteY2" fmla="*/ 7571 h 1868472"/>
                <a:gd name="connsiteX3" fmla="*/ 636118 w 747585"/>
                <a:gd name="connsiteY3" fmla="*/ 191721 h 1868472"/>
                <a:gd name="connsiteX4" fmla="*/ 642468 w 747585"/>
                <a:gd name="connsiteY4" fmla="*/ 648921 h 1868472"/>
                <a:gd name="connsiteX5" fmla="*/ 473778 w 747585"/>
                <a:gd name="connsiteY5" fmla="*/ 1234984 h 1868472"/>
                <a:gd name="connsiteX6" fmla="*/ 591668 w 747585"/>
                <a:gd name="connsiteY6" fmla="*/ 1531571 h 1868472"/>
                <a:gd name="connsiteX7" fmla="*/ 712318 w 747585"/>
                <a:gd name="connsiteY7" fmla="*/ 1696671 h 1868472"/>
                <a:gd name="connsiteX8" fmla="*/ 737718 w 747585"/>
                <a:gd name="connsiteY8" fmla="*/ 1779221 h 1868472"/>
                <a:gd name="connsiteX9" fmla="*/ 566268 w 747585"/>
                <a:gd name="connsiteY9" fmla="*/ 1791921 h 1868472"/>
                <a:gd name="connsiteX10" fmla="*/ 382118 w 747585"/>
                <a:gd name="connsiteY10" fmla="*/ 1423621 h 1868472"/>
                <a:gd name="connsiteX11" fmla="*/ 147168 w 747585"/>
                <a:gd name="connsiteY11" fmla="*/ 1798271 h 1868472"/>
                <a:gd name="connsiteX12" fmla="*/ 77318 w 747585"/>
                <a:gd name="connsiteY12" fmla="*/ 1868121 h 1868472"/>
                <a:gd name="connsiteX13" fmla="*/ 7468 w 747585"/>
                <a:gd name="connsiteY13" fmla="*/ 1791921 h 1868472"/>
                <a:gd name="connsiteX14" fmla="*/ 267818 w 747585"/>
                <a:gd name="connsiteY14" fmla="*/ 1341071 h 1868472"/>
                <a:gd name="connsiteX15" fmla="*/ 356718 w 747585"/>
                <a:gd name="connsiteY15" fmla="*/ 1106121 h 1868472"/>
                <a:gd name="connsiteX16" fmla="*/ 528168 w 747585"/>
                <a:gd name="connsiteY16" fmla="*/ 560021 h 1868472"/>
                <a:gd name="connsiteX17" fmla="*/ 521818 w 747585"/>
                <a:gd name="connsiteY17" fmla="*/ 210771 h 1868472"/>
                <a:gd name="connsiteX18" fmla="*/ 445618 w 747585"/>
                <a:gd name="connsiteY18" fmla="*/ 134571 h 1868472"/>
                <a:gd name="connsiteX19" fmla="*/ 375768 w 747585"/>
                <a:gd name="connsiteY19" fmla="*/ 179021 h 1868472"/>
                <a:gd name="connsiteX20" fmla="*/ 375768 w 747585"/>
                <a:gd name="connsiteY20" fmla="*/ 293321 h 1868472"/>
                <a:gd name="connsiteX21" fmla="*/ 344018 w 747585"/>
                <a:gd name="connsiteY21" fmla="*/ 356821 h 1868472"/>
                <a:gd name="connsiteX22" fmla="*/ 261468 w 747585"/>
                <a:gd name="connsiteY22" fmla="*/ 267921 h 1868472"/>
                <a:gd name="connsiteX0" fmla="*/ 261468 w 715997"/>
                <a:gd name="connsiteY0" fmla="*/ 267921 h 1868472"/>
                <a:gd name="connsiteX1" fmla="*/ 293218 w 715997"/>
                <a:gd name="connsiteY1" fmla="*/ 58371 h 1868472"/>
                <a:gd name="connsiteX2" fmla="*/ 477368 w 715997"/>
                <a:gd name="connsiteY2" fmla="*/ 7571 h 1868472"/>
                <a:gd name="connsiteX3" fmla="*/ 636118 w 715997"/>
                <a:gd name="connsiteY3" fmla="*/ 191721 h 1868472"/>
                <a:gd name="connsiteX4" fmla="*/ 642468 w 715997"/>
                <a:gd name="connsiteY4" fmla="*/ 648921 h 1868472"/>
                <a:gd name="connsiteX5" fmla="*/ 473778 w 715997"/>
                <a:gd name="connsiteY5" fmla="*/ 1234984 h 1868472"/>
                <a:gd name="connsiteX6" fmla="*/ 591668 w 715997"/>
                <a:gd name="connsiteY6" fmla="*/ 1531571 h 1868472"/>
                <a:gd name="connsiteX7" fmla="*/ 712318 w 715997"/>
                <a:gd name="connsiteY7" fmla="*/ 1696671 h 1868472"/>
                <a:gd name="connsiteX8" fmla="*/ 674218 w 715997"/>
                <a:gd name="connsiteY8" fmla="*/ 1766521 h 1868472"/>
                <a:gd name="connsiteX9" fmla="*/ 566268 w 715997"/>
                <a:gd name="connsiteY9" fmla="*/ 1791921 h 1868472"/>
                <a:gd name="connsiteX10" fmla="*/ 382118 w 715997"/>
                <a:gd name="connsiteY10" fmla="*/ 1423621 h 1868472"/>
                <a:gd name="connsiteX11" fmla="*/ 147168 w 715997"/>
                <a:gd name="connsiteY11" fmla="*/ 1798271 h 1868472"/>
                <a:gd name="connsiteX12" fmla="*/ 77318 w 715997"/>
                <a:gd name="connsiteY12" fmla="*/ 1868121 h 1868472"/>
                <a:gd name="connsiteX13" fmla="*/ 7468 w 715997"/>
                <a:gd name="connsiteY13" fmla="*/ 1791921 h 1868472"/>
                <a:gd name="connsiteX14" fmla="*/ 267818 w 715997"/>
                <a:gd name="connsiteY14" fmla="*/ 1341071 h 1868472"/>
                <a:gd name="connsiteX15" fmla="*/ 356718 w 715997"/>
                <a:gd name="connsiteY15" fmla="*/ 1106121 h 1868472"/>
                <a:gd name="connsiteX16" fmla="*/ 528168 w 715997"/>
                <a:gd name="connsiteY16" fmla="*/ 560021 h 1868472"/>
                <a:gd name="connsiteX17" fmla="*/ 521818 w 715997"/>
                <a:gd name="connsiteY17" fmla="*/ 210771 h 1868472"/>
                <a:gd name="connsiteX18" fmla="*/ 445618 w 715997"/>
                <a:gd name="connsiteY18" fmla="*/ 134571 h 1868472"/>
                <a:gd name="connsiteX19" fmla="*/ 375768 w 715997"/>
                <a:gd name="connsiteY19" fmla="*/ 179021 h 1868472"/>
                <a:gd name="connsiteX20" fmla="*/ 375768 w 715997"/>
                <a:gd name="connsiteY20" fmla="*/ 293321 h 1868472"/>
                <a:gd name="connsiteX21" fmla="*/ 344018 w 715997"/>
                <a:gd name="connsiteY21" fmla="*/ 356821 h 1868472"/>
                <a:gd name="connsiteX22" fmla="*/ 261468 w 715997"/>
                <a:gd name="connsiteY22" fmla="*/ 267921 h 1868472"/>
                <a:gd name="connsiteX0" fmla="*/ 261468 w 715997"/>
                <a:gd name="connsiteY0" fmla="*/ 267921 h 1868472"/>
                <a:gd name="connsiteX1" fmla="*/ 293218 w 715997"/>
                <a:gd name="connsiteY1" fmla="*/ 58371 h 1868472"/>
                <a:gd name="connsiteX2" fmla="*/ 477368 w 715997"/>
                <a:gd name="connsiteY2" fmla="*/ 7571 h 1868472"/>
                <a:gd name="connsiteX3" fmla="*/ 636118 w 715997"/>
                <a:gd name="connsiteY3" fmla="*/ 191721 h 1868472"/>
                <a:gd name="connsiteX4" fmla="*/ 642468 w 715997"/>
                <a:gd name="connsiteY4" fmla="*/ 648921 h 1868472"/>
                <a:gd name="connsiteX5" fmla="*/ 473778 w 715997"/>
                <a:gd name="connsiteY5" fmla="*/ 1234984 h 1868472"/>
                <a:gd name="connsiteX6" fmla="*/ 591668 w 715997"/>
                <a:gd name="connsiteY6" fmla="*/ 1531571 h 1868472"/>
                <a:gd name="connsiteX7" fmla="*/ 712318 w 715997"/>
                <a:gd name="connsiteY7" fmla="*/ 1696671 h 1868472"/>
                <a:gd name="connsiteX8" fmla="*/ 674218 w 715997"/>
                <a:gd name="connsiteY8" fmla="*/ 1766521 h 1868472"/>
                <a:gd name="connsiteX9" fmla="*/ 566268 w 715997"/>
                <a:gd name="connsiteY9" fmla="*/ 1741121 h 1868472"/>
                <a:gd name="connsiteX10" fmla="*/ 382118 w 715997"/>
                <a:gd name="connsiteY10" fmla="*/ 1423621 h 1868472"/>
                <a:gd name="connsiteX11" fmla="*/ 147168 w 715997"/>
                <a:gd name="connsiteY11" fmla="*/ 1798271 h 1868472"/>
                <a:gd name="connsiteX12" fmla="*/ 77318 w 715997"/>
                <a:gd name="connsiteY12" fmla="*/ 1868121 h 1868472"/>
                <a:gd name="connsiteX13" fmla="*/ 7468 w 715997"/>
                <a:gd name="connsiteY13" fmla="*/ 1791921 h 1868472"/>
                <a:gd name="connsiteX14" fmla="*/ 267818 w 715997"/>
                <a:gd name="connsiteY14" fmla="*/ 1341071 h 1868472"/>
                <a:gd name="connsiteX15" fmla="*/ 356718 w 715997"/>
                <a:gd name="connsiteY15" fmla="*/ 1106121 h 1868472"/>
                <a:gd name="connsiteX16" fmla="*/ 528168 w 715997"/>
                <a:gd name="connsiteY16" fmla="*/ 560021 h 1868472"/>
                <a:gd name="connsiteX17" fmla="*/ 521818 w 715997"/>
                <a:gd name="connsiteY17" fmla="*/ 210771 h 1868472"/>
                <a:gd name="connsiteX18" fmla="*/ 445618 w 715997"/>
                <a:gd name="connsiteY18" fmla="*/ 134571 h 1868472"/>
                <a:gd name="connsiteX19" fmla="*/ 375768 w 715997"/>
                <a:gd name="connsiteY19" fmla="*/ 179021 h 1868472"/>
                <a:gd name="connsiteX20" fmla="*/ 375768 w 715997"/>
                <a:gd name="connsiteY20" fmla="*/ 293321 h 1868472"/>
                <a:gd name="connsiteX21" fmla="*/ 344018 w 715997"/>
                <a:gd name="connsiteY21" fmla="*/ 356821 h 1868472"/>
                <a:gd name="connsiteX22" fmla="*/ 261468 w 715997"/>
                <a:gd name="connsiteY22" fmla="*/ 267921 h 1868472"/>
                <a:gd name="connsiteX0" fmla="*/ 261468 w 715997"/>
                <a:gd name="connsiteY0" fmla="*/ 267921 h 1868472"/>
                <a:gd name="connsiteX1" fmla="*/ 293218 w 715997"/>
                <a:gd name="connsiteY1" fmla="*/ 58371 h 1868472"/>
                <a:gd name="connsiteX2" fmla="*/ 477368 w 715997"/>
                <a:gd name="connsiteY2" fmla="*/ 7571 h 1868472"/>
                <a:gd name="connsiteX3" fmla="*/ 636118 w 715997"/>
                <a:gd name="connsiteY3" fmla="*/ 191721 h 1868472"/>
                <a:gd name="connsiteX4" fmla="*/ 642468 w 715997"/>
                <a:gd name="connsiteY4" fmla="*/ 648921 h 1868472"/>
                <a:gd name="connsiteX5" fmla="*/ 473778 w 715997"/>
                <a:gd name="connsiteY5" fmla="*/ 1234984 h 1868472"/>
                <a:gd name="connsiteX6" fmla="*/ 591668 w 715997"/>
                <a:gd name="connsiteY6" fmla="*/ 1531571 h 1868472"/>
                <a:gd name="connsiteX7" fmla="*/ 712318 w 715997"/>
                <a:gd name="connsiteY7" fmla="*/ 1696671 h 1868472"/>
                <a:gd name="connsiteX8" fmla="*/ 674218 w 715997"/>
                <a:gd name="connsiteY8" fmla="*/ 1766521 h 1868472"/>
                <a:gd name="connsiteX9" fmla="*/ 566268 w 715997"/>
                <a:gd name="connsiteY9" fmla="*/ 1741121 h 1868472"/>
                <a:gd name="connsiteX10" fmla="*/ 382118 w 715997"/>
                <a:gd name="connsiteY10" fmla="*/ 1423621 h 1868472"/>
                <a:gd name="connsiteX11" fmla="*/ 147168 w 715997"/>
                <a:gd name="connsiteY11" fmla="*/ 1798271 h 1868472"/>
                <a:gd name="connsiteX12" fmla="*/ 77318 w 715997"/>
                <a:gd name="connsiteY12" fmla="*/ 1868121 h 1868472"/>
                <a:gd name="connsiteX13" fmla="*/ 7468 w 715997"/>
                <a:gd name="connsiteY13" fmla="*/ 1791921 h 1868472"/>
                <a:gd name="connsiteX14" fmla="*/ 267818 w 715997"/>
                <a:gd name="connsiteY14" fmla="*/ 1341071 h 1868472"/>
                <a:gd name="connsiteX15" fmla="*/ 356718 w 715997"/>
                <a:gd name="connsiteY15" fmla="*/ 1106121 h 1868472"/>
                <a:gd name="connsiteX16" fmla="*/ 528168 w 715997"/>
                <a:gd name="connsiteY16" fmla="*/ 560021 h 1868472"/>
                <a:gd name="connsiteX17" fmla="*/ 521818 w 715997"/>
                <a:gd name="connsiteY17" fmla="*/ 210771 h 1868472"/>
                <a:gd name="connsiteX18" fmla="*/ 445618 w 715997"/>
                <a:gd name="connsiteY18" fmla="*/ 134571 h 1868472"/>
                <a:gd name="connsiteX19" fmla="*/ 375768 w 715997"/>
                <a:gd name="connsiteY19" fmla="*/ 179021 h 1868472"/>
                <a:gd name="connsiteX20" fmla="*/ 375768 w 715997"/>
                <a:gd name="connsiteY20" fmla="*/ 293321 h 1868472"/>
                <a:gd name="connsiteX21" fmla="*/ 344018 w 715997"/>
                <a:gd name="connsiteY21" fmla="*/ 356821 h 1868472"/>
                <a:gd name="connsiteX22" fmla="*/ 261468 w 715997"/>
                <a:gd name="connsiteY22" fmla="*/ 267921 h 1868472"/>
                <a:gd name="connsiteX0" fmla="*/ 261468 w 715997"/>
                <a:gd name="connsiteY0" fmla="*/ 267921 h 1868472"/>
                <a:gd name="connsiteX1" fmla="*/ 293218 w 715997"/>
                <a:gd name="connsiteY1" fmla="*/ 58371 h 1868472"/>
                <a:gd name="connsiteX2" fmla="*/ 477368 w 715997"/>
                <a:gd name="connsiteY2" fmla="*/ 7571 h 1868472"/>
                <a:gd name="connsiteX3" fmla="*/ 636118 w 715997"/>
                <a:gd name="connsiteY3" fmla="*/ 191721 h 1868472"/>
                <a:gd name="connsiteX4" fmla="*/ 642468 w 715997"/>
                <a:gd name="connsiteY4" fmla="*/ 648921 h 1868472"/>
                <a:gd name="connsiteX5" fmla="*/ 473778 w 715997"/>
                <a:gd name="connsiteY5" fmla="*/ 1234984 h 1868472"/>
                <a:gd name="connsiteX6" fmla="*/ 591668 w 715997"/>
                <a:gd name="connsiteY6" fmla="*/ 1531571 h 1868472"/>
                <a:gd name="connsiteX7" fmla="*/ 712318 w 715997"/>
                <a:gd name="connsiteY7" fmla="*/ 1696671 h 1868472"/>
                <a:gd name="connsiteX8" fmla="*/ 674218 w 715997"/>
                <a:gd name="connsiteY8" fmla="*/ 1766521 h 1868472"/>
                <a:gd name="connsiteX9" fmla="*/ 566268 w 715997"/>
                <a:gd name="connsiteY9" fmla="*/ 1741121 h 1868472"/>
                <a:gd name="connsiteX10" fmla="*/ 382118 w 715997"/>
                <a:gd name="connsiteY10" fmla="*/ 1423621 h 1868472"/>
                <a:gd name="connsiteX11" fmla="*/ 147168 w 715997"/>
                <a:gd name="connsiteY11" fmla="*/ 1798271 h 1868472"/>
                <a:gd name="connsiteX12" fmla="*/ 77318 w 715997"/>
                <a:gd name="connsiteY12" fmla="*/ 1868121 h 1868472"/>
                <a:gd name="connsiteX13" fmla="*/ 7468 w 715997"/>
                <a:gd name="connsiteY13" fmla="*/ 1791921 h 1868472"/>
                <a:gd name="connsiteX14" fmla="*/ 267818 w 715997"/>
                <a:gd name="connsiteY14" fmla="*/ 1341071 h 1868472"/>
                <a:gd name="connsiteX15" fmla="*/ 356718 w 715997"/>
                <a:gd name="connsiteY15" fmla="*/ 1106121 h 1868472"/>
                <a:gd name="connsiteX16" fmla="*/ 528168 w 715997"/>
                <a:gd name="connsiteY16" fmla="*/ 560021 h 1868472"/>
                <a:gd name="connsiteX17" fmla="*/ 521818 w 715997"/>
                <a:gd name="connsiteY17" fmla="*/ 210771 h 1868472"/>
                <a:gd name="connsiteX18" fmla="*/ 445618 w 715997"/>
                <a:gd name="connsiteY18" fmla="*/ 134571 h 1868472"/>
                <a:gd name="connsiteX19" fmla="*/ 375768 w 715997"/>
                <a:gd name="connsiteY19" fmla="*/ 179021 h 1868472"/>
                <a:gd name="connsiteX20" fmla="*/ 375768 w 715997"/>
                <a:gd name="connsiteY20" fmla="*/ 293321 h 1868472"/>
                <a:gd name="connsiteX21" fmla="*/ 344018 w 715997"/>
                <a:gd name="connsiteY21" fmla="*/ 356821 h 1868472"/>
                <a:gd name="connsiteX22" fmla="*/ 261468 w 715997"/>
                <a:gd name="connsiteY22"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42468 w 716382"/>
                <a:gd name="connsiteY4" fmla="*/ 648921 h 1868472"/>
                <a:gd name="connsiteX5" fmla="*/ 473778 w 716382"/>
                <a:gd name="connsiteY5" fmla="*/ 1234984 h 1868472"/>
                <a:gd name="connsiteX6" fmla="*/ 591668 w 716382"/>
                <a:gd name="connsiteY6" fmla="*/ 1531571 h 1868472"/>
                <a:gd name="connsiteX7" fmla="*/ 712318 w 716382"/>
                <a:gd name="connsiteY7" fmla="*/ 1696671 h 1868472"/>
                <a:gd name="connsiteX8" fmla="*/ 674218 w 716382"/>
                <a:gd name="connsiteY8" fmla="*/ 1766521 h 1868472"/>
                <a:gd name="connsiteX9" fmla="*/ 540868 w 716382"/>
                <a:gd name="connsiteY9" fmla="*/ 1658571 h 1868472"/>
                <a:gd name="connsiteX10" fmla="*/ 382118 w 716382"/>
                <a:gd name="connsiteY10" fmla="*/ 1423621 h 1868472"/>
                <a:gd name="connsiteX11" fmla="*/ 147168 w 716382"/>
                <a:gd name="connsiteY11" fmla="*/ 1798271 h 1868472"/>
                <a:gd name="connsiteX12" fmla="*/ 77318 w 716382"/>
                <a:gd name="connsiteY12" fmla="*/ 1868121 h 1868472"/>
                <a:gd name="connsiteX13" fmla="*/ 7468 w 716382"/>
                <a:gd name="connsiteY13" fmla="*/ 1791921 h 1868472"/>
                <a:gd name="connsiteX14" fmla="*/ 267818 w 716382"/>
                <a:gd name="connsiteY14" fmla="*/ 1341071 h 1868472"/>
                <a:gd name="connsiteX15" fmla="*/ 356718 w 716382"/>
                <a:gd name="connsiteY15" fmla="*/ 1106121 h 1868472"/>
                <a:gd name="connsiteX16" fmla="*/ 528168 w 716382"/>
                <a:gd name="connsiteY16" fmla="*/ 560021 h 1868472"/>
                <a:gd name="connsiteX17" fmla="*/ 521818 w 716382"/>
                <a:gd name="connsiteY17" fmla="*/ 210771 h 1868472"/>
                <a:gd name="connsiteX18" fmla="*/ 445618 w 716382"/>
                <a:gd name="connsiteY18" fmla="*/ 134571 h 1868472"/>
                <a:gd name="connsiteX19" fmla="*/ 375768 w 716382"/>
                <a:gd name="connsiteY19" fmla="*/ 179021 h 1868472"/>
                <a:gd name="connsiteX20" fmla="*/ 375768 w 716382"/>
                <a:gd name="connsiteY20" fmla="*/ 293321 h 1868472"/>
                <a:gd name="connsiteX21" fmla="*/ 344018 w 716382"/>
                <a:gd name="connsiteY21" fmla="*/ 356821 h 1868472"/>
                <a:gd name="connsiteX22" fmla="*/ 261468 w 716382"/>
                <a:gd name="connsiteY22"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42468 w 716382"/>
                <a:gd name="connsiteY4" fmla="*/ 648921 h 1868472"/>
                <a:gd name="connsiteX5" fmla="*/ 473778 w 716382"/>
                <a:gd name="connsiteY5" fmla="*/ 1234984 h 1868472"/>
                <a:gd name="connsiteX6" fmla="*/ 591668 w 716382"/>
                <a:gd name="connsiteY6" fmla="*/ 1531571 h 1868472"/>
                <a:gd name="connsiteX7" fmla="*/ 712318 w 716382"/>
                <a:gd name="connsiteY7" fmla="*/ 1696671 h 1868472"/>
                <a:gd name="connsiteX8" fmla="*/ 674218 w 716382"/>
                <a:gd name="connsiteY8" fmla="*/ 1766521 h 1868472"/>
                <a:gd name="connsiteX9" fmla="*/ 540868 w 716382"/>
                <a:gd name="connsiteY9" fmla="*/ 1639521 h 1868472"/>
                <a:gd name="connsiteX10" fmla="*/ 382118 w 716382"/>
                <a:gd name="connsiteY10" fmla="*/ 1423621 h 1868472"/>
                <a:gd name="connsiteX11" fmla="*/ 147168 w 716382"/>
                <a:gd name="connsiteY11" fmla="*/ 1798271 h 1868472"/>
                <a:gd name="connsiteX12" fmla="*/ 77318 w 716382"/>
                <a:gd name="connsiteY12" fmla="*/ 1868121 h 1868472"/>
                <a:gd name="connsiteX13" fmla="*/ 7468 w 716382"/>
                <a:gd name="connsiteY13" fmla="*/ 1791921 h 1868472"/>
                <a:gd name="connsiteX14" fmla="*/ 267818 w 716382"/>
                <a:gd name="connsiteY14" fmla="*/ 1341071 h 1868472"/>
                <a:gd name="connsiteX15" fmla="*/ 356718 w 716382"/>
                <a:gd name="connsiteY15" fmla="*/ 1106121 h 1868472"/>
                <a:gd name="connsiteX16" fmla="*/ 528168 w 716382"/>
                <a:gd name="connsiteY16" fmla="*/ 560021 h 1868472"/>
                <a:gd name="connsiteX17" fmla="*/ 521818 w 716382"/>
                <a:gd name="connsiteY17" fmla="*/ 210771 h 1868472"/>
                <a:gd name="connsiteX18" fmla="*/ 445618 w 716382"/>
                <a:gd name="connsiteY18" fmla="*/ 134571 h 1868472"/>
                <a:gd name="connsiteX19" fmla="*/ 375768 w 716382"/>
                <a:gd name="connsiteY19" fmla="*/ 179021 h 1868472"/>
                <a:gd name="connsiteX20" fmla="*/ 375768 w 716382"/>
                <a:gd name="connsiteY20" fmla="*/ 293321 h 1868472"/>
                <a:gd name="connsiteX21" fmla="*/ 344018 w 716382"/>
                <a:gd name="connsiteY21" fmla="*/ 356821 h 1868472"/>
                <a:gd name="connsiteX22" fmla="*/ 261468 w 716382"/>
                <a:gd name="connsiteY22"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42468 w 716382"/>
                <a:gd name="connsiteY4" fmla="*/ 648921 h 1868472"/>
                <a:gd name="connsiteX5" fmla="*/ 473778 w 716382"/>
                <a:gd name="connsiteY5" fmla="*/ 1234984 h 1868472"/>
                <a:gd name="connsiteX6" fmla="*/ 591668 w 716382"/>
                <a:gd name="connsiteY6" fmla="*/ 1531571 h 1868472"/>
                <a:gd name="connsiteX7" fmla="*/ 712318 w 716382"/>
                <a:gd name="connsiteY7" fmla="*/ 1696671 h 1868472"/>
                <a:gd name="connsiteX8" fmla="*/ 674218 w 716382"/>
                <a:gd name="connsiteY8" fmla="*/ 1766521 h 1868472"/>
                <a:gd name="connsiteX9" fmla="*/ 540868 w 716382"/>
                <a:gd name="connsiteY9" fmla="*/ 1639521 h 1868472"/>
                <a:gd name="connsiteX10" fmla="*/ 382118 w 716382"/>
                <a:gd name="connsiteY10" fmla="*/ 1423621 h 1868472"/>
                <a:gd name="connsiteX11" fmla="*/ 147168 w 716382"/>
                <a:gd name="connsiteY11" fmla="*/ 1798271 h 1868472"/>
                <a:gd name="connsiteX12" fmla="*/ 77318 w 716382"/>
                <a:gd name="connsiteY12" fmla="*/ 1868121 h 1868472"/>
                <a:gd name="connsiteX13" fmla="*/ 7468 w 716382"/>
                <a:gd name="connsiteY13" fmla="*/ 1791921 h 1868472"/>
                <a:gd name="connsiteX14" fmla="*/ 267818 w 716382"/>
                <a:gd name="connsiteY14" fmla="*/ 1341071 h 1868472"/>
                <a:gd name="connsiteX15" fmla="*/ 356718 w 716382"/>
                <a:gd name="connsiteY15" fmla="*/ 1106121 h 1868472"/>
                <a:gd name="connsiteX16" fmla="*/ 403927 w 716382"/>
                <a:gd name="connsiteY16" fmla="*/ 822234 h 1868472"/>
                <a:gd name="connsiteX17" fmla="*/ 528168 w 716382"/>
                <a:gd name="connsiteY17" fmla="*/ 560021 h 1868472"/>
                <a:gd name="connsiteX18" fmla="*/ 521818 w 716382"/>
                <a:gd name="connsiteY18" fmla="*/ 210771 h 1868472"/>
                <a:gd name="connsiteX19" fmla="*/ 445618 w 716382"/>
                <a:gd name="connsiteY19" fmla="*/ 134571 h 1868472"/>
                <a:gd name="connsiteX20" fmla="*/ 375768 w 716382"/>
                <a:gd name="connsiteY20" fmla="*/ 179021 h 1868472"/>
                <a:gd name="connsiteX21" fmla="*/ 375768 w 716382"/>
                <a:gd name="connsiteY21" fmla="*/ 293321 h 1868472"/>
                <a:gd name="connsiteX22" fmla="*/ 344018 w 716382"/>
                <a:gd name="connsiteY22" fmla="*/ 356821 h 1868472"/>
                <a:gd name="connsiteX23" fmla="*/ 261468 w 716382"/>
                <a:gd name="connsiteY23"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42468 w 716382"/>
                <a:gd name="connsiteY4" fmla="*/ 648921 h 1868472"/>
                <a:gd name="connsiteX5" fmla="*/ 530927 w 716382"/>
                <a:gd name="connsiteY5" fmla="*/ 911134 h 1868472"/>
                <a:gd name="connsiteX6" fmla="*/ 473778 w 716382"/>
                <a:gd name="connsiteY6" fmla="*/ 1234984 h 1868472"/>
                <a:gd name="connsiteX7" fmla="*/ 591668 w 716382"/>
                <a:gd name="connsiteY7" fmla="*/ 1531571 h 1868472"/>
                <a:gd name="connsiteX8" fmla="*/ 712318 w 716382"/>
                <a:gd name="connsiteY8" fmla="*/ 1696671 h 1868472"/>
                <a:gd name="connsiteX9" fmla="*/ 674218 w 716382"/>
                <a:gd name="connsiteY9" fmla="*/ 1766521 h 1868472"/>
                <a:gd name="connsiteX10" fmla="*/ 540868 w 716382"/>
                <a:gd name="connsiteY10" fmla="*/ 1639521 h 1868472"/>
                <a:gd name="connsiteX11" fmla="*/ 382118 w 716382"/>
                <a:gd name="connsiteY11" fmla="*/ 1423621 h 1868472"/>
                <a:gd name="connsiteX12" fmla="*/ 147168 w 716382"/>
                <a:gd name="connsiteY12" fmla="*/ 1798271 h 1868472"/>
                <a:gd name="connsiteX13" fmla="*/ 77318 w 716382"/>
                <a:gd name="connsiteY13" fmla="*/ 1868121 h 1868472"/>
                <a:gd name="connsiteX14" fmla="*/ 7468 w 716382"/>
                <a:gd name="connsiteY14" fmla="*/ 1791921 h 1868472"/>
                <a:gd name="connsiteX15" fmla="*/ 267818 w 716382"/>
                <a:gd name="connsiteY15" fmla="*/ 1341071 h 1868472"/>
                <a:gd name="connsiteX16" fmla="*/ 356718 w 716382"/>
                <a:gd name="connsiteY16" fmla="*/ 1106121 h 1868472"/>
                <a:gd name="connsiteX17" fmla="*/ 403927 w 716382"/>
                <a:gd name="connsiteY17" fmla="*/ 822234 h 1868472"/>
                <a:gd name="connsiteX18" fmla="*/ 528168 w 716382"/>
                <a:gd name="connsiteY18" fmla="*/ 560021 h 1868472"/>
                <a:gd name="connsiteX19" fmla="*/ 521818 w 716382"/>
                <a:gd name="connsiteY19" fmla="*/ 210771 h 1868472"/>
                <a:gd name="connsiteX20" fmla="*/ 445618 w 716382"/>
                <a:gd name="connsiteY20" fmla="*/ 134571 h 1868472"/>
                <a:gd name="connsiteX21" fmla="*/ 375768 w 716382"/>
                <a:gd name="connsiteY21" fmla="*/ 179021 h 1868472"/>
                <a:gd name="connsiteX22" fmla="*/ 375768 w 716382"/>
                <a:gd name="connsiteY22" fmla="*/ 293321 h 1868472"/>
                <a:gd name="connsiteX23" fmla="*/ 344018 w 716382"/>
                <a:gd name="connsiteY23" fmla="*/ 356821 h 1868472"/>
                <a:gd name="connsiteX24" fmla="*/ 261468 w 716382"/>
                <a:gd name="connsiteY24"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42468 w 716382"/>
                <a:gd name="connsiteY4" fmla="*/ 648921 h 1868472"/>
                <a:gd name="connsiteX5" fmla="*/ 530927 w 716382"/>
                <a:gd name="connsiteY5" fmla="*/ 911134 h 1868472"/>
                <a:gd name="connsiteX6" fmla="*/ 473778 w 716382"/>
                <a:gd name="connsiteY6" fmla="*/ 1234984 h 1868472"/>
                <a:gd name="connsiteX7" fmla="*/ 591668 w 716382"/>
                <a:gd name="connsiteY7" fmla="*/ 1531571 h 1868472"/>
                <a:gd name="connsiteX8" fmla="*/ 712318 w 716382"/>
                <a:gd name="connsiteY8" fmla="*/ 1696671 h 1868472"/>
                <a:gd name="connsiteX9" fmla="*/ 674218 w 716382"/>
                <a:gd name="connsiteY9" fmla="*/ 1766521 h 1868472"/>
                <a:gd name="connsiteX10" fmla="*/ 540868 w 716382"/>
                <a:gd name="connsiteY10" fmla="*/ 1639521 h 1868472"/>
                <a:gd name="connsiteX11" fmla="*/ 382118 w 716382"/>
                <a:gd name="connsiteY11" fmla="*/ 1423621 h 1868472"/>
                <a:gd name="connsiteX12" fmla="*/ 147168 w 716382"/>
                <a:gd name="connsiteY12" fmla="*/ 1798271 h 1868472"/>
                <a:gd name="connsiteX13" fmla="*/ 77318 w 716382"/>
                <a:gd name="connsiteY13" fmla="*/ 1868121 h 1868472"/>
                <a:gd name="connsiteX14" fmla="*/ 7468 w 716382"/>
                <a:gd name="connsiteY14" fmla="*/ 1791921 h 1868472"/>
                <a:gd name="connsiteX15" fmla="*/ 267818 w 716382"/>
                <a:gd name="connsiteY15" fmla="*/ 1341071 h 1868472"/>
                <a:gd name="connsiteX16" fmla="*/ 356718 w 716382"/>
                <a:gd name="connsiteY16" fmla="*/ 1106121 h 1868472"/>
                <a:gd name="connsiteX17" fmla="*/ 403927 w 716382"/>
                <a:gd name="connsiteY17" fmla="*/ 822234 h 1868472"/>
                <a:gd name="connsiteX18" fmla="*/ 509118 w 716382"/>
                <a:gd name="connsiteY18" fmla="*/ 560021 h 1868472"/>
                <a:gd name="connsiteX19" fmla="*/ 521818 w 716382"/>
                <a:gd name="connsiteY19" fmla="*/ 210771 h 1868472"/>
                <a:gd name="connsiteX20" fmla="*/ 445618 w 716382"/>
                <a:gd name="connsiteY20" fmla="*/ 134571 h 1868472"/>
                <a:gd name="connsiteX21" fmla="*/ 375768 w 716382"/>
                <a:gd name="connsiteY21" fmla="*/ 179021 h 1868472"/>
                <a:gd name="connsiteX22" fmla="*/ 375768 w 716382"/>
                <a:gd name="connsiteY22" fmla="*/ 293321 h 1868472"/>
                <a:gd name="connsiteX23" fmla="*/ 344018 w 716382"/>
                <a:gd name="connsiteY23" fmla="*/ 356821 h 1868472"/>
                <a:gd name="connsiteX24" fmla="*/ 261468 w 716382"/>
                <a:gd name="connsiteY24"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23418 w 716382"/>
                <a:gd name="connsiteY4" fmla="*/ 610821 h 1868472"/>
                <a:gd name="connsiteX5" fmla="*/ 530927 w 716382"/>
                <a:gd name="connsiteY5" fmla="*/ 911134 h 1868472"/>
                <a:gd name="connsiteX6" fmla="*/ 473778 w 716382"/>
                <a:gd name="connsiteY6" fmla="*/ 1234984 h 1868472"/>
                <a:gd name="connsiteX7" fmla="*/ 591668 w 716382"/>
                <a:gd name="connsiteY7" fmla="*/ 1531571 h 1868472"/>
                <a:gd name="connsiteX8" fmla="*/ 712318 w 716382"/>
                <a:gd name="connsiteY8" fmla="*/ 1696671 h 1868472"/>
                <a:gd name="connsiteX9" fmla="*/ 674218 w 716382"/>
                <a:gd name="connsiteY9" fmla="*/ 1766521 h 1868472"/>
                <a:gd name="connsiteX10" fmla="*/ 540868 w 716382"/>
                <a:gd name="connsiteY10" fmla="*/ 1639521 h 1868472"/>
                <a:gd name="connsiteX11" fmla="*/ 382118 w 716382"/>
                <a:gd name="connsiteY11" fmla="*/ 1423621 h 1868472"/>
                <a:gd name="connsiteX12" fmla="*/ 147168 w 716382"/>
                <a:gd name="connsiteY12" fmla="*/ 1798271 h 1868472"/>
                <a:gd name="connsiteX13" fmla="*/ 77318 w 716382"/>
                <a:gd name="connsiteY13" fmla="*/ 1868121 h 1868472"/>
                <a:gd name="connsiteX14" fmla="*/ 7468 w 716382"/>
                <a:gd name="connsiteY14" fmla="*/ 1791921 h 1868472"/>
                <a:gd name="connsiteX15" fmla="*/ 267818 w 716382"/>
                <a:gd name="connsiteY15" fmla="*/ 1341071 h 1868472"/>
                <a:gd name="connsiteX16" fmla="*/ 356718 w 716382"/>
                <a:gd name="connsiteY16" fmla="*/ 1106121 h 1868472"/>
                <a:gd name="connsiteX17" fmla="*/ 403927 w 716382"/>
                <a:gd name="connsiteY17" fmla="*/ 822234 h 1868472"/>
                <a:gd name="connsiteX18" fmla="*/ 509118 w 716382"/>
                <a:gd name="connsiteY18" fmla="*/ 560021 h 1868472"/>
                <a:gd name="connsiteX19" fmla="*/ 521818 w 716382"/>
                <a:gd name="connsiteY19" fmla="*/ 210771 h 1868472"/>
                <a:gd name="connsiteX20" fmla="*/ 445618 w 716382"/>
                <a:gd name="connsiteY20" fmla="*/ 134571 h 1868472"/>
                <a:gd name="connsiteX21" fmla="*/ 375768 w 716382"/>
                <a:gd name="connsiteY21" fmla="*/ 179021 h 1868472"/>
                <a:gd name="connsiteX22" fmla="*/ 375768 w 716382"/>
                <a:gd name="connsiteY22" fmla="*/ 293321 h 1868472"/>
                <a:gd name="connsiteX23" fmla="*/ 344018 w 716382"/>
                <a:gd name="connsiteY23" fmla="*/ 356821 h 1868472"/>
                <a:gd name="connsiteX24" fmla="*/ 261468 w 716382"/>
                <a:gd name="connsiteY24"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23418 w 716382"/>
                <a:gd name="connsiteY4" fmla="*/ 610821 h 1868472"/>
                <a:gd name="connsiteX5" fmla="*/ 530927 w 716382"/>
                <a:gd name="connsiteY5" fmla="*/ 911134 h 1868472"/>
                <a:gd name="connsiteX6" fmla="*/ 473778 w 716382"/>
                <a:gd name="connsiteY6" fmla="*/ 1234984 h 1868472"/>
                <a:gd name="connsiteX7" fmla="*/ 591668 w 716382"/>
                <a:gd name="connsiteY7" fmla="*/ 1531571 h 1868472"/>
                <a:gd name="connsiteX8" fmla="*/ 712318 w 716382"/>
                <a:gd name="connsiteY8" fmla="*/ 1696671 h 1868472"/>
                <a:gd name="connsiteX9" fmla="*/ 674218 w 716382"/>
                <a:gd name="connsiteY9" fmla="*/ 1766521 h 1868472"/>
                <a:gd name="connsiteX10" fmla="*/ 540868 w 716382"/>
                <a:gd name="connsiteY10" fmla="*/ 1639521 h 1868472"/>
                <a:gd name="connsiteX11" fmla="*/ 382118 w 716382"/>
                <a:gd name="connsiteY11" fmla="*/ 1423621 h 1868472"/>
                <a:gd name="connsiteX12" fmla="*/ 147168 w 716382"/>
                <a:gd name="connsiteY12" fmla="*/ 1798271 h 1868472"/>
                <a:gd name="connsiteX13" fmla="*/ 77318 w 716382"/>
                <a:gd name="connsiteY13" fmla="*/ 1868121 h 1868472"/>
                <a:gd name="connsiteX14" fmla="*/ 7468 w 716382"/>
                <a:gd name="connsiteY14" fmla="*/ 1791921 h 1868472"/>
                <a:gd name="connsiteX15" fmla="*/ 267818 w 716382"/>
                <a:gd name="connsiteY15" fmla="*/ 1341071 h 1868472"/>
                <a:gd name="connsiteX16" fmla="*/ 356718 w 716382"/>
                <a:gd name="connsiteY16" fmla="*/ 1106121 h 1868472"/>
                <a:gd name="connsiteX17" fmla="*/ 403927 w 716382"/>
                <a:gd name="connsiteY17" fmla="*/ 822234 h 1868472"/>
                <a:gd name="connsiteX18" fmla="*/ 509118 w 716382"/>
                <a:gd name="connsiteY18" fmla="*/ 560021 h 1868472"/>
                <a:gd name="connsiteX19" fmla="*/ 521818 w 716382"/>
                <a:gd name="connsiteY19" fmla="*/ 210771 h 1868472"/>
                <a:gd name="connsiteX20" fmla="*/ 445618 w 716382"/>
                <a:gd name="connsiteY20" fmla="*/ 134571 h 1868472"/>
                <a:gd name="connsiteX21" fmla="*/ 375768 w 716382"/>
                <a:gd name="connsiteY21" fmla="*/ 179021 h 1868472"/>
                <a:gd name="connsiteX22" fmla="*/ 375768 w 716382"/>
                <a:gd name="connsiteY22" fmla="*/ 293321 h 1868472"/>
                <a:gd name="connsiteX23" fmla="*/ 344018 w 716382"/>
                <a:gd name="connsiteY23" fmla="*/ 356821 h 1868472"/>
                <a:gd name="connsiteX24" fmla="*/ 261468 w 716382"/>
                <a:gd name="connsiteY24" fmla="*/ 267921 h 1868472"/>
                <a:gd name="connsiteX0" fmla="*/ 261468 w 716382"/>
                <a:gd name="connsiteY0" fmla="*/ 267921 h 1868472"/>
                <a:gd name="connsiteX1" fmla="*/ 293218 w 716382"/>
                <a:gd name="connsiteY1" fmla="*/ 58371 h 1868472"/>
                <a:gd name="connsiteX2" fmla="*/ 477368 w 716382"/>
                <a:gd name="connsiteY2" fmla="*/ 7571 h 1868472"/>
                <a:gd name="connsiteX3" fmla="*/ 636118 w 716382"/>
                <a:gd name="connsiteY3" fmla="*/ 191721 h 1868472"/>
                <a:gd name="connsiteX4" fmla="*/ 623418 w 716382"/>
                <a:gd name="connsiteY4" fmla="*/ 610821 h 1868472"/>
                <a:gd name="connsiteX5" fmla="*/ 518227 w 716382"/>
                <a:gd name="connsiteY5" fmla="*/ 892084 h 1868472"/>
                <a:gd name="connsiteX6" fmla="*/ 473778 w 716382"/>
                <a:gd name="connsiteY6" fmla="*/ 1234984 h 1868472"/>
                <a:gd name="connsiteX7" fmla="*/ 591668 w 716382"/>
                <a:gd name="connsiteY7" fmla="*/ 1531571 h 1868472"/>
                <a:gd name="connsiteX8" fmla="*/ 712318 w 716382"/>
                <a:gd name="connsiteY8" fmla="*/ 1696671 h 1868472"/>
                <a:gd name="connsiteX9" fmla="*/ 674218 w 716382"/>
                <a:gd name="connsiteY9" fmla="*/ 1766521 h 1868472"/>
                <a:gd name="connsiteX10" fmla="*/ 540868 w 716382"/>
                <a:gd name="connsiteY10" fmla="*/ 1639521 h 1868472"/>
                <a:gd name="connsiteX11" fmla="*/ 382118 w 716382"/>
                <a:gd name="connsiteY11" fmla="*/ 1423621 h 1868472"/>
                <a:gd name="connsiteX12" fmla="*/ 147168 w 716382"/>
                <a:gd name="connsiteY12" fmla="*/ 1798271 h 1868472"/>
                <a:gd name="connsiteX13" fmla="*/ 77318 w 716382"/>
                <a:gd name="connsiteY13" fmla="*/ 1868121 h 1868472"/>
                <a:gd name="connsiteX14" fmla="*/ 7468 w 716382"/>
                <a:gd name="connsiteY14" fmla="*/ 1791921 h 1868472"/>
                <a:gd name="connsiteX15" fmla="*/ 267818 w 716382"/>
                <a:gd name="connsiteY15" fmla="*/ 1341071 h 1868472"/>
                <a:gd name="connsiteX16" fmla="*/ 356718 w 716382"/>
                <a:gd name="connsiteY16" fmla="*/ 1106121 h 1868472"/>
                <a:gd name="connsiteX17" fmla="*/ 403927 w 716382"/>
                <a:gd name="connsiteY17" fmla="*/ 822234 h 1868472"/>
                <a:gd name="connsiteX18" fmla="*/ 509118 w 716382"/>
                <a:gd name="connsiteY18" fmla="*/ 560021 h 1868472"/>
                <a:gd name="connsiteX19" fmla="*/ 521818 w 716382"/>
                <a:gd name="connsiteY19" fmla="*/ 210771 h 1868472"/>
                <a:gd name="connsiteX20" fmla="*/ 445618 w 716382"/>
                <a:gd name="connsiteY20" fmla="*/ 134571 h 1868472"/>
                <a:gd name="connsiteX21" fmla="*/ 375768 w 716382"/>
                <a:gd name="connsiteY21" fmla="*/ 179021 h 1868472"/>
                <a:gd name="connsiteX22" fmla="*/ 375768 w 716382"/>
                <a:gd name="connsiteY22" fmla="*/ 293321 h 1868472"/>
                <a:gd name="connsiteX23" fmla="*/ 344018 w 716382"/>
                <a:gd name="connsiteY23" fmla="*/ 356821 h 1868472"/>
                <a:gd name="connsiteX24" fmla="*/ 261468 w 716382"/>
                <a:gd name="connsiteY24" fmla="*/ 267921 h 1868472"/>
                <a:gd name="connsiteX0" fmla="*/ 261614 w 716528"/>
                <a:gd name="connsiteY0" fmla="*/ 267921 h 1871694"/>
                <a:gd name="connsiteX1" fmla="*/ 293364 w 716528"/>
                <a:gd name="connsiteY1" fmla="*/ 58371 h 1871694"/>
                <a:gd name="connsiteX2" fmla="*/ 477514 w 716528"/>
                <a:gd name="connsiteY2" fmla="*/ 7571 h 1871694"/>
                <a:gd name="connsiteX3" fmla="*/ 636264 w 716528"/>
                <a:gd name="connsiteY3" fmla="*/ 191721 h 1871694"/>
                <a:gd name="connsiteX4" fmla="*/ 623564 w 716528"/>
                <a:gd name="connsiteY4" fmla="*/ 610821 h 1871694"/>
                <a:gd name="connsiteX5" fmla="*/ 518373 w 716528"/>
                <a:gd name="connsiteY5" fmla="*/ 892084 h 1871694"/>
                <a:gd name="connsiteX6" fmla="*/ 473924 w 716528"/>
                <a:gd name="connsiteY6" fmla="*/ 1234984 h 1871694"/>
                <a:gd name="connsiteX7" fmla="*/ 591814 w 716528"/>
                <a:gd name="connsiteY7" fmla="*/ 1531571 h 1871694"/>
                <a:gd name="connsiteX8" fmla="*/ 712464 w 716528"/>
                <a:gd name="connsiteY8" fmla="*/ 1696671 h 1871694"/>
                <a:gd name="connsiteX9" fmla="*/ 674364 w 716528"/>
                <a:gd name="connsiteY9" fmla="*/ 1766521 h 1871694"/>
                <a:gd name="connsiteX10" fmla="*/ 541014 w 716528"/>
                <a:gd name="connsiteY10" fmla="*/ 1639521 h 1871694"/>
                <a:gd name="connsiteX11" fmla="*/ 382264 w 716528"/>
                <a:gd name="connsiteY11" fmla="*/ 1423621 h 1871694"/>
                <a:gd name="connsiteX12" fmla="*/ 160014 w 716528"/>
                <a:gd name="connsiteY12" fmla="*/ 1747471 h 1871694"/>
                <a:gd name="connsiteX13" fmla="*/ 77464 w 716528"/>
                <a:gd name="connsiteY13" fmla="*/ 1868121 h 1871694"/>
                <a:gd name="connsiteX14" fmla="*/ 7614 w 716528"/>
                <a:gd name="connsiteY14" fmla="*/ 1791921 h 1871694"/>
                <a:gd name="connsiteX15" fmla="*/ 267964 w 716528"/>
                <a:gd name="connsiteY15" fmla="*/ 1341071 h 1871694"/>
                <a:gd name="connsiteX16" fmla="*/ 356864 w 716528"/>
                <a:gd name="connsiteY16" fmla="*/ 1106121 h 1871694"/>
                <a:gd name="connsiteX17" fmla="*/ 404073 w 716528"/>
                <a:gd name="connsiteY17" fmla="*/ 822234 h 1871694"/>
                <a:gd name="connsiteX18" fmla="*/ 509264 w 716528"/>
                <a:gd name="connsiteY18" fmla="*/ 560021 h 1871694"/>
                <a:gd name="connsiteX19" fmla="*/ 521964 w 716528"/>
                <a:gd name="connsiteY19" fmla="*/ 210771 h 1871694"/>
                <a:gd name="connsiteX20" fmla="*/ 445764 w 716528"/>
                <a:gd name="connsiteY20" fmla="*/ 134571 h 1871694"/>
                <a:gd name="connsiteX21" fmla="*/ 375914 w 716528"/>
                <a:gd name="connsiteY21" fmla="*/ 179021 h 1871694"/>
                <a:gd name="connsiteX22" fmla="*/ 375914 w 716528"/>
                <a:gd name="connsiteY22" fmla="*/ 293321 h 1871694"/>
                <a:gd name="connsiteX23" fmla="*/ 344164 w 716528"/>
                <a:gd name="connsiteY23" fmla="*/ 356821 h 1871694"/>
                <a:gd name="connsiteX24" fmla="*/ 261614 w 716528"/>
                <a:gd name="connsiteY24" fmla="*/ 267921 h 1871694"/>
                <a:gd name="connsiteX0" fmla="*/ 260884 w 715798"/>
                <a:gd name="connsiteY0" fmla="*/ 267921 h 1871261"/>
                <a:gd name="connsiteX1" fmla="*/ 292634 w 715798"/>
                <a:gd name="connsiteY1" fmla="*/ 58371 h 1871261"/>
                <a:gd name="connsiteX2" fmla="*/ 476784 w 715798"/>
                <a:gd name="connsiteY2" fmla="*/ 7571 h 1871261"/>
                <a:gd name="connsiteX3" fmla="*/ 635534 w 715798"/>
                <a:gd name="connsiteY3" fmla="*/ 191721 h 1871261"/>
                <a:gd name="connsiteX4" fmla="*/ 622834 w 715798"/>
                <a:gd name="connsiteY4" fmla="*/ 610821 h 1871261"/>
                <a:gd name="connsiteX5" fmla="*/ 517643 w 715798"/>
                <a:gd name="connsiteY5" fmla="*/ 892084 h 1871261"/>
                <a:gd name="connsiteX6" fmla="*/ 473194 w 715798"/>
                <a:gd name="connsiteY6" fmla="*/ 1234984 h 1871261"/>
                <a:gd name="connsiteX7" fmla="*/ 591084 w 715798"/>
                <a:gd name="connsiteY7" fmla="*/ 1531571 h 1871261"/>
                <a:gd name="connsiteX8" fmla="*/ 711734 w 715798"/>
                <a:gd name="connsiteY8" fmla="*/ 1696671 h 1871261"/>
                <a:gd name="connsiteX9" fmla="*/ 673634 w 715798"/>
                <a:gd name="connsiteY9" fmla="*/ 1766521 h 1871261"/>
                <a:gd name="connsiteX10" fmla="*/ 540284 w 715798"/>
                <a:gd name="connsiteY10" fmla="*/ 1639521 h 1871261"/>
                <a:gd name="connsiteX11" fmla="*/ 381534 w 715798"/>
                <a:gd name="connsiteY11" fmla="*/ 1423621 h 1871261"/>
                <a:gd name="connsiteX12" fmla="*/ 159284 w 715798"/>
                <a:gd name="connsiteY12" fmla="*/ 1747471 h 1871261"/>
                <a:gd name="connsiteX13" fmla="*/ 76734 w 715798"/>
                <a:gd name="connsiteY13" fmla="*/ 1868121 h 1871261"/>
                <a:gd name="connsiteX14" fmla="*/ 6884 w 715798"/>
                <a:gd name="connsiteY14" fmla="*/ 1791921 h 1871261"/>
                <a:gd name="connsiteX15" fmla="*/ 254534 w 715798"/>
                <a:gd name="connsiteY15" fmla="*/ 1360121 h 1871261"/>
                <a:gd name="connsiteX16" fmla="*/ 356134 w 715798"/>
                <a:gd name="connsiteY16" fmla="*/ 1106121 h 1871261"/>
                <a:gd name="connsiteX17" fmla="*/ 403343 w 715798"/>
                <a:gd name="connsiteY17" fmla="*/ 822234 h 1871261"/>
                <a:gd name="connsiteX18" fmla="*/ 508534 w 715798"/>
                <a:gd name="connsiteY18" fmla="*/ 560021 h 1871261"/>
                <a:gd name="connsiteX19" fmla="*/ 521234 w 715798"/>
                <a:gd name="connsiteY19" fmla="*/ 210771 h 1871261"/>
                <a:gd name="connsiteX20" fmla="*/ 445034 w 715798"/>
                <a:gd name="connsiteY20" fmla="*/ 134571 h 1871261"/>
                <a:gd name="connsiteX21" fmla="*/ 375184 w 715798"/>
                <a:gd name="connsiteY21" fmla="*/ 179021 h 1871261"/>
                <a:gd name="connsiteX22" fmla="*/ 375184 w 715798"/>
                <a:gd name="connsiteY22" fmla="*/ 293321 h 1871261"/>
                <a:gd name="connsiteX23" fmla="*/ 343434 w 715798"/>
                <a:gd name="connsiteY23" fmla="*/ 356821 h 1871261"/>
                <a:gd name="connsiteX24" fmla="*/ 260884 w 715798"/>
                <a:gd name="connsiteY24" fmla="*/ 267921 h 1871261"/>
                <a:gd name="connsiteX0" fmla="*/ 260884 w 715798"/>
                <a:gd name="connsiteY0" fmla="*/ 267921 h 1871261"/>
                <a:gd name="connsiteX1" fmla="*/ 292634 w 715798"/>
                <a:gd name="connsiteY1" fmla="*/ 58371 h 1871261"/>
                <a:gd name="connsiteX2" fmla="*/ 476784 w 715798"/>
                <a:gd name="connsiteY2" fmla="*/ 7571 h 1871261"/>
                <a:gd name="connsiteX3" fmla="*/ 635534 w 715798"/>
                <a:gd name="connsiteY3" fmla="*/ 191721 h 1871261"/>
                <a:gd name="connsiteX4" fmla="*/ 622834 w 715798"/>
                <a:gd name="connsiteY4" fmla="*/ 610821 h 1871261"/>
                <a:gd name="connsiteX5" fmla="*/ 517643 w 715798"/>
                <a:gd name="connsiteY5" fmla="*/ 892084 h 1871261"/>
                <a:gd name="connsiteX6" fmla="*/ 473194 w 715798"/>
                <a:gd name="connsiteY6" fmla="*/ 1234984 h 1871261"/>
                <a:gd name="connsiteX7" fmla="*/ 591084 w 715798"/>
                <a:gd name="connsiteY7" fmla="*/ 1531571 h 1871261"/>
                <a:gd name="connsiteX8" fmla="*/ 711734 w 715798"/>
                <a:gd name="connsiteY8" fmla="*/ 1696671 h 1871261"/>
                <a:gd name="connsiteX9" fmla="*/ 673634 w 715798"/>
                <a:gd name="connsiteY9" fmla="*/ 1766521 h 1871261"/>
                <a:gd name="connsiteX10" fmla="*/ 540284 w 715798"/>
                <a:gd name="connsiteY10" fmla="*/ 1639521 h 1871261"/>
                <a:gd name="connsiteX11" fmla="*/ 381534 w 715798"/>
                <a:gd name="connsiteY11" fmla="*/ 1423621 h 1871261"/>
                <a:gd name="connsiteX12" fmla="*/ 159284 w 715798"/>
                <a:gd name="connsiteY12" fmla="*/ 1747471 h 1871261"/>
                <a:gd name="connsiteX13" fmla="*/ 76734 w 715798"/>
                <a:gd name="connsiteY13" fmla="*/ 1868121 h 1871261"/>
                <a:gd name="connsiteX14" fmla="*/ 6884 w 715798"/>
                <a:gd name="connsiteY14" fmla="*/ 1791921 h 1871261"/>
                <a:gd name="connsiteX15" fmla="*/ 254534 w 715798"/>
                <a:gd name="connsiteY15" fmla="*/ 1360121 h 1871261"/>
                <a:gd name="connsiteX16" fmla="*/ 337084 w 715798"/>
                <a:gd name="connsiteY16" fmla="*/ 1150571 h 1871261"/>
                <a:gd name="connsiteX17" fmla="*/ 403343 w 715798"/>
                <a:gd name="connsiteY17" fmla="*/ 822234 h 1871261"/>
                <a:gd name="connsiteX18" fmla="*/ 508534 w 715798"/>
                <a:gd name="connsiteY18" fmla="*/ 560021 h 1871261"/>
                <a:gd name="connsiteX19" fmla="*/ 521234 w 715798"/>
                <a:gd name="connsiteY19" fmla="*/ 210771 h 1871261"/>
                <a:gd name="connsiteX20" fmla="*/ 445034 w 715798"/>
                <a:gd name="connsiteY20" fmla="*/ 134571 h 1871261"/>
                <a:gd name="connsiteX21" fmla="*/ 375184 w 715798"/>
                <a:gd name="connsiteY21" fmla="*/ 179021 h 1871261"/>
                <a:gd name="connsiteX22" fmla="*/ 375184 w 715798"/>
                <a:gd name="connsiteY22" fmla="*/ 293321 h 1871261"/>
                <a:gd name="connsiteX23" fmla="*/ 343434 w 715798"/>
                <a:gd name="connsiteY23" fmla="*/ 356821 h 1871261"/>
                <a:gd name="connsiteX24" fmla="*/ 260884 w 715798"/>
                <a:gd name="connsiteY24" fmla="*/ 267921 h 1871261"/>
                <a:gd name="connsiteX0" fmla="*/ 260884 w 715798"/>
                <a:gd name="connsiteY0" fmla="*/ 267921 h 1868637"/>
                <a:gd name="connsiteX1" fmla="*/ 292634 w 715798"/>
                <a:gd name="connsiteY1" fmla="*/ 58371 h 1868637"/>
                <a:gd name="connsiteX2" fmla="*/ 476784 w 715798"/>
                <a:gd name="connsiteY2" fmla="*/ 7571 h 1868637"/>
                <a:gd name="connsiteX3" fmla="*/ 635534 w 715798"/>
                <a:gd name="connsiteY3" fmla="*/ 191721 h 1868637"/>
                <a:gd name="connsiteX4" fmla="*/ 622834 w 715798"/>
                <a:gd name="connsiteY4" fmla="*/ 610821 h 1868637"/>
                <a:gd name="connsiteX5" fmla="*/ 517643 w 715798"/>
                <a:gd name="connsiteY5" fmla="*/ 892084 h 1868637"/>
                <a:gd name="connsiteX6" fmla="*/ 473194 w 715798"/>
                <a:gd name="connsiteY6" fmla="*/ 1234984 h 1868637"/>
                <a:gd name="connsiteX7" fmla="*/ 591084 w 715798"/>
                <a:gd name="connsiteY7" fmla="*/ 1531571 h 1868637"/>
                <a:gd name="connsiteX8" fmla="*/ 711734 w 715798"/>
                <a:gd name="connsiteY8" fmla="*/ 1696671 h 1868637"/>
                <a:gd name="connsiteX9" fmla="*/ 673634 w 715798"/>
                <a:gd name="connsiteY9" fmla="*/ 1766521 h 1868637"/>
                <a:gd name="connsiteX10" fmla="*/ 540284 w 715798"/>
                <a:gd name="connsiteY10" fmla="*/ 1639521 h 1868637"/>
                <a:gd name="connsiteX11" fmla="*/ 381534 w 715798"/>
                <a:gd name="connsiteY11" fmla="*/ 1423621 h 1868637"/>
                <a:gd name="connsiteX12" fmla="*/ 159284 w 715798"/>
                <a:gd name="connsiteY12" fmla="*/ 1747471 h 1868637"/>
                <a:gd name="connsiteX13" fmla="*/ 76734 w 715798"/>
                <a:gd name="connsiteY13" fmla="*/ 1868121 h 1868637"/>
                <a:gd name="connsiteX14" fmla="*/ 6884 w 715798"/>
                <a:gd name="connsiteY14" fmla="*/ 1709371 h 1868637"/>
                <a:gd name="connsiteX15" fmla="*/ 254534 w 715798"/>
                <a:gd name="connsiteY15" fmla="*/ 1360121 h 1868637"/>
                <a:gd name="connsiteX16" fmla="*/ 337084 w 715798"/>
                <a:gd name="connsiteY16" fmla="*/ 1150571 h 1868637"/>
                <a:gd name="connsiteX17" fmla="*/ 403343 w 715798"/>
                <a:gd name="connsiteY17" fmla="*/ 822234 h 1868637"/>
                <a:gd name="connsiteX18" fmla="*/ 508534 w 715798"/>
                <a:gd name="connsiteY18" fmla="*/ 560021 h 1868637"/>
                <a:gd name="connsiteX19" fmla="*/ 521234 w 715798"/>
                <a:gd name="connsiteY19" fmla="*/ 210771 h 1868637"/>
                <a:gd name="connsiteX20" fmla="*/ 445034 w 715798"/>
                <a:gd name="connsiteY20" fmla="*/ 134571 h 1868637"/>
                <a:gd name="connsiteX21" fmla="*/ 375184 w 715798"/>
                <a:gd name="connsiteY21" fmla="*/ 179021 h 1868637"/>
                <a:gd name="connsiteX22" fmla="*/ 375184 w 715798"/>
                <a:gd name="connsiteY22" fmla="*/ 293321 h 1868637"/>
                <a:gd name="connsiteX23" fmla="*/ 343434 w 715798"/>
                <a:gd name="connsiteY23" fmla="*/ 356821 h 1868637"/>
                <a:gd name="connsiteX24" fmla="*/ 260884 w 715798"/>
                <a:gd name="connsiteY24" fmla="*/ 267921 h 1868637"/>
                <a:gd name="connsiteX0" fmla="*/ 260884 w 715798"/>
                <a:gd name="connsiteY0" fmla="*/ 267921 h 1818912"/>
                <a:gd name="connsiteX1" fmla="*/ 292634 w 715798"/>
                <a:gd name="connsiteY1" fmla="*/ 58371 h 1818912"/>
                <a:gd name="connsiteX2" fmla="*/ 476784 w 715798"/>
                <a:gd name="connsiteY2" fmla="*/ 7571 h 1818912"/>
                <a:gd name="connsiteX3" fmla="*/ 635534 w 715798"/>
                <a:gd name="connsiteY3" fmla="*/ 191721 h 1818912"/>
                <a:gd name="connsiteX4" fmla="*/ 622834 w 715798"/>
                <a:gd name="connsiteY4" fmla="*/ 610821 h 1818912"/>
                <a:gd name="connsiteX5" fmla="*/ 517643 w 715798"/>
                <a:gd name="connsiteY5" fmla="*/ 892084 h 1818912"/>
                <a:gd name="connsiteX6" fmla="*/ 473194 w 715798"/>
                <a:gd name="connsiteY6" fmla="*/ 1234984 h 1818912"/>
                <a:gd name="connsiteX7" fmla="*/ 591084 w 715798"/>
                <a:gd name="connsiteY7" fmla="*/ 1531571 h 1818912"/>
                <a:gd name="connsiteX8" fmla="*/ 711734 w 715798"/>
                <a:gd name="connsiteY8" fmla="*/ 1696671 h 1818912"/>
                <a:gd name="connsiteX9" fmla="*/ 673634 w 715798"/>
                <a:gd name="connsiteY9" fmla="*/ 1766521 h 1818912"/>
                <a:gd name="connsiteX10" fmla="*/ 540284 w 715798"/>
                <a:gd name="connsiteY10" fmla="*/ 1639521 h 1818912"/>
                <a:gd name="connsiteX11" fmla="*/ 381534 w 715798"/>
                <a:gd name="connsiteY11" fmla="*/ 1423621 h 1818912"/>
                <a:gd name="connsiteX12" fmla="*/ 159284 w 715798"/>
                <a:gd name="connsiteY12" fmla="*/ 1747471 h 1818912"/>
                <a:gd name="connsiteX13" fmla="*/ 76734 w 715798"/>
                <a:gd name="connsiteY13" fmla="*/ 1817321 h 1818912"/>
                <a:gd name="connsiteX14" fmla="*/ 6884 w 715798"/>
                <a:gd name="connsiteY14" fmla="*/ 1709371 h 1818912"/>
                <a:gd name="connsiteX15" fmla="*/ 254534 w 715798"/>
                <a:gd name="connsiteY15" fmla="*/ 1360121 h 1818912"/>
                <a:gd name="connsiteX16" fmla="*/ 337084 w 715798"/>
                <a:gd name="connsiteY16" fmla="*/ 1150571 h 1818912"/>
                <a:gd name="connsiteX17" fmla="*/ 403343 w 715798"/>
                <a:gd name="connsiteY17" fmla="*/ 822234 h 1818912"/>
                <a:gd name="connsiteX18" fmla="*/ 508534 w 715798"/>
                <a:gd name="connsiteY18" fmla="*/ 560021 h 1818912"/>
                <a:gd name="connsiteX19" fmla="*/ 521234 w 715798"/>
                <a:gd name="connsiteY19" fmla="*/ 210771 h 1818912"/>
                <a:gd name="connsiteX20" fmla="*/ 445034 w 715798"/>
                <a:gd name="connsiteY20" fmla="*/ 134571 h 1818912"/>
                <a:gd name="connsiteX21" fmla="*/ 375184 w 715798"/>
                <a:gd name="connsiteY21" fmla="*/ 179021 h 1818912"/>
                <a:gd name="connsiteX22" fmla="*/ 375184 w 715798"/>
                <a:gd name="connsiteY22" fmla="*/ 293321 h 1818912"/>
                <a:gd name="connsiteX23" fmla="*/ 343434 w 715798"/>
                <a:gd name="connsiteY23" fmla="*/ 356821 h 1818912"/>
                <a:gd name="connsiteX24" fmla="*/ 260884 w 715798"/>
                <a:gd name="connsiteY24" fmla="*/ 267921 h 1818912"/>
                <a:gd name="connsiteX0" fmla="*/ 261026 w 715940"/>
                <a:gd name="connsiteY0" fmla="*/ 267921 h 1817817"/>
                <a:gd name="connsiteX1" fmla="*/ 292776 w 715940"/>
                <a:gd name="connsiteY1" fmla="*/ 58371 h 1817817"/>
                <a:gd name="connsiteX2" fmla="*/ 476926 w 715940"/>
                <a:gd name="connsiteY2" fmla="*/ 7571 h 1817817"/>
                <a:gd name="connsiteX3" fmla="*/ 635676 w 715940"/>
                <a:gd name="connsiteY3" fmla="*/ 191721 h 1817817"/>
                <a:gd name="connsiteX4" fmla="*/ 622976 w 715940"/>
                <a:gd name="connsiteY4" fmla="*/ 610821 h 1817817"/>
                <a:gd name="connsiteX5" fmla="*/ 517785 w 715940"/>
                <a:gd name="connsiteY5" fmla="*/ 892084 h 1817817"/>
                <a:gd name="connsiteX6" fmla="*/ 473336 w 715940"/>
                <a:gd name="connsiteY6" fmla="*/ 1234984 h 1817817"/>
                <a:gd name="connsiteX7" fmla="*/ 591226 w 715940"/>
                <a:gd name="connsiteY7" fmla="*/ 1531571 h 1817817"/>
                <a:gd name="connsiteX8" fmla="*/ 711876 w 715940"/>
                <a:gd name="connsiteY8" fmla="*/ 1696671 h 1817817"/>
                <a:gd name="connsiteX9" fmla="*/ 673776 w 715940"/>
                <a:gd name="connsiteY9" fmla="*/ 1766521 h 1817817"/>
                <a:gd name="connsiteX10" fmla="*/ 540426 w 715940"/>
                <a:gd name="connsiteY10" fmla="*/ 1639521 h 1817817"/>
                <a:gd name="connsiteX11" fmla="*/ 381676 w 715940"/>
                <a:gd name="connsiteY11" fmla="*/ 1423621 h 1817817"/>
                <a:gd name="connsiteX12" fmla="*/ 172126 w 715940"/>
                <a:gd name="connsiteY12" fmla="*/ 1677621 h 1817817"/>
                <a:gd name="connsiteX13" fmla="*/ 76876 w 715940"/>
                <a:gd name="connsiteY13" fmla="*/ 1817321 h 1817817"/>
                <a:gd name="connsiteX14" fmla="*/ 7026 w 715940"/>
                <a:gd name="connsiteY14" fmla="*/ 1709371 h 1817817"/>
                <a:gd name="connsiteX15" fmla="*/ 254676 w 715940"/>
                <a:gd name="connsiteY15" fmla="*/ 1360121 h 1817817"/>
                <a:gd name="connsiteX16" fmla="*/ 337226 w 715940"/>
                <a:gd name="connsiteY16" fmla="*/ 1150571 h 1817817"/>
                <a:gd name="connsiteX17" fmla="*/ 403485 w 715940"/>
                <a:gd name="connsiteY17" fmla="*/ 822234 h 1817817"/>
                <a:gd name="connsiteX18" fmla="*/ 508676 w 715940"/>
                <a:gd name="connsiteY18" fmla="*/ 560021 h 1817817"/>
                <a:gd name="connsiteX19" fmla="*/ 521376 w 715940"/>
                <a:gd name="connsiteY19" fmla="*/ 210771 h 1817817"/>
                <a:gd name="connsiteX20" fmla="*/ 445176 w 715940"/>
                <a:gd name="connsiteY20" fmla="*/ 134571 h 1817817"/>
                <a:gd name="connsiteX21" fmla="*/ 375326 w 715940"/>
                <a:gd name="connsiteY21" fmla="*/ 179021 h 1817817"/>
                <a:gd name="connsiteX22" fmla="*/ 375326 w 715940"/>
                <a:gd name="connsiteY22" fmla="*/ 293321 h 1817817"/>
                <a:gd name="connsiteX23" fmla="*/ 343576 w 715940"/>
                <a:gd name="connsiteY23" fmla="*/ 356821 h 1817817"/>
                <a:gd name="connsiteX24" fmla="*/ 261026 w 715940"/>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362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362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362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362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362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73336 w 716275"/>
                <a:gd name="connsiteY6" fmla="*/ 123498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60636 w 716275"/>
                <a:gd name="connsiteY6" fmla="*/ 129213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60636 w 716275"/>
                <a:gd name="connsiteY6" fmla="*/ 129213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60636 w 716275"/>
                <a:gd name="connsiteY6" fmla="*/ 129213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5057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 name="connsiteX0" fmla="*/ 261026 w 716275"/>
                <a:gd name="connsiteY0" fmla="*/ 267921 h 1817817"/>
                <a:gd name="connsiteX1" fmla="*/ 292776 w 716275"/>
                <a:gd name="connsiteY1" fmla="*/ 58371 h 1817817"/>
                <a:gd name="connsiteX2" fmla="*/ 476926 w 716275"/>
                <a:gd name="connsiteY2" fmla="*/ 7571 h 1817817"/>
                <a:gd name="connsiteX3" fmla="*/ 635676 w 716275"/>
                <a:gd name="connsiteY3" fmla="*/ 191721 h 1817817"/>
                <a:gd name="connsiteX4" fmla="*/ 622976 w 716275"/>
                <a:gd name="connsiteY4" fmla="*/ 610821 h 1817817"/>
                <a:gd name="connsiteX5" fmla="*/ 517785 w 716275"/>
                <a:gd name="connsiteY5" fmla="*/ 892084 h 1817817"/>
                <a:gd name="connsiteX6" fmla="*/ 460636 w 716275"/>
                <a:gd name="connsiteY6" fmla="*/ 1292134 h 1817817"/>
                <a:gd name="connsiteX7" fmla="*/ 591226 w 716275"/>
                <a:gd name="connsiteY7" fmla="*/ 1531571 h 1817817"/>
                <a:gd name="connsiteX8" fmla="*/ 711876 w 716275"/>
                <a:gd name="connsiteY8" fmla="*/ 1696671 h 1817817"/>
                <a:gd name="connsiteX9" fmla="*/ 673776 w 716275"/>
                <a:gd name="connsiteY9" fmla="*/ 1766521 h 1817817"/>
                <a:gd name="connsiteX10" fmla="*/ 521376 w 716275"/>
                <a:gd name="connsiteY10" fmla="*/ 1633171 h 1817817"/>
                <a:gd name="connsiteX11" fmla="*/ 381676 w 716275"/>
                <a:gd name="connsiteY11" fmla="*/ 1429971 h 1817817"/>
                <a:gd name="connsiteX12" fmla="*/ 172126 w 716275"/>
                <a:gd name="connsiteY12" fmla="*/ 1677621 h 1817817"/>
                <a:gd name="connsiteX13" fmla="*/ 76876 w 716275"/>
                <a:gd name="connsiteY13" fmla="*/ 1817321 h 1817817"/>
                <a:gd name="connsiteX14" fmla="*/ 7026 w 716275"/>
                <a:gd name="connsiteY14" fmla="*/ 1709371 h 1817817"/>
                <a:gd name="connsiteX15" fmla="*/ 254676 w 716275"/>
                <a:gd name="connsiteY15" fmla="*/ 1360121 h 1817817"/>
                <a:gd name="connsiteX16" fmla="*/ 337226 w 716275"/>
                <a:gd name="connsiteY16" fmla="*/ 1169621 h 1817817"/>
                <a:gd name="connsiteX17" fmla="*/ 403485 w 716275"/>
                <a:gd name="connsiteY17" fmla="*/ 822234 h 1817817"/>
                <a:gd name="connsiteX18" fmla="*/ 508676 w 716275"/>
                <a:gd name="connsiteY18" fmla="*/ 560021 h 1817817"/>
                <a:gd name="connsiteX19" fmla="*/ 521376 w 716275"/>
                <a:gd name="connsiteY19" fmla="*/ 210771 h 1817817"/>
                <a:gd name="connsiteX20" fmla="*/ 445176 w 716275"/>
                <a:gd name="connsiteY20" fmla="*/ 134571 h 1817817"/>
                <a:gd name="connsiteX21" fmla="*/ 375326 w 716275"/>
                <a:gd name="connsiteY21" fmla="*/ 179021 h 1817817"/>
                <a:gd name="connsiteX22" fmla="*/ 375326 w 716275"/>
                <a:gd name="connsiteY22" fmla="*/ 293321 h 1817817"/>
                <a:gd name="connsiteX23" fmla="*/ 343576 w 716275"/>
                <a:gd name="connsiteY23" fmla="*/ 356821 h 1817817"/>
                <a:gd name="connsiteX24" fmla="*/ 261026 w 716275"/>
                <a:gd name="connsiteY24" fmla="*/ 267921 h 1817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16275" h="1817817">
                  <a:moveTo>
                    <a:pt x="261026" y="267921"/>
                  </a:moveTo>
                  <a:cubicBezTo>
                    <a:pt x="252559" y="218179"/>
                    <a:pt x="256793" y="101763"/>
                    <a:pt x="292776" y="58371"/>
                  </a:cubicBezTo>
                  <a:cubicBezTo>
                    <a:pt x="328759" y="14979"/>
                    <a:pt x="419776" y="-14654"/>
                    <a:pt x="476926" y="7571"/>
                  </a:cubicBezTo>
                  <a:cubicBezTo>
                    <a:pt x="534076" y="29796"/>
                    <a:pt x="611334" y="91179"/>
                    <a:pt x="635676" y="191721"/>
                  </a:cubicBezTo>
                  <a:cubicBezTo>
                    <a:pt x="660018" y="292263"/>
                    <a:pt x="642624" y="494094"/>
                    <a:pt x="622976" y="610821"/>
                  </a:cubicBezTo>
                  <a:cubicBezTo>
                    <a:pt x="603328" y="727548"/>
                    <a:pt x="545900" y="794407"/>
                    <a:pt x="517785" y="892084"/>
                  </a:cubicBezTo>
                  <a:cubicBezTo>
                    <a:pt x="489670" y="989761"/>
                    <a:pt x="476971" y="1182378"/>
                    <a:pt x="460636" y="1292134"/>
                  </a:cubicBezTo>
                  <a:cubicBezTo>
                    <a:pt x="495101" y="1376490"/>
                    <a:pt x="549353" y="1464148"/>
                    <a:pt x="591226" y="1531571"/>
                  </a:cubicBezTo>
                  <a:cubicBezTo>
                    <a:pt x="633099" y="1598994"/>
                    <a:pt x="698118" y="1657513"/>
                    <a:pt x="711876" y="1696671"/>
                  </a:cubicBezTo>
                  <a:cubicBezTo>
                    <a:pt x="725634" y="1735829"/>
                    <a:pt x="705526" y="1777104"/>
                    <a:pt x="673776" y="1766521"/>
                  </a:cubicBezTo>
                  <a:cubicBezTo>
                    <a:pt x="642026" y="1755938"/>
                    <a:pt x="570059" y="1689263"/>
                    <a:pt x="521376" y="1633171"/>
                  </a:cubicBezTo>
                  <a:cubicBezTo>
                    <a:pt x="472693" y="1577079"/>
                    <a:pt x="408134" y="1473363"/>
                    <a:pt x="381676" y="1429971"/>
                  </a:cubicBezTo>
                  <a:cubicBezTo>
                    <a:pt x="323468" y="1481829"/>
                    <a:pt x="222926" y="1613063"/>
                    <a:pt x="172126" y="1677621"/>
                  </a:cubicBezTo>
                  <a:cubicBezTo>
                    <a:pt x="121326" y="1742179"/>
                    <a:pt x="104393" y="1812029"/>
                    <a:pt x="76876" y="1817321"/>
                  </a:cubicBezTo>
                  <a:cubicBezTo>
                    <a:pt x="49359" y="1822613"/>
                    <a:pt x="-22607" y="1785571"/>
                    <a:pt x="7026" y="1709371"/>
                  </a:cubicBezTo>
                  <a:cubicBezTo>
                    <a:pt x="36659" y="1633171"/>
                    <a:pt x="199643" y="1450079"/>
                    <a:pt x="254676" y="1360121"/>
                  </a:cubicBezTo>
                  <a:cubicBezTo>
                    <a:pt x="309709" y="1270163"/>
                    <a:pt x="312425" y="1259269"/>
                    <a:pt x="337226" y="1169621"/>
                  </a:cubicBezTo>
                  <a:cubicBezTo>
                    <a:pt x="362027" y="1079973"/>
                    <a:pt x="374910" y="913251"/>
                    <a:pt x="403485" y="822234"/>
                  </a:cubicBezTo>
                  <a:cubicBezTo>
                    <a:pt x="432060" y="731217"/>
                    <a:pt x="489028" y="661931"/>
                    <a:pt x="508676" y="560021"/>
                  </a:cubicBezTo>
                  <a:cubicBezTo>
                    <a:pt x="528324" y="458111"/>
                    <a:pt x="531959" y="281679"/>
                    <a:pt x="521376" y="210771"/>
                  </a:cubicBezTo>
                  <a:cubicBezTo>
                    <a:pt x="510793" y="139863"/>
                    <a:pt x="469518" y="139863"/>
                    <a:pt x="445176" y="134571"/>
                  </a:cubicBezTo>
                  <a:cubicBezTo>
                    <a:pt x="420834" y="129279"/>
                    <a:pt x="386968" y="152563"/>
                    <a:pt x="375326" y="179021"/>
                  </a:cubicBezTo>
                  <a:cubicBezTo>
                    <a:pt x="363684" y="205479"/>
                    <a:pt x="380618" y="263688"/>
                    <a:pt x="375326" y="293321"/>
                  </a:cubicBezTo>
                  <a:cubicBezTo>
                    <a:pt x="370034" y="322954"/>
                    <a:pt x="362626" y="355763"/>
                    <a:pt x="343576" y="356821"/>
                  </a:cubicBezTo>
                  <a:cubicBezTo>
                    <a:pt x="324526" y="357879"/>
                    <a:pt x="269493" y="317663"/>
                    <a:pt x="261026" y="267921"/>
                  </a:cubicBezTo>
                  <a:close/>
                </a:path>
              </a:pathLst>
            </a:cu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 name="skeleton">
              <a:extLst>
                <a:ext uri="{FF2B5EF4-FFF2-40B4-BE49-F238E27FC236}">
                  <a16:creationId xmlns:a16="http://schemas.microsoft.com/office/drawing/2014/main" id="{5CCE9E21-2E1F-44A0-84C8-F299D01798BB}"/>
                </a:ext>
              </a:extLst>
            </p:cNvPr>
            <p:cNvGrpSpPr/>
            <p:nvPr/>
          </p:nvGrpSpPr>
          <p:grpSpPr>
            <a:xfrm>
              <a:off x="3719534" y="749075"/>
              <a:ext cx="797514" cy="2418772"/>
              <a:chOff x="3706744" y="951343"/>
              <a:chExt cx="797514" cy="2418772"/>
            </a:xfrm>
          </p:grpSpPr>
          <p:sp>
            <p:nvSpPr>
              <p:cNvPr id="14" name="Freeform: Shape 13">
                <a:extLst>
                  <a:ext uri="{FF2B5EF4-FFF2-40B4-BE49-F238E27FC236}">
                    <a16:creationId xmlns:a16="http://schemas.microsoft.com/office/drawing/2014/main" id="{8F8CB7B2-C5AD-4E1F-8B8D-507BB9A8B0E3}"/>
                  </a:ext>
                </a:extLst>
              </p:cNvPr>
              <p:cNvSpPr/>
              <p:nvPr/>
            </p:nvSpPr>
            <p:spPr>
              <a:xfrm>
                <a:off x="3721297" y="951343"/>
                <a:ext cx="647835" cy="322591"/>
              </a:xfrm>
              <a:custGeom>
                <a:avLst/>
                <a:gdLst>
                  <a:gd name="connsiteX0" fmla="*/ 855694 w 865511"/>
                  <a:gd name="connsiteY0" fmla="*/ 260091 h 292576"/>
                  <a:gd name="connsiteX1" fmla="*/ 8671 w 865511"/>
                  <a:gd name="connsiteY1" fmla="*/ 260091 h 292576"/>
                  <a:gd name="connsiteX2" fmla="*/ 441808 w 865511"/>
                  <a:gd name="connsiteY2" fmla="*/ 209 h 292576"/>
                  <a:gd name="connsiteX3" fmla="*/ 855694 w 865511"/>
                  <a:gd name="connsiteY3" fmla="*/ 260091 h 292576"/>
                  <a:gd name="connsiteX0" fmla="*/ 869954 w 878954"/>
                  <a:gd name="connsiteY0" fmla="*/ 277441 h 309926"/>
                  <a:gd name="connsiteX1" fmla="*/ 22931 w 878954"/>
                  <a:gd name="connsiteY1" fmla="*/ 277441 h 309926"/>
                  <a:gd name="connsiteX2" fmla="*/ 249438 w 878954"/>
                  <a:gd name="connsiteY2" fmla="*/ 51528 h 309926"/>
                  <a:gd name="connsiteX3" fmla="*/ 456068 w 878954"/>
                  <a:gd name="connsiteY3" fmla="*/ 17559 h 309926"/>
                  <a:gd name="connsiteX4" fmla="*/ 869954 w 878954"/>
                  <a:gd name="connsiteY4" fmla="*/ 277441 h 309926"/>
                  <a:gd name="connsiteX0" fmla="*/ 869954 w 893873"/>
                  <a:gd name="connsiteY0" fmla="*/ 260732 h 291131"/>
                  <a:gd name="connsiteX1" fmla="*/ 22931 w 893873"/>
                  <a:gd name="connsiteY1" fmla="*/ 260732 h 291131"/>
                  <a:gd name="connsiteX2" fmla="*/ 249438 w 893873"/>
                  <a:gd name="connsiteY2" fmla="*/ 34819 h 291131"/>
                  <a:gd name="connsiteX3" fmla="*/ 456068 w 893873"/>
                  <a:gd name="connsiteY3" fmla="*/ 850 h 291131"/>
                  <a:gd name="connsiteX4" fmla="*/ 643283 w 893873"/>
                  <a:gd name="connsiteY4" fmla="*/ 34820 h 291131"/>
                  <a:gd name="connsiteX5" fmla="*/ 869954 w 893873"/>
                  <a:gd name="connsiteY5" fmla="*/ 260732 h 291131"/>
                  <a:gd name="connsiteX0" fmla="*/ 869954 w 893873"/>
                  <a:gd name="connsiteY0" fmla="*/ 242075 h 272474"/>
                  <a:gd name="connsiteX1" fmla="*/ 22931 w 893873"/>
                  <a:gd name="connsiteY1" fmla="*/ 242075 h 272474"/>
                  <a:gd name="connsiteX2" fmla="*/ 249438 w 893873"/>
                  <a:gd name="connsiteY2" fmla="*/ 16162 h 272474"/>
                  <a:gd name="connsiteX3" fmla="*/ 456068 w 893873"/>
                  <a:gd name="connsiteY3" fmla="*/ 30309 h 272474"/>
                  <a:gd name="connsiteX4" fmla="*/ 643283 w 893873"/>
                  <a:gd name="connsiteY4" fmla="*/ 16163 h 272474"/>
                  <a:gd name="connsiteX5" fmla="*/ 869954 w 893873"/>
                  <a:gd name="connsiteY5" fmla="*/ 242075 h 272474"/>
                  <a:gd name="connsiteX0" fmla="*/ 869954 w 893873"/>
                  <a:gd name="connsiteY0" fmla="*/ 242075 h 272474"/>
                  <a:gd name="connsiteX1" fmla="*/ 22931 w 893873"/>
                  <a:gd name="connsiteY1" fmla="*/ 242075 h 272474"/>
                  <a:gd name="connsiteX2" fmla="*/ 249438 w 893873"/>
                  <a:gd name="connsiteY2" fmla="*/ 16162 h 272474"/>
                  <a:gd name="connsiteX3" fmla="*/ 456068 w 893873"/>
                  <a:gd name="connsiteY3" fmla="*/ 30309 h 272474"/>
                  <a:gd name="connsiteX4" fmla="*/ 643283 w 893873"/>
                  <a:gd name="connsiteY4" fmla="*/ 16163 h 272474"/>
                  <a:gd name="connsiteX5" fmla="*/ 869954 w 893873"/>
                  <a:gd name="connsiteY5" fmla="*/ 242075 h 272474"/>
                  <a:gd name="connsiteX0" fmla="*/ 869954 w 893873"/>
                  <a:gd name="connsiteY0" fmla="*/ 236345 h 266744"/>
                  <a:gd name="connsiteX1" fmla="*/ 22931 w 893873"/>
                  <a:gd name="connsiteY1" fmla="*/ 236345 h 266744"/>
                  <a:gd name="connsiteX2" fmla="*/ 249438 w 893873"/>
                  <a:gd name="connsiteY2" fmla="*/ 10432 h 266744"/>
                  <a:gd name="connsiteX3" fmla="*/ 456068 w 893873"/>
                  <a:gd name="connsiteY3" fmla="*/ 72695 h 266744"/>
                  <a:gd name="connsiteX4" fmla="*/ 643283 w 893873"/>
                  <a:gd name="connsiteY4" fmla="*/ 10433 h 266744"/>
                  <a:gd name="connsiteX5" fmla="*/ 869954 w 893873"/>
                  <a:gd name="connsiteY5" fmla="*/ 236345 h 266744"/>
                  <a:gd name="connsiteX0" fmla="*/ 869954 w 893873"/>
                  <a:gd name="connsiteY0" fmla="*/ 238050 h 268449"/>
                  <a:gd name="connsiteX1" fmla="*/ 22931 w 893873"/>
                  <a:gd name="connsiteY1" fmla="*/ 238050 h 268449"/>
                  <a:gd name="connsiteX2" fmla="*/ 249438 w 893873"/>
                  <a:gd name="connsiteY2" fmla="*/ 12137 h 268449"/>
                  <a:gd name="connsiteX3" fmla="*/ 456068 w 893873"/>
                  <a:gd name="connsiteY3" fmla="*/ 74400 h 268449"/>
                  <a:gd name="connsiteX4" fmla="*/ 643283 w 893873"/>
                  <a:gd name="connsiteY4" fmla="*/ 12138 h 268449"/>
                  <a:gd name="connsiteX5" fmla="*/ 869954 w 893873"/>
                  <a:gd name="connsiteY5" fmla="*/ 238050 h 268449"/>
                  <a:gd name="connsiteX0" fmla="*/ 791943 w 811090"/>
                  <a:gd name="connsiteY0" fmla="*/ 238050 h 272655"/>
                  <a:gd name="connsiteX1" fmla="*/ 30849 w 811090"/>
                  <a:gd name="connsiteY1" fmla="*/ 244924 h 272655"/>
                  <a:gd name="connsiteX2" fmla="*/ 171427 w 811090"/>
                  <a:gd name="connsiteY2" fmla="*/ 12137 h 272655"/>
                  <a:gd name="connsiteX3" fmla="*/ 378057 w 811090"/>
                  <a:gd name="connsiteY3" fmla="*/ 74400 h 272655"/>
                  <a:gd name="connsiteX4" fmla="*/ 565272 w 811090"/>
                  <a:gd name="connsiteY4" fmla="*/ 12138 h 272655"/>
                  <a:gd name="connsiteX5" fmla="*/ 791943 w 811090"/>
                  <a:gd name="connsiteY5" fmla="*/ 238050 h 272655"/>
                  <a:gd name="connsiteX0" fmla="*/ 670209 w 701095"/>
                  <a:gd name="connsiteY0" fmla="*/ 258671 h 283187"/>
                  <a:gd name="connsiteX1" fmla="*/ 30849 w 701095"/>
                  <a:gd name="connsiteY1" fmla="*/ 244924 h 283187"/>
                  <a:gd name="connsiteX2" fmla="*/ 171427 w 701095"/>
                  <a:gd name="connsiteY2" fmla="*/ 12137 h 283187"/>
                  <a:gd name="connsiteX3" fmla="*/ 378057 w 701095"/>
                  <a:gd name="connsiteY3" fmla="*/ 74400 h 283187"/>
                  <a:gd name="connsiteX4" fmla="*/ 565272 w 701095"/>
                  <a:gd name="connsiteY4" fmla="*/ 12138 h 283187"/>
                  <a:gd name="connsiteX5" fmla="*/ 670209 w 701095"/>
                  <a:gd name="connsiteY5" fmla="*/ 258671 h 283187"/>
                  <a:gd name="connsiteX0" fmla="*/ 670209 w 710189"/>
                  <a:gd name="connsiteY0" fmla="*/ 258671 h 286086"/>
                  <a:gd name="connsiteX1" fmla="*/ 30849 w 710189"/>
                  <a:gd name="connsiteY1" fmla="*/ 244924 h 286086"/>
                  <a:gd name="connsiteX2" fmla="*/ 171427 w 710189"/>
                  <a:gd name="connsiteY2" fmla="*/ 12137 h 286086"/>
                  <a:gd name="connsiteX3" fmla="*/ 378057 w 710189"/>
                  <a:gd name="connsiteY3" fmla="*/ 74400 h 286086"/>
                  <a:gd name="connsiteX4" fmla="*/ 565272 w 710189"/>
                  <a:gd name="connsiteY4" fmla="*/ 12138 h 286086"/>
                  <a:gd name="connsiteX5" fmla="*/ 670209 w 710189"/>
                  <a:gd name="connsiteY5" fmla="*/ 258671 h 286086"/>
                  <a:gd name="connsiteX0" fmla="*/ 670209 w 710189"/>
                  <a:gd name="connsiteY0" fmla="*/ 254804 h 282219"/>
                  <a:gd name="connsiteX1" fmla="*/ 30849 w 710189"/>
                  <a:gd name="connsiteY1" fmla="*/ 241057 h 282219"/>
                  <a:gd name="connsiteX2" fmla="*/ 171427 w 710189"/>
                  <a:gd name="connsiteY2" fmla="*/ 8270 h 282219"/>
                  <a:gd name="connsiteX3" fmla="*/ 385218 w 710189"/>
                  <a:gd name="connsiteY3" fmla="*/ 125523 h 282219"/>
                  <a:gd name="connsiteX4" fmla="*/ 565272 w 710189"/>
                  <a:gd name="connsiteY4" fmla="*/ 8271 h 282219"/>
                  <a:gd name="connsiteX5" fmla="*/ 670209 w 710189"/>
                  <a:gd name="connsiteY5" fmla="*/ 254804 h 282219"/>
                  <a:gd name="connsiteX0" fmla="*/ 670209 w 710189"/>
                  <a:gd name="connsiteY0" fmla="*/ 254804 h 282219"/>
                  <a:gd name="connsiteX1" fmla="*/ 30849 w 710189"/>
                  <a:gd name="connsiteY1" fmla="*/ 241057 h 282219"/>
                  <a:gd name="connsiteX2" fmla="*/ 171427 w 710189"/>
                  <a:gd name="connsiteY2" fmla="*/ 8270 h 282219"/>
                  <a:gd name="connsiteX3" fmla="*/ 385218 w 710189"/>
                  <a:gd name="connsiteY3" fmla="*/ 125523 h 282219"/>
                  <a:gd name="connsiteX4" fmla="*/ 565272 w 710189"/>
                  <a:gd name="connsiteY4" fmla="*/ 8271 h 282219"/>
                  <a:gd name="connsiteX5" fmla="*/ 670209 w 710189"/>
                  <a:gd name="connsiteY5" fmla="*/ 254804 h 282219"/>
                  <a:gd name="connsiteX0" fmla="*/ 670209 w 710189"/>
                  <a:gd name="connsiteY0" fmla="*/ 262922 h 290337"/>
                  <a:gd name="connsiteX1" fmla="*/ 30849 w 710189"/>
                  <a:gd name="connsiteY1" fmla="*/ 249175 h 290337"/>
                  <a:gd name="connsiteX2" fmla="*/ 171427 w 710189"/>
                  <a:gd name="connsiteY2" fmla="*/ 16388 h 290337"/>
                  <a:gd name="connsiteX3" fmla="*/ 385218 w 710189"/>
                  <a:gd name="connsiteY3" fmla="*/ 133641 h 290337"/>
                  <a:gd name="connsiteX4" fmla="*/ 565272 w 710189"/>
                  <a:gd name="connsiteY4" fmla="*/ 16389 h 290337"/>
                  <a:gd name="connsiteX5" fmla="*/ 670209 w 710189"/>
                  <a:gd name="connsiteY5" fmla="*/ 262922 h 290337"/>
                  <a:gd name="connsiteX0" fmla="*/ 670209 w 710189"/>
                  <a:gd name="connsiteY0" fmla="*/ 262922 h 290337"/>
                  <a:gd name="connsiteX1" fmla="*/ 30849 w 710189"/>
                  <a:gd name="connsiteY1" fmla="*/ 249175 h 290337"/>
                  <a:gd name="connsiteX2" fmla="*/ 171427 w 710189"/>
                  <a:gd name="connsiteY2" fmla="*/ 16388 h 290337"/>
                  <a:gd name="connsiteX3" fmla="*/ 385218 w 710189"/>
                  <a:gd name="connsiteY3" fmla="*/ 133641 h 290337"/>
                  <a:gd name="connsiteX4" fmla="*/ 565272 w 710189"/>
                  <a:gd name="connsiteY4" fmla="*/ 16389 h 290337"/>
                  <a:gd name="connsiteX5" fmla="*/ 670209 w 710189"/>
                  <a:gd name="connsiteY5" fmla="*/ 262922 h 290337"/>
                  <a:gd name="connsiteX0" fmla="*/ 670209 w 678938"/>
                  <a:gd name="connsiteY0" fmla="*/ 262922 h 277772"/>
                  <a:gd name="connsiteX1" fmla="*/ 363560 w 678938"/>
                  <a:gd name="connsiteY1" fmla="*/ 249925 h 277772"/>
                  <a:gd name="connsiteX2" fmla="*/ 30849 w 678938"/>
                  <a:gd name="connsiteY2" fmla="*/ 249175 h 277772"/>
                  <a:gd name="connsiteX3" fmla="*/ 171427 w 678938"/>
                  <a:gd name="connsiteY3" fmla="*/ 16388 h 277772"/>
                  <a:gd name="connsiteX4" fmla="*/ 385218 w 678938"/>
                  <a:gd name="connsiteY4" fmla="*/ 133641 h 277772"/>
                  <a:gd name="connsiteX5" fmla="*/ 565272 w 678938"/>
                  <a:gd name="connsiteY5" fmla="*/ 16389 h 277772"/>
                  <a:gd name="connsiteX6" fmla="*/ 670209 w 678938"/>
                  <a:gd name="connsiteY6" fmla="*/ 262922 h 277772"/>
                  <a:gd name="connsiteX0" fmla="*/ 670209 w 678938"/>
                  <a:gd name="connsiteY0" fmla="*/ 262922 h 281805"/>
                  <a:gd name="connsiteX1" fmla="*/ 363560 w 678938"/>
                  <a:gd name="connsiteY1" fmla="*/ 249925 h 281805"/>
                  <a:gd name="connsiteX2" fmla="*/ 30849 w 678938"/>
                  <a:gd name="connsiteY2" fmla="*/ 249175 h 281805"/>
                  <a:gd name="connsiteX3" fmla="*/ 171427 w 678938"/>
                  <a:gd name="connsiteY3" fmla="*/ 16388 h 281805"/>
                  <a:gd name="connsiteX4" fmla="*/ 385218 w 678938"/>
                  <a:gd name="connsiteY4" fmla="*/ 133641 h 281805"/>
                  <a:gd name="connsiteX5" fmla="*/ 565272 w 678938"/>
                  <a:gd name="connsiteY5" fmla="*/ 16389 h 281805"/>
                  <a:gd name="connsiteX6" fmla="*/ 670209 w 678938"/>
                  <a:gd name="connsiteY6" fmla="*/ 262922 h 281805"/>
                  <a:gd name="connsiteX0" fmla="*/ 670209 w 678938"/>
                  <a:gd name="connsiteY0" fmla="*/ 262922 h 287861"/>
                  <a:gd name="connsiteX1" fmla="*/ 363560 w 678938"/>
                  <a:gd name="connsiteY1" fmla="*/ 249925 h 287861"/>
                  <a:gd name="connsiteX2" fmla="*/ 30849 w 678938"/>
                  <a:gd name="connsiteY2" fmla="*/ 249175 h 287861"/>
                  <a:gd name="connsiteX3" fmla="*/ 171427 w 678938"/>
                  <a:gd name="connsiteY3" fmla="*/ 16388 h 287861"/>
                  <a:gd name="connsiteX4" fmla="*/ 385218 w 678938"/>
                  <a:gd name="connsiteY4" fmla="*/ 133641 h 287861"/>
                  <a:gd name="connsiteX5" fmla="*/ 565272 w 678938"/>
                  <a:gd name="connsiteY5" fmla="*/ 16389 h 287861"/>
                  <a:gd name="connsiteX6" fmla="*/ 670209 w 678938"/>
                  <a:gd name="connsiteY6" fmla="*/ 262922 h 287861"/>
                  <a:gd name="connsiteX0" fmla="*/ 691691 w 698900"/>
                  <a:gd name="connsiteY0" fmla="*/ 262922 h 287861"/>
                  <a:gd name="connsiteX1" fmla="*/ 363560 w 698900"/>
                  <a:gd name="connsiteY1" fmla="*/ 249925 h 287861"/>
                  <a:gd name="connsiteX2" fmla="*/ 30849 w 698900"/>
                  <a:gd name="connsiteY2" fmla="*/ 249175 h 287861"/>
                  <a:gd name="connsiteX3" fmla="*/ 171427 w 698900"/>
                  <a:gd name="connsiteY3" fmla="*/ 16388 h 287861"/>
                  <a:gd name="connsiteX4" fmla="*/ 385218 w 698900"/>
                  <a:gd name="connsiteY4" fmla="*/ 133641 h 287861"/>
                  <a:gd name="connsiteX5" fmla="*/ 565272 w 698900"/>
                  <a:gd name="connsiteY5" fmla="*/ 16389 h 287861"/>
                  <a:gd name="connsiteX6" fmla="*/ 691691 w 698900"/>
                  <a:gd name="connsiteY6" fmla="*/ 262922 h 287861"/>
                  <a:gd name="connsiteX0" fmla="*/ 727495 w 733059"/>
                  <a:gd name="connsiteY0" fmla="*/ 256048 h 283974"/>
                  <a:gd name="connsiteX1" fmla="*/ 363560 w 733059"/>
                  <a:gd name="connsiteY1" fmla="*/ 249925 h 283974"/>
                  <a:gd name="connsiteX2" fmla="*/ 30849 w 733059"/>
                  <a:gd name="connsiteY2" fmla="*/ 249175 h 283974"/>
                  <a:gd name="connsiteX3" fmla="*/ 171427 w 733059"/>
                  <a:gd name="connsiteY3" fmla="*/ 16388 h 283974"/>
                  <a:gd name="connsiteX4" fmla="*/ 385218 w 733059"/>
                  <a:gd name="connsiteY4" fmla="*/ 133641 h 283974"/>
                  <a:gd name="connsiteX5" fmla="*/ 565272 w 733059"/>
                  <a:gd name="connsiteY5" fmla="*/ 16389 h 283974"/>
                  <a:gd name="connsiteX6" fmla="*/ 727495 w 733059"/>
                  <a:gd name="connsiteY6" fmla="*/ 256048 h 283974"/>
                  <a:gd name="connsiteX0" fmla="*/ 727495 w 744268"/>
                  <a:gd name="connsiteY0" fmla="*/ 256048 h 281805"/>
                  <a:gd name="connsiteX1" fmla="*/ 363560 w 744268"/>
                  <a:gd name="connsiteY1" fmla="*/ 249925 h 281805"/>
                  <a:gd name="connsiteX2" fmla="*/ 30849 w 744268"/>
                  <a:gd name="connsiteY2" fmla="*/ 249175 h 281805"/>
                  <a:gd name="connsiteX3" fmla="*/ 171427 w 744268"/>
                  <a:gd name="connsiteY3" fmla="*/ 16388 h 281805"/>
                  <a:gd name="connsiteX4" fmla="*/ 385218 w 744268"/>
                  <a:gd name="connsiteY4" fmla="*/ 133641 h 281805"/>
                  <a:gd name="connsiteX5" fmla="*/ 565272 w 744268"/>
                  <a:gd name="connsiteY5" fmla="*/ 16389 h 281805"/>
                  <a:gd name="connsiteX6" fmla="*/ 671475 w 744268"/>
                  <a:gd name="connsiteY6" fmla="*/ 84956 h 281805"/>
                  <a:gd name="connsiteX7" fmla="*/ 727495 w 744268"/>
                  <a:gd name="connsiteY7" fmla="*/ 256048 h 281805"/>
                  <a:gd name="connsiteX0" fmla="*/ 727495 w 732676"/>
                  <a:gd name="connsiteY0" fmla="*/ 256048 h 281805"/>
                  <a:gd name="connsiteX1" fmla="*/ 363560 w 732676"/>
                  <a:gd name="connsiteY1" fmla="*/ 249925 h 281805"/>
                  <a:gd name="connsiteX2" fmla="*/ 30849 w 732676"/>
                  <a:gd name="connsiteY2" fmla="*/ 249175 h 281805"/>
                  <a:gd name="connsiteX3" fmla="*/ 171427 w 732676"/>
                  <a:gd name="connsiteY3" fmla="*/ 16388 h 281805"/>
                  <a:gd name="connsiteX4" fmla="*/ 385218 w 732676"/>
                  <a:gd name="connsiteY4" fmla="*/ 133641 h 281805"/>
                  <a:gd name="connsiteX5" fmla="*/ 565272 w 732676"/>
                  <a:gd name="connsiteY5" fmla="*/ 16389 h 281805"/>
                  <a:gd name="connsiteX6" fmla="*/ 727495 w 732676"/>
                  <a:gd name="connsiteY6" fmla="*/ 256048 h 281805"/>
                  <a:gd name="connsiteX0" fmla="*/ 727495 w 732676"/>
                  <a:gd name="connsiteY0" fmla="*/ 256048 h 283974"/>
                  <a:gd name="connsiteX1" fmla="*/ 363560 w 732676"/>
                  <a:gd name="connsiteY1" fmla="*/ 249925 h 283974"/>
                  <a:gd name="connsiteX2" fmla="*/ 30849 w 732676"/>
                  <a:gd name="connsiteY2" fmla="*/ 249175 h 283974"/>
                  <a:gd name="connsiteX3" fmla="*/ 171427 w 732676"/>
                  <a:gd name="connsiteY3" fmla="*/ 16388 h 283974"/>
                  <a:gd name="connsiteX4" fmla="*/ 385218 w 732676"/>
                  <a:gd name="connsiteY4" fmla="*/ 133641 h 283974"/>
                  <a:gd name="connsiteX5" fmla="*/ 565272 w 732676"/>
                  <a:gd name="connsiteY5" fmla="*/ 16389 h 283974"/>
                  <a:gd name="connsiteX6" fmla="*/ 727495 w 732676"/>
                  <a:gd name="connsiteY6" fmla="*/ 256048 h 283974"/>
                  <a:gd name="connsiteX0" fmla="*/ 727495 w 733405"/>
                  <a:gd name="connsiteY0" fmla="*/ 256048 h 283974"/>
                  <a:gd name="connsiteX1" fmla="*/ 363560 w 733405"/>
                  <a:gd name="connsiteY1" fmla="*/ 249925 h 283974"/>
                  <a:gd name="connsiteX2" fmla="*/ 30849 w 733405"/>
                  <a:gd name="connsiteY2" fmla="*/ 249175 h 283974"/>
                  <a:gd name="connsiteX3" fmla="*/ 171427 w 733405"/>
                  <a:gd name="connsiteY3" fmla="*/ 16388 h 283974"/>
                  <a:gd name="connsiteX4" fmla="*/ 385218 w 733405"/>
                  <a:gd name="connsiteY4" fmla="*/ 133641 h 283974"/>
                  <a:gd name="connsiteX5" fmla="*/ 565272 w 733405"/>
                  <a:gd name="connsiteY5" fmla="*/ 16389 h 283974"/>
                  <a:gd name="connsiteX6" fmla="*/ 727495 w 733405"/>
                  <a:gd name="connsiteY6" fmla="*/ 256048 h 283974"/>
                  <a:gd name="connsiteX0" fmla="*/ 727495 w 735136"/>
                  <a:gd name="connsiteY0" fmla="*/ 256048 h 283974"/>
                  <a:gd name="connsiteX1" fmla="*/ 363560 w 735136"/>
                  <a:gd name="connsiteY1" fmla="*/ 249925 h 283974"/>
                  <a:gd name="connsiteX2" fmla="*/ 30849 w 735136"/>
                  <a:gd name="connsiteY2" fmla="*/ 249175 h 283974"/>
                  <a:gd name="connsiteX3" fmla="*/ 171427 w 735136"/>
                  <a:gd name="connsiteY3" fmla="*/ 16388 h 283974"/>
                  <a:gd name="connsiteX4" fmla="*/ 385218 w 735136"/>
                  <a:gd name="connsiteY4" fmla="*/ 133641 h 283974"/>
                  <a:gd name="connsiteX5" fmla="*/ 565272 w 735136"/>
                  <a:gd name="connsiteY5" fmla="*/ 16389 h 283974"/>
                  <a:gd name="connsiteX6" fmla="*/ 727495 w 735136"/>
                  <a:gd name="connsiteY6" fmla="*/ 256048 h 283974"/>
                  <a:gd name="connsiteX0" fmla="*/ 730069 w 737710"/>
                  <a:gd name="connsiteY0" fmla="*/ 256048 h 283974"/>
                  <a:gd name="connsiteX1" fmla="*/ 366134 w 737710"/>
                  <a:gd name="connsiteY1" fmla="*/ 249925 h 283974"/>
                  <a:gd name="connsiteX2" fmla="*/ 33423 w 737710"/>
                  <a:gd name="connsiteY2" fmla="*/ 249175 h 283974"/>
                  <a:gd name="connsiteX3" fmla="*/ 174001 w 737710"/>
                  <a:gd name="connsiteY3" fmla="*/ 16388 h 283974"/>
                  <a:gd name="connsiteX4" fmla="*/ 387792 w 737710"/>
                  <a:gd name="connsiteY4" fmla="*/ 133641 h 283974"/>
                  <a:gd name="connsiteX5" fmla="*/ 567846 w 737710"/>
                  <a:gd name="connsiteY5" fmla="*/ 16389 h 283974"/>
                  <a:gd name="connsiteX6" fmla="*/ 730069 w 737710"/>
                  <a:gd name="connsiteY6" fmla="*/ 256048 h 283974"/>
                  <a:gd name="connsiteX0" fmla="*/ 730069 w 739112"/>
                  <a:gd name="connsiteY0" fmla="*/ 262510 h 290998"/>
                  <a:gd name="connsiteX1" fmla="*/ 366134 w 739112"/>
                  <a:gd name="connsiteY1" fmla="*/ 256387 h 290998"/>
                  <a:gd name="connsiteX2" fmla="*/ 33423 w 739112"/>
                  <a:gd name="connsiteY2" fmla="*/ 255637 h 290998"/>
                  <a:gd name="connsiteX3" fmla="*/ 174001 w 739112"/>
                  <a:gd name="connsiteY3" fmla="*/ 22850 h 290998"/>
                  <a:gd name="connsiteX4" fmla="*/ 387792 w 739112"/>
                  <a:gd name="connsiteY4" fmla="*/ 140103 h 290998"/>
                  <a:gd name="connsiteX5" fmla="*/ 578712 w 739112"/>
                  <a:gd name="connsiteY5" fmla="*/ 14259 h 290998"/>
                  <a:gd name="connsiteX6" fmla="*/ 730069 w 739112"/>
                  <a:gd name="connsiteY6" fmla="*/ 262510 h 290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9112" h="290998">
                    <a:moveTo>
                      <a:pt x="730069" y="262510"/>
                    </a:moveTo>
                    <a:cubicBezTo>
                      <a:pt x="694639" y="302865"/>
                      <a:pt x="436890" y="299921"/>
                      <a:pt x="366134" y="256387"/>
                    </a:cubicBezTo>
                    <a:cubicBezTo>
                      <a:pt x="331182" y="295338"/>
                      <a:pt x="65445" y="302579"/>
                      <a:pt x="33423" y="255637"/>
                    </a:cubicBezTo>
                    <a:cubicBezTo>
                      <a:pt x="-66416" y="221422"/>
                      <a:pt x="80329" y="52417"/>
                      <a:pt x="174001" y="22850"/>
                    </a:cubicBezTo>
                    <a:cubicBezTo>
                      <a:pt x="246191" y="-20464"/>
                      <a:pt x="336472" y="23249"/>
                      <a:pt x="387792" y="140103"/>
                    </a:cubicBezTo>
                    <a:cubicBezTo>
                      <a:pt x="417629" y="30124"/>
                      <a:pt x="509731" y="-29055"/>
                      <a:pt x="578712" y="14259"/>
                    </a:cubicBezTo>
                    <a:cubicBezTo>
                      <a:pt x="693044" y="20912"/>
                      <a:pt x="765499" y="222155"/>
                      <a:pt x="730069" y="262510"/>
                    </a:cubicBezTo>
                    <a:close/>
                  </a:path>
                </a:pathLst>
              </a:custGeom>
              <a:solidFill>
                <a:schemeClr val="accent2">
                  <a:lumMod val="40000"/>
                  <a:lumOff val="60000"/>
                </a:schemeClr>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EA0D7C0E-96BA-489B-B047-736BBEE93A6D}"/>
                  </a:ext>
                </a:extLst>
              </p:cNvPr>
              <p:cNvSpPr/>
              <p:nvPr/>
            </p:nvSpPr>
            <p:spPr>
              <a:xfrm>
                <a:off x="3706744" y="2942525"/>
                <a:ext cx="235818" cy="427590"/>
              </a:xfrm>
              <a:custGeom>
                <a:avLst/>
                <a:gdLst>
                  <a:gd name="connsiteX0" fmla="*/ 0 w 202253"/>
                  <a:gd name="connsiteY0" fmla="*/ 216453 h 432905"/>
                  <a:gd name="connsiteX1" fmla="*/ 101127 w 202253"/>
                  <a:gd name="connsiteY1" fmla="*/ 0 h 432905"/>
                  <a:gd name="connsiteX2" fmla="*/ 202254 w 202253"/>
                  <a:gd name="connsiteY2" fmla="*/ 216453 h 432905"/>
                  <a:gd name="connsiteX3" fmla="*/ 101127 w 202253"/>
                  <a:gd name="connsiteY3" fmla="*/ 432906 h 432905"/>
                  <a:gd name="connsiteX4" fmla="*/ 0 w 202253"/>
                  <a:gd name="connsiteY4" fmla="*/ 216453 h 432905"/>
                  <a:gd name="connsiteX0" fmla="*/ 68 w 202322"/>
                  <a:gd name="connsiteY0" fmla="*/ 197403 h 413856"/>
                  <a:gd name="connsiteX1" fmla="*/ 113895 w 202322"/>
                  <a:gd name="connsiteY1" fmla="*/ 0 h 413856"/>
                  <a:gd name="connsiteX2" fmla="*/ 202322 w 202322"/>
                  <a:gd name="connsiteY2" fmla="*/ 197403 h 413856"/>
                  <a:gd name="connsiteX3" fmla="*/ 101195 w 202322"/>
                  <a:gd name="connsiteY3" fmla="*/ 413856 h 413856"/>
                  <a:gd name="connsiteX4" fmla="*/ 68 w 202322"/>
                  <a:gd name="connsiteY4" fmla="*/ 197403 h 413856"/>
                  <a:gd name="connsiteX0" fmla="*/ 68 w 234191"/>
                  <a:gd name="connsiteY0" fmla="*/ 200611 h 417064"/>
                  <a:gd name="connsiteX1" fmla="*/ 113895 w 234191"/>
                  <a:gd name="connsiteY1" fmla="*/ 3208 h 417064"/>
                  <a:gd name="connsiteX2" fmla="*/ 229839 w 234191"/>
                  <a:gd name="connsiteY2" fmla="*/ 86921 h 417064"/>
                  <a:gd name="connsiteX3" fmla="*/ 202322 w 234191"/>
                  <a:gd name="connsiteY3" fmla="*/ 200611 h 417064"/>
                  <a:gd name="connsiteX4" fmla="*/ 101195 w 234191"/>
                  <a:gd name="connsiteY4" fmla="*/ 417064 h 417064"/>
                  <a:gd name="connsiteX5" fmla="*/ 68 w 234191"/>
                  <a:gd name="connsiteY5" fmla="*/ 200611 h 417064"/>
                  <a:gd name="connsiteX0" fmla="*/ 49 w 233494"/>
                  <a:gd name="connsiteY0" fmla="*/ 200611 h 421431"/>
                  <a:gd name="connsiteX1" fmla="*/ 113876 w 233494"/>
                  <a:gd name="connsiteY1" fmla="*/ 3208 h 421431"/>
                  <a:gd name="connsiteX2" fmla="*/ 229820 w 233494"/>
                  <a:gd name="connsiteY2" fmla="*/ 86921 h 421431"/>
                  <a:gd name="connsiteX3" fmla="*/ 202303 w 233494"/>
                  <a:gd name="connsiteY3" fmla="*/ 200611 h 421431"/>
                  <a:gd name="connsiteX4" fmla="*/ 210770 w 233494"/>
                  <a:gd name="connsiteY4" fmla="*/ 334571 h 421431"/>
                  <a:gd name="connsiteX5" fmla="*/ 101176 w 233494"/>
                  <a:gd name="connsiteY5" fmla="*/ 417064 h 421431"/>
                  <a:gd name="connsiteX6" fmla="*/ 49 w 233494"/>
                  <a:gd name="connsiteY6" fmla="*/ 200611 h 421431"/>
                  <a:gd name="connsiteX0" fmla="*/ 3424 w 236869"/>
                  <a:gd name="connsiteY0" fmla="*/ 200611 h 417083"/>
                  <a:gd name="connsiteX1" fmla="*/ 117251 w 236869"/>
                  <a:gd name="connsiteY1" fmla="*/ 3208 h 417083"/>
                  <a:gd name="connsiteX2" fmla="*/ 233195 w 236869"/>
                  <a:gd name="connsiteY2" fmla="*/ 86921 h 417083"/>
                  <a:gd name="connsiteX3" fmla="*/ 205678 w 236869"/>
                  <a:gd name="connsiteY3" fmla="*/ 200611 h 417083"/>
                  <a:gd name="connsiteX4" fmla="*/ 214145 w 236869"/>
                  <a:gd name="connsiteY4" fmla="*/ 334571 h 417083"/>
                  <a:gd name="connsiteX5" fmla="*/ 104551 w 236869"/>
                  <a:gd name="connsiteY5" fmla="*/ 417064 h 417083"/>
                  <a:gd name="connsiteX6" fmla="*/ 36344 w 236869"/>
                  <a:gd name="connsiteY6" fmla="*/ 340921 h 417083"/>
                  <a:gd name="connsiteX7" fmla="*/ 3424 w 236869"/>
                  <a:gd name="connsiteY7" fmla="*/ 200611 h 417083"/>
                  <a:gd name="connsiteX0" fmla="*/ 169 w 233614"/>
                  <a:gd name="connsiteY0" fmla="*/ 197808 h 414280"/>
                  <a:gd name="connsiteX1" fmla="*/ 45790 w 233614"/>
                  <a:gd name="connsiteY1" fmla="*/ 58718 h 414280"/>
                  <a:gd name="connsiteX2" fmla="*/ 113996 w 233614"/>
                  <a:gd name="connsiteY2" fmla="*/ 405 h 414280"/>
                  <a:gd name="connsiteX3" fmla="*/ 229940 w 233614"/>
                  <a:gd name="connsiteY3" fmla="*/ 84118 h 414280"/>
                  <a:gd name="connsiteX4" fmla="*/ 202423 w 233614"/>
                  <a:gd name="connsiteY4" fmla="*/ 197808 h 414280"/>
                  <a:gd name="connsiteX5" fmla="*/ 210890 w 233614"/>
                  <a:gd name="connsiteY5" fmla="*/ 331768 h 414280"/>
                  <a:gd name="connsiteX6" fmla="*/ 101296 w 233614"/>
                  <a:gd name="connsiteY6" fmla="*/ 414261 h 414280"/>
                  <a:gd name="connsiteX7" fmla="*/ 33089 w 233614"/>
                  <a:gd name="connsiteY7" fmla="*/ 338118 h 414280"/>
                  <a:gd name="connsiteX8" fmla="*/ 169 w 233614"/>
                  <a:gd name="connsiteY8" fmla="*/ 197808 h 414280"/>
                  <a:gd name="connsiteX0" fmla="*/ 169 w 233614"/>
                  <a:gd name="connsiteY0" fmla="*/ 197808 h 414280"/>
                  <a:gd name="connsiteX1" fmla="*/ 45790 w 233614"/>
                  <a:gd name="connsiteY1" fmla="*/ 58718 h 414280"/>
                  <a:gd name="connsiteX2" fmla="*/ 113996 w 233614"/>
                  <a:gd name="connsiteY2" fmla="*/ 405 h 414280"/>
                  <a:gd name="connsiteX3" fmla="*/ 229940 w 233614"/>
                  <a:gd name="connsiteY3" fmla="*/ 84118 h 414280"/>
                  <a:gd name="connsiteX4" fmla="*/ 202423 w 233614"/>
                  <a:gd name="connsiteY4" fmla="*/ 197808 h 414280"/>
                  <a:gd name="connsiteX5" fmla="*/ 210890 w 233614"/>
                  <a:gd name="connsiteY5" fmla="*/ 331768 h 414280"/>
                  <a:gd name="connsiteX6" fmla="*/ 101296 w 233614"/>
                  <a:gd name="connsiteY6" fmla="*/ 414261 h 414280"/>
                  <a:gd name="connsiteX7" fmla="*/ 33089 w 233614"/>
                  <a:gd name="connsiteY7" fmla="*/ 338118 h 414280"/>
                  <a:gd name="connsiteX8" fmla="*/ 169 w 233614"/>
                  <a:gd name="connsiteY8" fmla="*/ 197808 h 414280"/>
                  <a:gd name="connsiteX0" fmla="*/ 169 w 233614"/>
                  <a:gd name="connsiteY0" fmla="*/ 197678 h 414150"/>
                  <a:gd name="connsiteX1" fmla="*/ 45790 w 233614"/>
                  <a:gd name="connsiteY1" fmla="*/ 58588 h 414150"/>
                  <a:gd name="connsiteX2" fmla="*/ 113996 w 233614"/>
                  <a:gd name="connsiteY2" fmla="*/ 275 h 414150"/>
                  <a:gd name="connsiteX3" fmla="*/ 229940 w 233614"/>
                  <a:gd name="connsiteY3" fmla="*/ 83988 h 414150"/>
                  <a:gd name="connsiteX4" fmla="*/ 202423 w 233614"/>
                  <a:gd name="connsiteY4" fmla="*/ 197678 h 414150"/>
                  <a:gd name="connsiteX5" fmla="*/ 210890 w 233614"/>
                  <a:gd name="connsiteY5" fmla="*/ 331638 h 414150"/>
                  <a:gd name="connsiteX6" fmla="*/ 101296 w 233614"/>
                  <a:gd name="connsiteY6" fmla="*/ 414131 h 414150"/>
                  <a:gd name="connsiteX7" fmla="*/ 33089 w 233614"/>
                  <a:gd name="connsiteY7" fmla="*/ 337988 h 414150"/>
                  <a:gd name="connsiteX8" fmla="*/ 169 w 233614"/>
                  <a:gd name="connsiteY8" fmla="*/ 197678 h 414150"/>
                  <a:gd name="connsiteX0" fmla="*/ 169 w 233614"/>
                  <a:gd name="connsiteY0" fmla="*/ 203941 h 420413"/>
                  <a:gd name="connsiteX1" fmla="*/ 45790 w 233614"/>
                  <a:gd name="connsiteY1" fmla="*/ 64851 h 420413"/>
                  <a:gd name="connsiteX2" fmla="*/ 139396 w 233614"/>
                  <a:gd name="connsiteY2" fmla="*/ 188 h 420413"/>
                  <a:gd name="connsiteX3" fmla="*/ 229940 w 233614"/>
                  <a:gd name="connsiteY3" fmla="*/ 90251 h 420413"/>
                  <a:gd name="connsiteX4" fmla="*/ 202423 w 233614"/>
                  <a:gd name="connsiteY4" fmla="*/ 203941 h 420413"/>
                  <a:gd name="connsiteX5" fmla="*/ 210890 w 233614"/>
                  <a:gd name="connsiteY5" fmla="*/ 337901 h 420413"/>
                  <a:gd name="connsiteX6" fmla="*/ 101296 w 233614"/>
                  <a:gd name="connsiteY6" fmla="*/ 420394 h 420413"/>
                  <a:gd name="connsiteX7" fmla="*/ 33089 w 233614"/>
                  <a:gd name="connsiteY7" fmla="*/ 344251 h 420413"/>
                  <a:gd name="connsiteX8" fmla="*/ 169 w 233614"/>
                  <a:gd name="connsiteY8" fmla="*/ 203941 h 420413"/>
                  <a:gd name="connsiteX0" fmla="*/ 169 w 233614"/>
                  <a:gd name="connsiteY0" fmla="*/ 203941 h 420770"/>
                  <a:gd name="connsiteX1" fmla="*/ 45790 w 233614"/>
                  <a:gd name="connsiteY1" fmla="*/ 64851 h 420770"/>
                  <a:gd name="connsiteX2" fmla="*/ 139396 w 233614"/>
                  <a:gd name="connsiteY2" fmla="*/ 188 h 420770"/>
                  <a:gd name="connsiteX3" fmla="*/ 229940 w 233614"/>
                  <a:gd name="connsiteY3" fmla="*/ 90251 h 420770"/>
                  <a:gd name="connsiteX4" fmla="*/ 202423 w 233614"/>
                  <a:gd name="connsiteY4" fmla="*/ 203941 h 420770"/>
                  <a:gd name="connsiteX5" fmla="*/ 210890 w 233614"/>
                  <a:gd name="connsiteY5" fmla="*/ 337901 h 420770"/>
                  <a:gd name="connsiteX6" fmla="*/ 101296 w 233614"/>
                  <a:gd name="connsiteY6" fmla="*/ 420394 h 420770"/>
                  <a:gd name="connsiteX7" fmla="*/ 33089 w 233614"/>
                  <a:gd name="connsiteY7" fmla="*/ 344251 h 420770"/>
                  <a:gd name="connsiteX8" fmla="*/ 169 w 233614"/>
                  <a:gd name="connsiteY8" fmla="*/ 203941 h 420770"/>
                  <a:gd name="connsiteX0" fmla="*/ 169 w 233614"/>
                  <a:gd name="connsiteY0" fmla="*/ 203941 h 420770"/>
                  <a:gd name="connsiteX1" fmla="*/ 45790 w 233614"/>
                  <a:gd name="connsiteY1" fmla="*/ 64851 h 420770"/>
                  <a:gd name="connsiteX2" fmla="*/ 139396 w 233614"/>
                  <a:gd name="connsiteY2" fmla="*/ 188 h 420770"/>
                  <a:gd name="connsiteX3" fmla="*/ 229940 w 233614"/>
                  <a:gd name="connsiteY3" fmla="*/ 90251 h 420770"/>
                  <a:gd name="connsiteX4" fmla="*/ 202423 w 233614"/>
                  <a:gd name="connsiteY4" fmla="*/ 203941 h 420770"/>
                  <a:gd name="connsiteX5" fmla="*/ 210890 w 233614"/>
                  <a:gd name="connsiteY5" fmla="*/ 337901 h 420770"/>
                  <a:gd name="connsiteX6" fmla="*/ 120346 w 233614"/>
                  <a:gd name="connsiteY6" fmla="*/ 420394 h 420770"/>
                  <a:gd name="connsiteX7" fmla="*/ 33089 w 233614"/>
                  <a:gd name="connsiteY7" fmla="*/ 344251 h 420770"/>
                  <a:gd name="connsiteX8" fmla="*/ 169 w 233614"/>
                  <a:gd name="connsiteY8" fmla="*/ 203941 h 420770"/>
                  <a:gd name="connsiteX0" fmla="*/ 169 w 233614"/>
                  <a:gd name="connsiteY0" fmla="*/ 218147 h 434976"/>
                  <a:gd name="connsiteX1" fmla="*/ 45790 w 233614"/>
                  <a:gd name="connsiteY1" fmla="*/ 79057 h 434976"/>
                  <a:gd name="connsiteX2" fmla="*/ 137015 w 233614"/>
                  <a:gd name="connsiteY2" fmla="*/ 106 h 434976"/>
                  <a:gd name="connsiteX3" fmla="*/ 229940 w 233614"/>
                  <a:gd name="connsiteY3" fmla="*/ 104457 h 434976"/>
                  <a:gd name="connsiteX4" fmla="*/ 202423 w 233614"/>
                  <a:gd name="connsiteY4" fmla="*/ 218147 h 434976"/>
                  <a:gd name="connsiteX5" fmla="*/ 210890 w 233614"/>
                  <a:gd name="connsiteY5" fmla="*/ 352107 h 434976"/>
                  <a:gd name="connsiteX6" fmla="*/ 120346 w 233614"/>
                  <a:gd name="connsiteY6" fmla="*/ 434600 h 434976"/>
                  <a:gd name="connsiteX7" fmla="*/ 33089 w 233614"/>
                  <a:gd name="connsiteY7" fmla="*/ 358457 h 434976"/>
                  <a:gd name="connsiteX8" fmla="*/ 169 w 233614"/>
                  <a:gd name="connsiteY8" fmla="*/ 218147 h 434976"/>
                  <a:gd name="connsiteX0" fmla="*/ 169 w 233614"/>
                  <a:gd name="connsiteY0" fmla="*/ 218145 h 434974"/>
                  <a:gd name="connsiteX1" fmla="*/ 45790 w 233614"/>
                  <a:gd name="connsiteY1" fmla="*/ 79055 h 434974"/>
                  <a:gd name="connsiteX2" fmla="*/ 137015 w 233614"/>
                  <a:gd name="connsiteY2" fmla="*/ 104 h 434974"/>
                  <a:gd name="connsiteX3" fmla="*/ 229940 w 233614"/>
                  <a:gd name="connsiteY3" fmla="*/ 104455 h 434974"/>
                  <a:gd name="connsiteX4" fmla="*/ 202423 w 233614"/>
                  <a:gd name="connsiteY4" fmla="*/ 218145 h 434974"/>
                  <a:gd name="connsiteX5" fmla="*/ 210890 w 233614"/>
                  <a:gd name="connsiteY5" fmla="*/ 352105 h 434974"/>
                  <a:gd name="connsiteX6" fmla="*/ 120346 w 233614"/>
                  <a:gd name="connsiteY6" fmla="*/ 434598 h 434974"/>
                  <a:gd name="connsiteX7" fmla="*/ 33089 w 233614"/>
                  <a:gd name="connsiteY7" fmla="*/ 358455 h 434974"/>
                  <a:gd name="connsiteX8" fmla="*/ 169 w 233614"/>
                  <a:gd name="connsiteY8" fmla="*/ 218145 h 434974"/>
                  <a:gd name="connsiteX0" fmla="*/ 1 w 233446"/>
                  <a:gd name="connsiteY0" fmla="*/ 218418 h 435247"/>
                  <a:gd name="connsiteX1" fmla="*/ 33716 w 233446"/>
                  <a:gd name="connsiteY1" fmla="*/ 74565 h 435247"/>
                  <a:gd name="connsiteX2" fmla="*/ 136847 w 233446"/>
                  <a:gd name="connsiteY2" fmla="*/ 377 h 435247"/>
                  <a:gd name="connsiteX3" fmla="*/ 229772 w 233446"/>
                  <a:gd name="connsiteY3" fmla="*/ 104728 h 435247"/>
                  <a:gd name="connsiteX4" fmla="*/ 202255 w 233446"/>
                  <a:gd name="connsiteY4" fmla="*/ 218418 h 435247"/>
                  <a:gd name="connsiteX5" fmla="*/ 210722 w 233446"/>
                  <a:gd name="connsiteY5" fmla="*/ 352378 h 435247"/>
                  <a:gd name="connsiteX6" fmla="*/ 120178 w 233446"/>
                  <a:gd name="connsiteY6" fmla="*/ 434871 h 435247"/>
                  <a:gd name="connsiteX7" fmla="*/ 32921 w 233446"/>
                  <a:gd name="connsiteY7" fmla="*/ 358728 h 435247"/>
                  <a:gd name="connsiteX8" fmla="*/ 1 w 233446"/>
                  <a:gd name="connsiteY8" fmla="*/ 218418 h 435247"/>
                  <a:gd name="connsiteX0" fmla="*/ 1 w 233446"/>
                  <a:gd name="connsiteY0" fmla="*/ 218418 h 435247"/>
                  <a:gd name="connsiteX1" fmla="*/ 33716 w 233446"/>
                  <a:gd name="connsiteY1" fmla="*/ 74565 h 435247"/>
                  <a:gd name="connsiteX2" fmla="*/ 136847 w 233446"/>
                  <a:gd name="connsiteY2" fmla="*/ 377 h 435247"/>
                  <a:gd name="connsiteX3" fmla="*/ 229772 w 233446"/>
                  <a:gd name="connsiteY3" fmla="*/ 104728 h 435247"/>
                  <a:gd name="connsiteX4" fmla="*/ 202255 w 233446"/>
                  <a:gd name="connsiteY4" fmla="*/ 218418 h 435247"/>
                  <a:gd name="connsiteX5" fmla="*/ 210722 w 233446"/>
                  <a:gd name="connsiteY5" fmla="*/ 352378 h 435247"/>
                  <a:gd name="connsiteX6" fmla="*/ 120178 w 233446"/>
                  <a:gd name="connsiteY6" fmla="*/ 434871 h 435247"/>
                  <a:gd name="connsiteX7" fmla="*/ 32921 w 233446"/>
                  <a:gd name="connsiteY7" fmla="*/ 358728 h 435247"/>
                  <a:gd name="connsiteX8" fmla="*/ 1 w 233446"/>
                  <a:gd name="connsiteY8" fmla="*/ 218418 h 435247"/>
                  <a:gd name="connsiteX0" fmla="*/ 396 w 233841"/>
                  <a:gd name="connsiteY0" fmla="*/ 218418 h 434897"/>
                  <a:gd name="connsiteX1" fmla="*/ 34111 w 233841"/>
                  <a:gd name="connsiteY1" fmla="*/ 74565 h 434897"/>
                  <a:gd name="connsiteX2" fmla="*/ 137242 w 233841"/>
                  <a:gd name="connsiteY2" fmla="*/ 377 h 434897"/>
                  <a:gd name="connsiteX3" fmla="*/ 230167 w 233841"/>
                  <a:gd name="connsiteY3" fmla="*/ 104728 h 434897"/>
                  <a:gd name="connsiteX4" fmla="*/ 202650 w 233841"/>
                  <a:gd name="connsiteY4" fmla="*/ 218418 h 434897"/>
                  <a:gd name="connsiteX5" fmla="*/ 211117 w 233841"/>
                  <a:gd name="connsiteY5" fmla="*/ 352378 h 434897"/>
                  <a:gd name="connsiteX6" fmla="*/ 120573 w 233841"/>
                  <a:gd name="connsiteY6" fmla="*/ 434871 h 434897"/>
                  <a:gd name="connsiteX7" fmla="*/ 21410 w 233841"/>
                  <a:gd name="connsiteY7" fmla="*/ 344440 h 434897"/>
                  <a:gd name="connsiteX8" fmla="*/ 396 w 233841"/>
                  <a:gd name="connsiteY8" fmla="*/ 218418 h 434897"/>
                  <a:gd name="connsiteX0" fmla="*/ 396 w 233841"/>
                  <a:gd name="connsiteY0" fmla="*/ 218418 h 427758"/>
                  <a:gd name="connsiteX1" fmla="*/ 34111 w 233841"/>
                  <a:gd name="connsiteY1" fmla="*/ 74565 h 427758"/>
                  <a:gd name="connsiteX2" fmla="*/ 137242 w 233841"/>
                  <a:gd name="connsiteY2" fmla="*/ 377 h 427758"/>
                  <a:gd name="connsiteX3" fmla="*/ 230167 w 233841"/>
                  <a:gd name="connsiteY3" fmla="*/ 104728 h 427758"/>
                  <a:gd name="connsiteX4" fmla="*/ 202650 w 233841"/>
                  <a:gd name="connsiteY4" fmla="*/ 218418 h 427758"/>
                  <a:gd name="connsiteX5" fmla="*/ 211117 w 233841"/>
                  <a:gd name="connsiteY5" fmla="*/ 352378 h 427758"/>
                  <a:gd name="connsiteX6" fmla="*/ 125336 w 233841"/>
                  <a:gd name="connsiteY6" fmla="*/ 427727 h 427758"/>
                  <a:gd name="connsiteX7" fmla="*/ 21410 w 233841"/>
                  <a:gd name="connsiteY7" fmla="*/ 344440 h 427758"/>
                  <a:gd name="connsiteX8" fmla="*/ 396 w 233841"/>
                  <a:gd name="connsiteY8" fmla="*/ 218418 h 427758"/>
                  <a:gd name="connsiteX0" fmla="*/ 396 w 233841"/>
                  <a:gd name="connsiteY0" fmla="*/ 218418 h 427758"/>
                  <a:gd name="connsiteX1" fmla="*/ 34111 w 233841"/>
                  <a:gd name="connsiteY1" fmla="*/ 74565 h 427758"/>
                  <a:gd name="connsiteX2" fmla="*/ 137242 w 233841"/>
                  <a:gd name="connsiteY2" fmla="*/ 377 h 427758"/>
                  <a:gd name="connsiteX3" fmla="*/ 230167 w 233841"/>
                  <a:gd name="connsiteY3" fmla="*/ 104728 h 427758"/>
                  <a:gd name="connsiteX4" fmla="*/ 202650 w 233841"/>
                  <a:gd name="connsiteY4" fmla="*/ 218418 h 427758"/>
                  <a:gd name="connsiteX5" fmla="*/ 211117 w 233841"/>
                  <a:gd name="connsiteY5" fmla="*/ 352378 h 427758"/>
                  <a:gd name="connsiteX6" fmla="*/ 125336 w 233841"/>
                  <a:gd name="connsiteY6" fmla="*/ 427727 h 427758"/>
                  <a:gd name="connsiteX7" fmla="*/ 21410 w 233841"/>
                  <a:gd name="connsiteY7" fmla="*/ 344440 h 427758"/>
                  <a:gd name="connsiteX8" fmla="*/ 396 w 233841"/>
                  <a:gd name="connsiteY8" fmla="*/ 218418 h 427758"/>
                  <a:gd name="connsiteX0" fmla="*/ 396 w 233841"/>
                  <a:gd name="connsiteY0" fmla="*/ 218418 h 427764"/>
                  <a:gd name="connsiteX1" fmla="*/ 34111 w 233841"/>
                  <a:gd name="connsiteY1" fmla="*/ 74565 h 427764"/>
                  <a:gd name="connsiteX2" fmla="*/ 137242 w 233841"/>
                  <a:gd name="connsiteY2" fmla="*/ 377 h 427764"/>
                  <a:gd name="connsiteX3" fmla="*/ 230167 w 233841"/>
                  <a:gd name="connsiteY3" fmla="*/ 104728 h 427764"/>
                  <a:gd name="connsiteX4" fmla="*/ 202650 w 233841"/>
                  <a:gd name="connsiteY4" fmla="*/ 218418 h 427764"/>
                  <a:gd name="connsiteX5" fmla="*/ 211117 w 233841"/>
                  <a:gd name="connsiteY5" fmla="*/ 352378 h 427764"/>
                  <a:gd name="connsiteX6" fmla="*/ 125336 w 233841"/>
                  <a:gd name="connsiteY6" fmla="*/ 427727 h 427764"/>
                  <a:gd name="connsiteX7" fmla="*/ 21410 w 233841"/>
                  <a:gd name="connsiteY7" fmla="*/ 344440 h 427764"/>
                  <a:gd name="connsiteX8" fmla="*/ 396 w 233841"/>
                  <a:gd name="connsiteY8" fmla="*/ 218418 h 427764"/>
                  <a:gd name="connsiteX0" fmla="*/ 396 w 236038"/>
                  <a:gd name="connsiteY0" fmla="*/ 218049 h 427395"/>
                  <a:gd name="connsiteX1" fmla="*/ 34111 w 236038"/>
                  <a:gd name="connsiteY1" fmla="*/ 74196 h 427395"/>
                  <a:gd name="connsiteX2" fmla="*/ 137242 w 236038"/>
                  <a:gd name="connsiteY2" fmla="*/ 8 h 427395"/>
                  <a:gd name="connsiteX3" fmla="*/ 232548 w 236038"/>
                  <a:gd name="connsiteY3" fmla="*/ 78165 h 427395"/>
                  <a:gd name="connsiteX4" fmla="*/ 202650 w 236038"/>
                  <a:gd name="connsiteY4" fmla="*/ 218049 h 427395"/>
                  <a:gd name="connsiteX5" fmla="*/ 211117 w 236038"/>
                  <a:gd name="connsiteY5" fmla="*/ 352009 h 427395"/>
                  <a:gd name="connsiteX6" fmla="*/ 125336 w 236038"/>
                  <a:gd name="connsiteY6" fmla="*/ 427358 h 427395"/>
                  <a:gd name="connsiteX7" fmla="*/ 21410 w 236038"/>
                  <a:gd name="connsiteY7" fmla="*/ 344071 h 427395"/>
                  <a:gd name="connsiteX8" fmla="*/ 396 w 236038"/>
                  <a:gd name="connsiteY8" fmla="*/ 218049 h 427395"/>
                  <a:gd name="connsiteX0" fmla="*/ 396 w 236881"/>
                  <a:gd name="connsiteY0" fmla="*/ 218049 h 427395"/>
                  <a:gd name="connsiteX1" fmla="*/ 34111 w 236881"/>
                  <a:gd name="connsiteY1" fmla="*/ 74196 h 427395"/>
                  <a:gd name="connsiteX2" fmla="*/ 137242 w 236881"/>
                  <a:gd name="connsiteY2" fmla="*/ 8 h 427395"/>
                  <a:gd name="connsiteX3" fmla="*/ 232548 w 236881"/>
                  <a:gd name="connsiteY3" fmla="*/ 78165 h 427395"/>
                  <a:gd name="connsiteX4" fmla="*/ 202650 w 236881"/>
                  <a:gd name="connsiteY4" fmla="*/ 218049 h 427395"/>
                  <a:gd name="connsiteX5" fmla="*/ 211117 w 236881"/>
                  <a:gd name="connsiteY5" fmla="*/ 352009 h 427395"/>
                  <a:gd name="connsiteX6" fmla="*/ 125336 w 236881"/>
                  <a:gd name="connsiteY6" fmla="*/ 427358 h 427395"/>
                  <a:gd name="connsiteX7" fmla="*/ 21410 w 236881"/>
                  <a:gd name="connsiteY7" fmla="*/ 344071 h 427395"/>
                  <a:gd name="connsiteX8" fmla="*/ 396 w 236881"/>
                  <a:gd name="connsiteY8" fmla="*/ 218049 h 427395"/>
                  <a:gd name="connsiteX0" fmla="*/ 396 w 236066"/>
                  <a:gd name="connsiteY0" fmla="*/ 218049 h 427395"/>
                  <a:gd name="connsiteX1" fmla="*/ 34111 w 236066"/>
                  <a:gd name="connsiteY1" fmla="*/ 74196 h 427395"/>
                  <a:gd name="connsiteX2" fmla="*/ 137242 w 236066"/>
                  <a:gd name="connsiteY2" fmla="*/ 8 h 427395"/>
                  <a:gd name="connsiteX3" fmla="*/ 232548 w 236066"/>
                  <a:gd name="connsiteY3" fmla="*/ 78165 h 427395"/>
                  <a:gd name="connsiteX4" fmla="*/ 190744 w 236066"/>
                  <a:gd name="connsiteY4" fmla="*/ 198999 h 427395"/>
                  <a:gd name="connsiteX5" fmla="*/ 211117 w 236066"/>
                  <a:gd name="connsiteY5" fmla="*/ 352009 h 427395"/>
                  <a:gd name="connsiteX6" fmla="*/ 125336 w 236066"/>
                  <a:gd name="connsiteY6" fmla="*/ 427358 h 427395"/>
                  <a:gd name="connsiteX7" fmla="*/ 21410 w 236066"/>
                  <a:gd name="connsiteY7" fmla="*/ 344071 h 427395"/>
                  <a:gd name="connsiteX8" fmla="*/ 396 w 236066"/>
                  <a:gd name="connsiteY8" fmla="*/ 218049 h 427395"/>
                  <a:gd name="connsiteX0" fmla="*/ 396 w 236066"/>
                  <a:gd name="connsiteY0" fmla="*/ 218049 h 427395"/>
                  <a:gd name="connsiteX1" fmla="*/ 34111 w 236066"/>
                  <a:gd name="connsiteY1" fmla="*/ 74196 h 427395"/>
                  <a:gd name="connsiteX2" fmla="*/ 137242 w 236066"/>
                  <a:gd name="connsiteY2" fmla="*/ 8 h 427395"/>
                  <a:gd name="connsiteX3" fmla="*/ 232548 w 236066"/>
                  <a:gd name="connsiteY3" fmla="*/ 78165 h 427395"/>
                  <a:gd name="connsiteX4" fmla="*/ 190744 w 236066"/>
                  <a:gd name="connsiteY4" fmla="*/ 198999 h 427395"/>
                  <a:gd name="connsiteX5" fmla="*/ 211117 w 236066"/>
                  <a:gd name="connsiteY5" fmla="*/ 352009 h 427395"/>
                  <a:gd name="connsiteX6" fmla="*/ 125336 w 236066"/>
                  <a:gd name="connsiteY6" fmla="*/ 427358 h 427395"/>
                  <a:gd name="connsiteX7" fmla="*/ 21410 w 236066"/>
                  <a:gd name="connsiteY7" fmla="*/ 344071 h 427395"/>
                  <a:gd name="connsiteX8" fmla="*/ 396 w 236066"/>
                  <a:gd name="connsiteY8" fmla="*/ 218049 h 427395"/>
                  <a:gd name="connsiteX0" fmla="*/ 396 w 236066"/>
                  <a:gd name="connsiteY0" fmla="*/ 218049 h 427395"/>
                  <a:gd name="connsiteX1" fmla="*/ 34111 w 236066"/>
                  <a:gd name="connsiteY1" fmla="*/ 74196 h 427395"/>
                  <a:gd name="connsiteX2" fmla="*/ 137242 w 236066"/>
                  <a:gd name="connsiteY2" fmla="*/ 8 h 427395"/>
                  <a:gd name="connsiteX3" fmla="*/ 232548 w 236066"/>
                  <a:gd name="connsiteY3" fmla="*/ 78165 h 427395"/>
                  <a:gd name="connsiteX4" fmla="*/ 190744 w 236066"/>
                  <a:gd name="connsiteY4" fmla="*/ 198999 h 427395"/>
                  <a:gd name="connsiteX5" fmla="*/ 211117 w 236066"/>
                  <a:gd name="connsiteY5" fmla="*/ 352009 h 427395"/>
                  <a:gd name="connsiteX6" fmla="*/ 125336 w 236066"/>
                  <a:gd name="connsiteY6" fmla="*/ 427358 h 427395"/>
                  <a:gd name="connsiteX7" fmla="*/ 21410 w 236066"/>
                  <a:gd name="connsiteY7" fmla="*/ 344071 h 427395"/>
                  <a:gd name="connsiteX8" fmla="*/ 396 w 236066"/>
                  <a:gd name="connsiteY8" fmla="*/ 218049 h 427395"/>
                  <a:gd name="connsiteX0" fmla="*/ 396 w 236066"/>
                  <a:gd name="connsiteY0" fmla="*/ 218049 h 427395"/>
                  <a:gd name="connsiteX1" fmla="*/ 34111 w 236066"/>
                  <a:gd name="connsiteY1" fmla="*/ 74196 h 427395"/>
                  <a:gd name="connsiteX2" fmla="*/ 137242 w 236066"/>
                  <a:gd name="connsiteY2" fmla="*/ 8 h 427395"/>
                  <a:gd name="connsiteX3" fmla="*/ 232548 w 236066"/>
                  <a:gd name="connsiteY3" fmla="*/ 78165 h 427395"/>
                  <a:gd name="connsiteX4" fmla="*/ 190744 w 236066"/>
                  <a:gd name="connsiteY4" fmla="*/ 198999 h 427395"/>
                  <a:gd name="connsiteX5" fmla="*/ 211117 w 236066"/>
                  <a:gd name="connsiteY5" fmla="*/ 352009 h 427395"/>
                  <a:gd name="connsiteX6" fmla="*/ 125336 w 236066"/>
                  <a:gd name="connsiteY6" fmla="*/ 427358 h 427395"/>
                  <a:gd name="connsiteX7" fmla="*/ 21410 w 236066"/>
                  <a:gd name="connsiteY7" fmla="*/ 344071 h 427395"/>
                  <a:gd name="connsiteX8" fmla="*/ 396 w 236066"/>
                  <a:gd name="connsiteY8" fmla="*/ 218049 h 427395"/>
                  <a:gd name="connsiteX0" fmla="*/ 396 w 238319"/>
                  <a:gd name="connsiteY0" fmla="*/ 218479 h 427825"/>
                  <a:gd name="connsiteX1" fmla="*/ 34111 w 238319"/>
                  <a:gd name="connsiteY1" fmla="*/ 74626 h 427825"/>
                  <a:gd name="connsiteX2" fmla="*/ 137242 w 238319"/>
                  <a:gd name="connsiteY2" fmla="*/ 438 h 427825"/>
                  <a:gd name="connsiteX3" fmla="*/ 234929 w 238319"/>
                  <a:gd name="connsiteY3" fmla="*/ 64307 h 427825"/>
                  <a:gd name="connsiteX4" fmla="*/ 190744 w 238319"/>
                  <a:gd name="connsiteY4" fmla="*/ 199429 h 427825"/>
                  <a:gd name="connsiteX5" fmla="*/ 211117 w 238319"/>
                  <a:gd name="connsiteY5" fmla="*/ 352439 h 427825"/>
                  <a:gd name="connsiteX6" fmla="*/ 125336 w 238319"/>
                  <a:gd name="connsiteY6" fmla="*/ 427788 h 427825"/>
                  <a:gd name="connsiteX7" fmla="*/ 21410 w 238319"/>
                  <a:gd name="connsiteY7" fmla="*/ 344501 h 427825"/>
                  <a:gd name="connsiteX8" fmla="*/ 396 w 238319"/>
                  <a:gd name="connsiteY8" fmla="*/ 218479 h 427825"/>
                  <a:gd name="connsiteX0" fmla="*/ 396 w 235818"/>
                  <a:gd name="connsiteY0" fmla="*/ 218479 h 427825"/>
                  <a:gd name="connsiteX1" fmla="*/ 34111 w 235818"/>
                  <a:gd name="connsiteY1" fmla="*/ 74626 h 427825"/>
                  <a:gd name="connsiteX2" fmla="*/ 137242 w 235818"/>
                  <a:gd name="connsiteY2" fmla="*/ 438 h 427825"/>
                  <a:gd name="connsiteX3" fmla="*/ 234929 w 235818"/>
                  <a:gd name="connsiteY3" fmla="*/ 64307 h 427825"/>
                  <a:gd name="connsiteX4" fmla="*/ 190744 w 235818"/>
                  <a:gd name="connsiteY4" fmla="*/ 199429 h 427825"/>
                  <a:gd name="connsiteX5" fmla="*/ 211117 w 235818"/>
                  <a:gd name="connsiteY5" fmla="*/ 352439 h 427825"/>
                  <a:gd name="connsiteX6" fmla="*/ 125336 w 235818"/>
                  <a:gd name="connsiteY6" fmla="*/ 427788 h 427825"/>
                  <a:gd name="connsiteX7" fmla="*/ 21410 w 235818"/>
                  <a:gd name="connsiteY7" fmla="*/ 344501 h 427825"/>
                  <a:gd name="connsiteX8" fmla="*/ 396 w 235818"/>
                  <a:gd name="connsiteY8" fmla="*/ 218479 h 427825"/>
                  <a:gd name="connsiteX0" fmla="*/ 396 w 235818"/>
                  <a:gd name="connsiteY0" fmla="*/ 218234 h 427580"/>
                  <a:gd name="connsiteX1" fmla="*/ 34111 w 235818"/>
                  <a:gd name="connsiteY1" fmla="*/ 74381 h 427580"/>
                  <a:gd name="connsiteX2" fmla="*/ 137242 w 235818"/>
                  <a:gd name="connsiteY2" fmla="*/ 193 h 427580"/>
                  <a:gd name="connsiteX3" fmla="*/ 234929 w 235818"/>
                  <a:gd name="connsiteY3" fmla="*/ 64062 h 427580"/>
                  <a:gd name="connsiteX4" fmla="*/ 190744 w 235818"/>
                  <a:gd name="connsiteY4" fmla="*/ 199184 h 427580"/>
                  <a:gd name="connsiteX5" fmla="*/ 211117 w 235818"/>
                  <a:gd name="connsiteY5" fmla="*/ 352194 h 427580"/>
                  <a:gd name="connsiteX6" fmla="*/ 125336 w 235818"/>
                  <a:gd name="connsiteY6" fmla="*/ 427543 h 427580"/>
                  <a:gd name="connsiteX7" fmla="*/ 21410 w 235818"/>
                  <a:gd name="connsiteY7" fmla="*/ 344256 h 427580"/>
                  <a:gd name="connsiteX8" fmla="*/ 396 w 235818"/>
                  <a:gd name="connsiteY8" fmla="*/ 218234 h 427580"/>
                  <a:gd name="connsiteX0" fmla="*/ 396 w 235818"/>
                  <a:gd name="connsiteY0" fmla="*/ 218234 h 427580"/>
                  <a:gd name="connsiteX1" fmla="*/ 34111 w 235818"/>
                  <a:gd name="connsiteY1" fmla="*/ 74381 h 427580"/>
                  <a:gd name="connsiteX2" fmla="*/ 137242 w 235818"/>
                  <a:gd name="connsiteY2" fmla="*/ 193 h 427580"/>
                  <a:gd name="connsiteX3" fmla="*/ 234929 w 235818"/>
                  <a:gd name="connsiteY3" fmla="*/ 64062 h 427580"/>
                  <a:gd name="connsiteX4" fmla="*/ 190744 w 235818"/>
                  <a:gd name="connsiteY4" fmla="*/ 199184 h 427580"/>
                  <a:gd name="connsiteX5" fmla="*/ 211117 w 235818"/>
                  <a:gd name="connsiteY5" fmla="*/ 352194 h 427580"/>
                  <a:gd name="connsiteX6" fmla="*/ 125336 w 235818"/>
                  <a:gd name="connsiteY6" fmla="*/ 427543 h 427580"/>
                  <a:gd name="connsiteX7" fmla="*/ 21410 w 235818"/>
                  <a:gd name="connsiteY7" fmla="*/ 344256 h 427580"/>
                  <a:gd name="connsiteX8" fmla="*/ 396 w 235818"/>
                  <a:gd name="connsiteY8" fmla="*/ 218234 h 42758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 name="connsiteX0" fmla="*/ 396 w 235818"/>
                  <a:gd name="connsiteY0" fmla="*/ 218234 h 427590"/>
                  <a:gd name="connsiteX1" fmla="*/ 34111 w 235818"/>
                  <a:gd name="connsiteY1" fmla="*/ 74381 h 427590"/>
                  <a:gd name="connsiteX2" fmla="*/ 137242 w 235818"/>
                  <a:gd name="connsiteY2" fmla="*/ 193 h 427590"/>
                  <a:gd name="connsiteX3" fmla="*/ 234929 w 235818"/>
                  <a:gd name="connsiteY3" fmla="*/ 64062 h 427590"/>
                  <a:gd name="connsiteX4" fmla="*/ 190744 w 235818"/>
                  <a:gd name="connsiteY4" fmla="*/ 199184 h 427590"/>
                  <a:gd name="connsiteX5" fmla="*/ 211117 w 235818"/>
                  <a:gd name="connsiteY5" fmla="*/ 352194 h 427590"/>
                  <a:gd name="connsiteX6" fmla="*/ 125336 w 235818"/>
                  <a:gd name="connsiteY6" fmla="*/ 427543 h 427590"/>
                  <a:gd name="connsiteX7" fmla="*/ 21410 w 235818"/>
                  <a:gd name="connsiteY7" fmla="*/ 344256 h 427590"/>
                  <a:gd name="connsiteX8" fmla="*/ 396 w 235818"/>
                  <a:gd name="connsiteY8" fmla="*/ 218234 h 427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8" h="427590">
                    <a:moveTo>
                      <a:pt x="396" y="218234"/>
                    </a:moveTo>
                    <a:cubicBezTo>
                      <a:pt x="2513" y="156587"/>
                      <a:pt x="15140" y="107281"/>
                      <a:pt x="34111" y="74381"/>
                    </a:cubicBezTo>
                    <a:cubicBezTo>
                      <a:pt x="53082" y="41481"/>
                      <a:pt x="103772" y="1913"/>
                      <a:pt x="137242" y="193"/>
                    </a:cubicBezTo>
                    <a:cubicBezTo>
                      <a:pt x="170712" y="-1527"/>
                      <a:pt x="227335" y="7350"/>
                      <a:pt x="234929" y="64062"/>
                    </a:cubicBezTo>
                    <a:cubicBezTo>
                      <a:pt x="242523" y="120774"/>
                      <a:pt x="199211" y="164259"/>
                      <a:pt x="190744" y="199184"/>
                    </a:cubicBezTo>
                    <a:cubicBezTo>
                      <a:pt x="182277" y="234109"/>
                      <a:pt x="223209" y="301832"/>
                      <a:pt x="211117" y="352194"/>
                    </a:cubicBezTo>
                    <a:cubicBezTo>
                      <a:pt x="199025" y="402556"/>
                      <a:pt x="156954" y="428866"/>
                      <a:pt x="125336" y="427543"/>
                    </a:cubicBezTo>
                    <a:cubicBezTo>
                      <a:pt x="93718" y="426220"/>
                      <a:pt x="38264" y="380331"/>
                      <a:pt x="21410" y="344256"/>
                    </a:cubicBezTo>
                    <a:cubicBezTo>
                      <a:pt x="4556" y="308181"/>
                      <a:pt x="-1721" y="279881"/>
                      <a:pt x="396" y="218234"/>
                    </a:cubicBezTo>
                    <a:close/>
                  </a:path>
                </a:pathLst>
              </a:custGeom>
              <a:solidFill>
                <a:srgbClr val="7030A0">
                  <a:alpha val="46000"/>
                </a:srgbClr>
              </a:solid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56D4CE76-85E4-4225-A15B-19470A817D67}"/>
                  </a:ext>
                </a:extLst>
              </p:cNvPr>
              <p:cNvSpPr/>
              <p:nvPr/>
            </p:nvSpPr>
            <p:spPr>
              <a:xfrm>
                <a:off x="4302459" y="2970207"/>
                <a:ext cx="201799" cy="388451"/>
              </a:xfrm>
              <a:custGeom>
                <a:avLst/>
                <a:gdLst>
                  <a:gd name="connsiteX0" fmla="*/ 0 w 202253"/>
                  <a:gd name="connsiteY0" fmla="*/ 216453 h 432905"/>
                  <a:gd name="connsiteX1" fmla="*/ 101127 w 202253"/>
                  <a:gd name="connsiteY1" fmla="*/ 0 h 432905"/>
                  <a:gd name="connsiteX2" fmla="*/ 202254 w 202253"/>
                  <a:gd name="connsiteY2" fmla="*/ 216453 h 432905"/>
                  <a:gd name="connsiteX3" fmla="*/ 101127 w 202253"/>
                  <a:gd name="connsiteY3" fmla="*/ 432906 h 432905"/>
                  <a:gd name="connsiteX4" fmla="*/ 0 w 202253"/>
                  <a:gd name="connsiteY4" fmla="*/ 216453 h 432905"/>
                  <a:gd name="connsiteX0" fmla="*/ 0 w 161773"/>
                  <a:gd name="connsiteY0" fmla="*/ 216453 h 432906"/>
                  <a:gd name="connsiteX1" fmla="*/ 60646 w 161773"/>
                  <a:gd name="connsiteY1" fmla="*/ 0 h 432906"/>
                  <a:gd name="connsiteX2" fmla="*/ 161773 w 161773"/>
                  <a:gd name="connsiteY2" fmla="*/ 216453 h 432906"/>
                  <a:gd name="connsiteX3" fmla="*/ 60646 w 161773"/>
                  <a:gd name="connsiteY3" fmla="*/ 432906 h 432906"/>
                  <a:gd name="connsiteX4" fmla="*/ 0 w 161773"/>
                  <a:gd name="connsiteY4" fmla="*/ 216453 h 432906"/>
                  <a:gd name="connsiteX0" fmla="*/ 2602 w 164375"/>
                  <a:gd name="connsiteY0" fmla="*/ 216453 h 432906"/>
                  <a:gd name="connsiteX1" fmla="*/ 63248 w 164375"/>
                  <a:gd name="connsiteY1" fmla="*/ 0 h 432906"/>
                  <a:gd name="connsiteX2" fmla="*/ 164375 w 164375"/>
                  <a:gd name="connsiteY2" fmla="*/ 216453 h 432906"/>
                  <a:gd name="connsiteX3" fmla="*/ 63248 w 164375"/>
                  <a:gd name="connsiteY3" fmla="*/ 432906 h 432906"/>
                  <a:gd name="connsiteX4" fmla="*/ 2602 w 164375"/>
                  <a:gd name="connsiteY4" fmla="*/ 216453 h 432906"/>
                  <a:gd name="connsiteX0" fmla="*/ 2602 w 164375"/>
                  <a:gd name="connsiteY0" fmla="*/ 216453 h 432906"/>
                  <a:gd name="connsiteX1" fmla="*/ 63248 w 164375"/>
                  <a:gd name="connsiteY1" fmla="*/ 0 h 432906"/>
                  <a:gd name="connsiteX2" fmla="*/ 164375 w 164375"/>
                  <a:gd name="connsiteY2" fmla="*/ 216453 h 432906"/>
                  <a:gd name="connsiteX3" fmla="*/ 63248 w 164375"/>
                  <a:gd name="connsiteY3" fmla="*/ 432906 h 432906"/>
                  <a:gd name="connsiteX4" fmla="*/ 2602 w 164375"/>
                  <a:gd name="connsiteY4" fmla="*/ 216453 h 432906"/>
                  <a:gd name="connsiteX0" fmla="*/ 2602 w 164375"/>
                  <a:gd name="connsiteY0" fmla="*/ 216453 h 432906"/>
                  <a:gd name="connsiteX1" fmla="*/ 63248 w 164375"/>
                  <a:gd name="connsiteY1" fmla="*/ 0 h 432906"/>
                  <a:gd name="connsiteX2" fmla="*/ 164375 w 164375"/>
                  <a:gd name="connsiteY2" fmla="*/ 216453 h 432906"/>
                  <a:gd name="connsiteX3" fmla="*/ 63248 w 164375"/>
                  <a:gd name="connsiteY3" fmla="*/ 432906 h 432906"/>
                  <a:gd name="connsiteX4" fmla="*/ 2602 w 164375"/>
                  <a:gd name="connsiteY4" fmla="*/ 216453 h 432906"/>
                  <a:gd name="connsiteX0" fmla="*/ 2518 w 166672"/>
                  <a:gd name="connsiteY0" fmla="*/ 204565 h 432953"/>
                  <a:gd name="connsiteX1" fmla="*/ 65545 w 166672"/>
                  <a:gd name="connsiteY1" fmla="*/ 18 h 432953"/>
                  <a:gd name="connsiteX2" fmla="*/ 166672 w 166672"/>
                  <a:gd name="connsiteY2" fmla="*/ 216471 h 432953"/>
                  <a:gd name="connsiteX3" fmla="*/ 65545 w 166672"/>
                  <a:gd name="connsiteY3" fmla="*/ 432924 h 432953"/>
                  <a:gd name="connsiteX4" fmla="*/ 2518 w 166672"/>
                  <a:gd name="connsiteY4" fmla="*/ 204565 h 432953"/>
                  <a:gd name="connsiteX0" fmla="*/ 9937 w 174091"/>
                  <a:gd name="connsiteY0" fmla="*/ 204565 h 439495"/>
                  <a:gd name="connsiteX1" fmla="*/ 72964 w 174091"/>
                  <a:gd name="connsiteY1" fmla="*/ 18 h 439495"/>
                  <a:gd name="connsiteX2" fmla="*/ 174091 w 174091"/>
                  <a:gd name="connsiteY2" fmla="*/ 216471 h 439495"/>
                  <a:gd name="connsiteX3" fmla="*/ 72964 w 174091"/>
                  <a:gd name="connsiteY3" fmla="*/ 432924 h 439495"/>
                  <a:gd name="connsiteX4" fmla="*/ 5036 w 174091"/>
                  <a:gd name="connsiteY4" fmla="*/ 367462 h 439495"/>
                  <a:gd name="connsiteX5" fmla="*/ 9937 w 174091"/>
                  <a:gd name="connsiteY5" fmla="*/ 204565 h 439495"/>
                  <a:gd name="connsiteX0" fmla="*/ 9937 w 174091"/>
                  <a:gd name="connsiteY0" fmla="*/ 204565 h 426712"/>
                  <a:gd name="connsiteX1" fmla="*/ 72964 w 174091"/>
                  <a:gd name="connsiteY1" fmla="*/ 18 h 426712"/>
                  <a:gd name="connsiteX2" fmla="*/ 174091 w 174091"/>
                  <a:gd name="connsiteY2" fmla="*/ 216471 h 426712"/>
                  <a:gd name="connsiteX3" fmla="*/ 127733 w 174091"/>
                  <a:gd name="connsiteY3" fmla="*/ 418636 h 426712"/>
                  <a:gd name="connsiteX4" fmla="*/ 5036 w 174091"/>
                  <a:gd name="connsiteY4" fmla="*/ 367462 h 426712"/>
                  <a:gd name="connsiteX5" fmla="*/ 9937 w 174091"/>
                  <a:gd name="connsiteY5" fmla="*/ 204565 h 426712"/>
                  <a:gd name="connsiteX0" fmla="*/ 9937 w 174091"/>
                  <a:gd name="connsiteY0" fmla="*/ 204565 h 423887"/>
                  <a:gd name="connsiteX1" fmla="*/ 72964 w 174091"/>
                  <a:gd name="connsiteY1" fmla="*/ 18 h 423887"/>
                  <a:gd name="connsiteX2" fmla="*/ 174091 w 174091"/>
                  <a:gd name="connsiteY2" fmla="*/ 216471 h 423887"/>
                  <a:gd name="connsiteX3" fmla="*/ 127733 w 174091"/>
                  <a:gd name="connsiteY3" fmla="*/ 418636 h 423887"/>
                  <a:gd name="connsiteX4" fmla="*/ 5036 w 174091"/>
                  <a:gd name="connsiteY4" fmla="*/ 367462 h 423887"/>
                  <a:gd name="connsiteX5" fmla="*/ 9937 w 174091"/>
                  <a:gd name="connsiteY5" fmla="*/ 204565 h 423887"/>
                  <a:gd name="connsiteX0" fmla="*/ 9937 w 174091"/>
                  <a:gd name="connsiteY0" fmla="*/ 204565 h 439369"/>
                  <a:gd name="connsiteX1" fmla="*/ 72964 w 174091"/>
                  <a:gd name="connsiteY1" fmla="*/ 18 h 439369"/>
                  <a:gd name="connsiteX2" fmla="*/ 174091 w 174091"/>
                  <a:gd name="connsiteY2" fmla="*/ 216471 h 439369"/>
                  <a:gd name="connsiteX3" fmla="*/ 127733 w 174091"/>
                  <a:gd name="connsiteY3" fmla="*/ 418636 h 439369"/>
                  <a:gd name="connsiteX4" fmla="*/ 43137 w 174091"/>
                  <a:gd name="connsiteY4" fmla="*/ 426994 h 439369"/>
                  <a:gd name="connsiteX5" fmla="*/ 5036 w 174091"/>
                  <a:gd name="connsiteY5" fmla="*/ 367462 h 439369"/>
                  <a:gd name="connsiteX6" fmla="*/ 9937 w 174091"/>
                  <a:gd name="connsiteY6" fmla="*/ 204565 h 439369"/>
                  <a:gd name="connsiteX0" fmla="*/ 11731 w 175885"/>
                  <a:gd name="connsiteY0" fmla="*/ 204565 h 439369"/>
                  <a:gd name="connsiteX1" fmla="*/ 74758 w 175885"/>
                  <a:gd name="connsiteY1" fmla="*/ 18 h 439369"/>
                  <a:gd name="connsiteX2" fmla="*/ 175885 w 175885"/>
                  <a:gd name="connsiteY2" fmla="*/ 216471 h 439369"/>
                  <a:gd name="connsiteX3" fmla="*/ 129527 w 175885"/>
                  <a:gd name="connsiteY3" fmla="*/ 418636 h 439369"/>
                  <a:gd name="connsiteX4" fmla="*/ 44931 w 175885"/>
                  <a:gd name="connsiteY4" fmla="*/ 426994 h 439369"/>
                  <a:gd name="connsiteX5" fmla="*/ 4449 w 175885"/>
                  <a:gd name="connsiteY5" fmla="*/ 350793 h 439369"/>
                  <a:gd name="connsiteX6" fmla="*/ 11731 w 175885"/>
                  <a:gd name="connsiteY6" fmla="*/ 204565 h 439369"/>
                  <a:gd name="connsiteX0" fmla="*/ 13638 w 175411"/>
                  <a:gd name="connsiteY0" fmla="*/ 221221 h 439356"/>
                  <a:gd name="connsiteX1" fmla="*/ 74284 w 175411"/>
                  <a:gd name="connsiteY1" fmla="*/ 5 h 439356"/>
                  <a:gd name="connsiteX2" fmla="*/ 175411 w 175411"/>
                  <a:gd name="connsiteY2" fmla="*/ 216458 h 439356"/>
                  <a:gd name="connsiteX3" fmla="*/ 129053 w 175411"/>
                  <a:gd name="connsiteY3" fmla="*/ 418623 h 439356"/>
                  <a:gd name="connsiteX4" fmla="*/ 44457 w 175411"/>
                  <a:gd name="connsiteY4" fmla="*/ 426981 h 439356"/>
                  <a:gd name="connsiteX5" fmla="*/ 3975 w 175411"/>
                  <a:gd name="connsiteY5" fmla="*/ 350780 h 439356"/>
                  <a:gd name="connsiteX6" fmla="*/ 13638 w 175411"/>
                  <a:gd name="connsiteY6" fmla="*/ 221221 h 439356"/>
                  <a:gd name="connsiteX0" fmla="*/ 13638 w 175411"/>
                  <a:gd name="connsiteY0" fmla="*/ 226218 h 444353"/>
                  <a:gd name="connsiteX1" fmla="*/ 20645 w 175411"/>
                  <a:gd name="connsiteY1" fmla="*/ 81933 h 444353"/>
                  <a:gd name="connsiteX2" fmla="*/ 74284 w 175411"/>
                  <a:gd name="connsiteY2" fmla="*/ 5002 h 444353"/>
                  <a:gd name="connsiteX3" fmla="*/ 175411 w 175411"/>
                  <a:gd name="connsiteY3" fmla="*/ 221455 h 444353"/>
                  <a:gd name="connsiteX4" fmla="*/ 129053 w 175411"/>
                  <a:gd name="connsiteY4" fmla="*/ 423620 h 444353"/>
                  <a:gd name="connsiteX5" fmla="*/ 44457 w 175411"/>
                  <a:gd name="connsiteY5" fmla="*/ 431978 h 444353"/>
                  <a:gd name="connsiteX6" fmla="*/ 3975 w 175411"/>
                  <a:gd name="connsiteY6" fmla="*/ 355777 h 444353"/>
                  <a:gd name="connsiteX7" fmla="*/ 13638 w 175411"/>
                  <a:gd name="connsiteY7" fmla="*/ 226218 h 444353"/>
                  <a:gd name="connsiteX0" fmla="*/ 13638 w 175411"/>
                  <a:gd name="connsiteY0" fmla="*/ 206482 h 424617"/>
                  <a:gd name="connsiteX1" fmla="*/ 20645 w 175411"/>
                  <a:gd name="connsiteY1" fmla="*/ 62197 h 424617"/>
                  <a:gd name="connsiteX2" fmla="*/ 107622 w 175411"/>
                  <a:gd name="connsiteY2" fmla="*/ 6698 h 424617"/>
                  <a:gd name="connsiteX3" fmla="*/ 175411 w 175411"/>
                  <a:gd name="connsiteY3" fmla="*/ 201719 h 424617"/>
                  <a:gd name="connsiteX4" fmla="*/ 129053 w 175411"/>
                  <a:gd name="connsiteY4" fmla="*/ 403884 h 424617"/>
                  <a:gd name="connsiteX5" fmla="*/ 44457 w 175411"/>
                  <a:gd name="connsiteY5" fmla="*/ 412242 h 424617"/>
                  <a:gd name="connsiteX6" fmla="*/ 3975 w 175411"/>
                  <a:gd name="connsiteY6" fmla="*/ 336041 h 424617"/>
                  <a:gd name="connsiteX7" fmla="*/ 13638 w 175411"/>
                  <a:gd name="connsiteY7" fmla="*/ 206482 h 424617"/>
                  <a:gd name="connsiteX0" fmla="*/ 13638 w 175411"/>
                  <a:gd name="connsiteY0" fmla="*/ 204692 h 422827"/>
                  <a:gd name="connsiteX1" fmla="*/ 20645 w 175411"/>
                  <a:gd name="connsiteY1" fmla="*/ 60407 h 422827"/>
                  <a:gd name="connsiteX2" fmla="*/ 107622 w 175411"/>
                  <a:gd name="connsiteY2" fmla="*/ 4908 h 422827"/>
                  <a:gd name="connsiteX3" fmla="*/ 175411 w 175411"/>
                  <a:gd name="connsiteY3" fmla="*/ 199929 h 422827"/>
                  <a:gd name="connsiteX4" fmla="*/ 129053 w 175411"/>
                  <a:gd name="connsiteY4" fmla="*/ 402094 h 422827"/>
                  <a:gd name="connsiteX5" fmla="*/ 44457 w 175411"/>
                  <a:gd name="connsiteY5" fmla="*/ 410452 h 422827"/>
                  <a:gd name="connsiteX6" fmla="*/ 3975 w 175411"/>
                  <a:gd name="connsiteY6" fmla="*/ 334251 h 422827"/>
                  <a:gd name="connsiteX7" fmla="*/ 13638 w 175411"/>
                  <a:gd name="connsiteY7" fmla="*/ 204692 h 422827"/>
                  <a:gd name="connsiteX0" fmla="*/ 13638 w 175411"/>
                  <a:gd name="connsiteY0" fmla="*/ 211272 h 429407"/>
                  <a:gd name="connsiteX1" fmla="*/ 20645 w 175411"/>
                  <a:gd name="connsiteY1" fmla="*/ 66987 h 429407"/>
                  <a:gd name="connsiteX2" fmla="*/ 110003 w 175411"/>
                  <a:gd name="connsiteY2" fmla="*/ 4344 h 429407"/>
                  <a:gd name="connsiteX3" fmla="*/ 175411 w 175411"/>
                  <a:gd name="connsiteY3" fmla="*/ 206509 h 429407"/>
                  <a:gd name="connsiteX4" fmla="*/ 129053 w 175411"/>
                  <a:gd name="connsiteY4" fmla="*/ 408674 h 429407"/>
                  <a:gd name="connsiteX5" fmla="*/ 44457 w 175411"/>
                  <a:gd name="connsiteY5" fmla="*/ 417032 h 429407"/>
                  <a:gd name="connsiteX6" fmla="*/ 3975 w 175411"/>
                  <a:gd name="connsiteY6" fmla="*/ 340831 h 429407"/>
                  <a:gd name="connsiteX7" fmla="*/ 13638 w 175411"/>
                  <a:gd name="connsiteY7" fmla="*/ 211272 h 429407"/>
                  <a:gd name="connsiteX0" fmla="*/ 13638 w 191046"/>
                  <a:gd name="connsiteY0" fmla="*/ 208398 h 426533"/>
                  <a:gd name="connsiteX1" fmla="*/ 20645 w 191046"/>
                  <a:gd name="connsiteY1" fmla="*/ 64113 h 426533"/>
                  <a:gd name="connsiteX2" fmla="*/ 110003 w 191046"/>
                  <a:gd name="connsiteY2" fmla="*/ 1470 h 426533"/>
                  <a:gd name="connsiteX3" fmla="*/ 187332 w 191046"/>
                  <a:gd name="connsiteY3" fmla="*/ 118883 h 426533"/>
                  <a:gd name="connsiteX4" fmla="*/ 175411 w 191046"/>
                  <a:gd name="connsiteY4" fmla="*/ 203635 h 426533"/>
                  <a:gd name="connsiteX5" fmla="*/ 129053 w 191046"/>
                  <a:gd name="connsiteY5" fmla="*/ 405800 h 426533"/>
                  <a:gd name="connsiteX6" fmla="*/ 44457 w 191046"/>
                  <a:gd name="connsiteY6" fmla="*/ 414158 h 426533"/>
                  <a:gd name="connsiteX7" fmla="*/ 3975 w 191046"/>
                  <a:gd name="connsiteY7" fmla="*/ 337957 h 426533"/>
                  <a:gd name="connsiteX8" fmla="*/ 13638 w 191046"/>
                  <a:gd name="connsiteY8" fmla="*/ 208398 h 426533"/>
                  <a:gd name="connsiteX0" fmla="*/ 13638 w 199907"/>
                  <a:gd name="connsiteY0" fmla="*/ 208398 h 426047"/>
                  <a:gd name="connsiteX1" fmla="*/ 20645 w 199907"/>
                  <a:gd name="connsiteY1" fmla="*/ 64113 h 426047"/>
                  <a:gd name="connsiteX2" fmla="*/ 110003 w 199907"/>
                  <a:gd name="connsiteY2" fmla="*/ 1470 h 426047"/>
                  <a:gd name="connsiteX3" fmla="*/ 187332 w 199907"/>
                  <a:gd name="connsiteY3" fmla="*/ 118883 h 426047"/>
                  <a:gd name="connsiteX4" fmla="*/ 196842 w 199907"/>
                  <a:gd name="connsiteY4" fmla="*/ 210779 h 426047"/>
                  <a:gd name="connsiteX5" fmla="*/ 129053 w 199907"/>
                  <a:gd name="connsiteY5" fmla="*/ 405800 h 426047"/>
                  <a:gd name="connsiteX6" fmla="*/ 44457 w 199907"/>
                  <a:gd name="connsiteY6" fmla="*/ 414158 h 426047"/>
                  <a:gd name="connsiteX7" fmla="*/ 3975 w 199907"/>
                  <a:gd name="connsiteY7" fmla="*/ 337957 h 426047"/>
                  <a:gd name="connsiteX8" fmla="*/ 13638 w 199907"/>
                  <a:gd name="connsiteY8" fmla="*/ 208398 h 426047"/>
                  <a:gd name="connsiteX0" fmla="*/ 13638 w 198078"/>
                  <a:gd name="connsiteY0" fmla="*/ 208398 h 419588"/>
                  <a:gd name="connsiteX1" fmla="*/ 20645 w 198078"/>
                  <a:gd name="connsiteY1" fmla="*/ 64113 h 419588"/>
                  <a:gd name="connsiteX2" fmla="*/ 110003 w 198078"/>
                  <a:gd name="connsiteY2" fmla="*/ 1470 h 419588"/>
                  <a:gd name="connsiteX3" fmla="*/ 187332 w 198078"/>
                  <a:gd name="connsiteY3" fmla="*/ 118883 h 419588"/>
                  <a:gd name="connsiteX4" fmla="*/ 196842 w 198078"/>
                  <a:gd name="connsiteY4" fmla="*/ 210779 h 419588"/>
                  <a:gd name="connsiteX5" fmla="*/ 182569 w 198078"/>
                  <a:gd name="connsiteY5" fmla="*/ 316527 h 419588"/>
                  <a:gd name="connsiteX6" fmla="*/ 129053 w 198078"/>
                  <a:gd name="connsiteY6" fmla="*/ 405800 h 419588"/>
                  <a:gd name="connsiteX7" fmla="*/ 44457 w 198078"/>
                  <a:gd name="connsiteY7" fmla="*/ 414158 h 419588"/>
                  <a:gd name="connsiteX8" fmla="*/ 3975 w 198078"/>
                  <a:gd name="connsiteY8" fmla="*/ 337957 h 419588"/>
                  <a:gd name="connsiteX9" fmla="*/ 13638 w 198078"/>
                  <a:gd name="connsiteY9" fmla="*/ 208398 h 419588"/>
                  <a:gd name="connsiteX0" fmla="*/ 13638 w 198078"/>
                  <a:gd name="connsiteY0" fmla="*/ 207350 h 418540"/>
                  <a:gd name="connsiteX1" fmla="*/ 20645 w 198078"/>
                  <a:gd name="connsiteY1" fmla="*/ 63065 h 418540"/>
                  <a:gd name="connsiteX2" fmla="*/ 110003 w 198078"/>
                  <a:gd name="connsiteY2" fmla="*/ 422 h 418540"/>
                  <a:gd name="connsiteX3" fmla="*/ 187332 w 198078"/>
                  <a:gd name="connsiteY3" fmla="*/ 117835 h 418540"/>
                  <a:gd name="connsiteX4" fmla="*/ 196842 w 198078"/>
                  <a:gd name="connsiteY4" fmla="*/ 209731 h 418540"/>
                  <a:gd name="connsiteX5" fmla="*/ 182569 w 198078"/>
                  <a:gd name="connsiteY5" fmla="*/ 315479 h 418540"/>
                  <a:gd name="connsiteX6" fmla="*/ 129053 w 198078"/>
                  <a:gd name="connsiteY6" fmla="*/ 404752 h 418540"/>
                  <a:gd name="connsiteX7" fmla="*/ 44457 w 198078"/>
                  <a:gd name="connsiteY7" fmla="*/ 413110 h 418540"/>
                  <a:gd name="connsiteX8" fmla="*/ 3975 w 198078"/>
                  <a:gd name="connsiteY8" fmla="*/ 336909 h 418540"/>
                  <a:gd name="connsiteX9" fmla="*/ 13638 w 198078"/>
                  <a:gd name="connsiteY9" fmla="*/ 207350 h 418540"/>
                  <a:gd name="connsiteX0" fmla="*/ 13638 w 198078"/>
                  <a:gd name="connsiteY0" fmla="*/ 209703 h 420893"/>
                  <a:gd name="connsiteX1" fmla="*/ 20645 w 198078"/>
                  <a:gd name="connsiteY1" fmla="*/ 65418 h 420893"/>
                  <a:gd name="connsiteX2" fmla="*/ 95715 w 198078"/>
                  <a:gd name="connsiteY2" fmla="*/ 394 h 420893"/>
                  <a:gd name="connsiteX3" fmla="*/ 187332 w 198078"/>
                  <a:gd name="connsiteY3" fmla="*/ 120188 h 420893"/>
                  <a:gd name="connsiteX4" fmla="*/ 196842 w 198078"/>
                  <a:gd name="connsiteY4" fmla="*/ 212084 h 420893"/>
                  <a:gd name="connsiteX5" fmla="*/ 182569 w 198078"/>
                  <a:gd name="connsiteY5" fmla="*/ 317832 h 420893"/>
                  <a:gd name="connsiteX6" fmla="*/ 129053 w 198078"/>
                  <a:gd name="connsiteY6" fmla="*/ 407105 h 420893"/>
                  <a:gd name="connsiteX7" fmla="*/ 44457 w 198078"/>
                  <a:gd name="connsiteY7" fmla="*/ 415463 h 420893"/>
                  <a:gd name="connsiteX8" fmla="*/ 3975 w 198078"/>
                  <a:gd name="connsiteY8" fmla="*/ 339262 h 420893"/>
                  <a:gd name="connsiteX9" fmla="*/ 13638 w 198078"/>
                  <a:gd name="connsiteY9" fmla="*/ 209703 h 420893"/>
                  <a:gd name="connsiteX0" fmla="*/ 26340 w 196492"/>
                  <a:gd name="connsiteY0" fmla="*/ 185890 h 420893"/>
                  <a:gd name="connsiteX1" fmla="*/ 19059 w 196492"/>
                  <a:gd name="connsiteY1" fmla="*/ 65418 h 420893"/>
                  <a:gd name="connsiteX2" fmla="*/ 94129 w 196492"/>
                  <a:gd name="connsiteY2" fmla="*/ 394 h 420893"/>
                  <a:gd name="connsiteX3" fmla="*/ 185746 w 196492"/>
                  <a:gd name="connsiteY3" fmla="*/ 120188 h 420893"/>
                  <a:gd name="connsiteX4" fmla="*/ 195256 w 196492"/>
                  <a:gd name="connsiteY4" fmla="*/ 212084 h 420893"/>
                  <a:gd name="connsiteX5" fmla="*/ 180983 w 196492"/>
                  <a:gd name="connsiteY5" fmla="*/ 317832 h 420893"/>
                  <a:gd name="connsiteX6" fmla="*/ 127467 w 196492"/>
                  <a:gd name="connsiteY6" fmla="*/ 407105 h 420893"/>
                  <a:gd name="connsiteX7" fmla="*/ 42871 w 196492"/>
                  <a:gd name="connsiteY7" fmla="*/ 415463 h 420893"/>
                  <a:gd name="connsiteX8" fmla="*/ 2389 w 196492"/>
                  <a:gd name="connsiteY8" fmla="*/ 339262 h 420893"/>
                  <a:gd name="connsiteX9" fmla="*/ 26340 w 196492"/>
                  <a:gd name="connsiteY9" fmla="*/ 185890 h 420893"/>
                  <a:gd name="connsiteX0" fmla="*/ 28027 w 198179"/>
                  <a:gd name="connsiteY0" fmla="*/ 185890 h 420893"/>
                  <a:gd name="connsiteX1" fmla="*/ 20746 w 198179"/>
                  <a:gd name="connsiteY1" fmla="*/ 65418 h 420893"/>
                  <a:gd name="connsiteX2" fmla="*/ 95816 w 198179"/>
                  <a:gd name="connsiteY2" fmla="*/ 394 h 420893"/>
                  <a:gd name="connsiteX3" fmla="*/ 187433 w 198179"/>
                  <a:gd name="connsiteY3" fmla="*/ 120188 h 420893"/>
                  <a:gd name="connsiteX4" fmla="*/ 196943 w 198179"/>
                  <a:gd name="connsiteY4" fmla="*/ 212084 h 420893"/>
                  <a:gd name="connsiteX5" fmla="*/ 182670 w 198179"/>
                  <a:gd name="connsiteY5" fmla="*/ 317832 h 420893"/>
                  <a:gd name="connsiteX6" fmla="*/ 129154 w 198179"/>
                  <a:gd name="connsiteY6" fmla="*/ 407105 h 420893"/>
                  <a:gd name="connsiteX7" fmla="*/ 44558 w 198179"/>
                  <a:gd name="connsiteY7" fmla="*/ 415463 h 420893"/>
                  <a:gd name="connsiteX8" fmla="*/ 4076 w 198179"/>
                  <a:gd name="connsiteY8" fmla="*/ 339262 h 420893"/>
                  <a:gd name="connsiteX9" fmla="*/ 28027 w 198179"/>
                  <a:gd name="connsiteY9" fmla="*/ 185890 h 420893"/>
                  <a:gd name="connsiteX0" fmla="*/ 28027 w 198179"/>
                  <a:gd name="connsiteY0" fmla="*/ 185890 h 420893"/>
                  <a:gd name="connsiteX1" fmla="*/ 20746 w 198179"/>
                  <a:gd name="connsiteY1" fmla="*/ 65418 h 420893"/>
                  <a:gd name="connsiteX2" fmla="*/ 95816 w 198179"/>
                  <a:gd name="connsiteY2" fmla="*/ 394 h 420893"/>
                  <a:gd name="connsiteX3" fmla="*/ 187433 w 198179"/>
                  <a:gd name="connsiteY3" fmla="*/ 120188 h 420893"/>
                  <a:gd name="connsiteX4" fmla="*/ 196943 w 198179"/>
                  <a:gd name="connsiteY4" fmla="*/ 212084 h 420893"/>
                  <a:gd name="connsiteX5" fmla="*/ 182670 w 198179"/>
                  <a:gd name="connsiteY5" fmla="*/ 317832 h 420893"/>
                  <a:gd name="connsiteX6" fmla="*/ 129154 w 198179"/>
                  <a:gd name="connsiteY6" fmla="*/ 407105 h 420893"/>
                  <a:gd name="connsiteX7" fmla="*/ 44558 w 198179"/>
                  <a:gd name="connsiteY7" fmla="*/ 415463 h 420893"/>
                  <a:gd name="connsiteX8" fmla="*/ 4076 w 198179"/>
                  <a:gd name="connsiteY8" fmla="*/ 339262 h 420893"/>
                  <a:gd name="connsiteX9" fmla="*/ 28027 w 198179"/>
                  <a:gd name="connsiteY9" fmla="*/ 185890 h 420893"/>
                  <a:gd name="connsiteX0" fmla="*/ 28027 w 198179"/>
                  <a:gd name="connsiteY0" fmla="*/ 171845 h 406848"/>
                  <a:gd name="connsiteX1" fmla="*/ 20746 w 198179"/>
                  <a:gd name="connsiteY1" fmla="*/ 51373 h 406848"/>
                  <a:gd name="connsiteX2" fmla="*/ 100578 w 198179"/>
                  <a:gd name="connsiteY2" fmla="*/ 637 h 406848"/>
                  <a:gd name="connsiteX3" fmla="*/ 187433 w 198179"/>
                  <a:gd name="connsiteY3" fmla="*/ 106143 h 406848"/>
                  <a:gd name="connsiteX4" fmla="*/ 196943 w 198179"/>
                  <a:gd name="connsiteY4" fmla="*/ 198039 h 406848"/>
                  <a:gd name="connsiteX5" fmla="*/ 182670 w 198179"/>
                  <a:gd name="connsiteY5" fmla="*/ 303787 h 406848"/>
                  <a:gd name="connsiteX6" fmla="*/ 129154 w 198179"/>
                  <a:gd name="connsiteY6" fmla="*/ 393060 h 406848"/>
                  <a:gd name="connsiteX7" fmla="*/ 44558 w 198179"/>
                  <a:gd name="connsiteY7" fmla="*/ 401418 h 406848"/>
                  <a:gd name="connsiteX8" fmla="*/ 4076 w 198179"/>
                  <a:gd name="connsiteY8" fmla="*/ 325217 h 406848"/>
                  <a:gd name="connsiteX9" fmla="*/ 28027 w 198179"/>
                  <a:gd name="connsiteY9" fmla="*/ 171845 h 406848"/>
                  <a:gd name="connsiteX0" fmla="*/ 28027 w 198179"/>
                  <a:gd name="connsiteY0" fmla="*/ 171845 h 399593"/>
                  <a:gd name="connsiteX1" fmla="*/ 20746 w 198179"/>
                  <a:gd name="connsiteY1" fmla="*/ 51373 h 399593"/>
                  <a:gd name="connsiteX2" fmla="*/ 100578 w 198179"/>
                  <a:gd name="connsiteY2" fmla="*/ 637 h 399593"/>
                  <a:gd name="connsiteX3" fmla="*/ 187433 w 198179"/>
                  <a:gd name="connsiteY3" fmla="*/ 106143 h 399593"/>
                  <a:gd name="connsiteX4" fmla="*/ 196943 w 198179"/>
                  <a:gd name="connsiteY4" fmla="*/ 198039 h 399593"/>
                  <a:gd name="connsiteX5" fmla="*/ 182670 w 198179"/>
                  <a:gd name="connsiteY5" fmla="*/ 303787 h 399593"/>
                  <a:gd name="connsiteX6" fmla="*/ 129154 w 198179"/>
                  <a:gd name="connsiteY6" fmla="*/ 393060 h 399593"/>
                  <a:gd name="connsiteX7" fmla="*/ 46939 w 198179"/>
                  <a:gd name="connsiteY7" fmla="*/ 387130 h 399593"/>
                  <a:gd name="connsiteX8" fmla="*/ 4076 w 198179"/>
                  <a:gd name="connsiteY8" fmla="*/ 325217 h 399593"/>
                  <a:gd name="connsiteX9" fmla="*/ 28027 w 198179"/>
                  <a:gd name="connsiteY9" fmla="*/ 171845 h 39959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198179"/>
                  <a:gd name="connsiteY0" fmla="*/ 171845 h 393753"/>
                  <a:gd name="connsiteX1" fmla="*/ 20746 w 198179"/>
                  <a:gd name="connsiteY1" fmla="*/ 51373 h 393753"/>
                  <a:gd name="connsiteX2" fmla="*/ 100578 w 198179"/>
                  <a:gd name="connsiteY2" fmla="*/ 637 h 393753"/>
                  <a:gd name="connsiteX3" fmla="*/ 187433 w 198179"/>
                  <a:gd name="connsiteY3" fmla="*/ 106143 h 393753"/>
                  <a:gd name="connsiteX4" fmla="*/ 196943 w 198179"/>
                  <a:gd name="connsiteY4" fmla="*/ 198039 h 393753"/>
                  <a:gd name="connsiteX5" fmla="*/ 182670 w 198179"/>
                  <a:gd name="connsiteY5" fmla="*/ 303787 h 393753"/>
                  <a:gd name="connsiteX6" fmla="*/ 133916 w 198179"/>
                  <a:gd name="connsiteY6" fmla="*/ 383535 h 393753"/>
                  <a:gd name="connsiteX7" fmla="*/ 46939 w 198179"/>
                  <a:gd name="connsiteY7" fmla="*/ 387130 h 393753"/>
                  <a:gd name="connsiteX8" fmla="*/ 4076 w 198179"/>
                  <a:gd name="connsiteY8" fmla="*/ 325217 h 393753"/>
                  <a:gd name="connsiteX9" fmla="*/ 28027 w 198179"/>
                  <a:gd name="connsiteY9" fmla="*/ 171845 h 393753"/>
                  <a:gd name="connsiteX0" fmla="*/ 28027 w 207255"/>
                  <a:gd name="connsiteY0" fmla="*/ 171845 h 393753"/>
                  <a:gd name="connsiteX1" fmla="*/ 20746 w 207255"/>
                  <a:gd name="connsiteY1" fmla="*/ 51373 h 393753"/>
                  <a:gd name="connsiteX2" fmla="*/ 100578 w 207255"/>
                  <a:gd name="connsiteY2" fmla="*/ 637 h 393753"/>
                  <a:gd name="connsiteX3" fmla="*/ 187433 w 207255"/>
                  <a:gd name="connsiteY3" fmla="*/ 106143 h 393753"/>
                  <a:gd name="connsiteX4" fmla="*/ 206468 w 207255"/>
                  <a:gd name="connsiteY4" fmla="*/ 200420 h 393753"/>
                  <a:gd name="connsiteX5" fmla="*/ 182670 w 207255"/>
                  <a:gd name="connsiteY5" fmla="*/ 303787 h 393753"/>
                  <a:gd name="connsiteX6" fmla="*/ 133916 w 207255"/>
                  <a:gd name="connsiteY6" fmla="*/ 383535 h 393753"/>
                  <a:gd name="connsiteX7" fmla="*/ 46939 w 207255"/>
                  <a:gd name="connsiteY7" fmla="*/ 387130 h 393753"/>
                  <a:gd name="connsiteX8" fmla="*/ 4076 w 207255"/>
                  <a:gd name="connsiteY8" fmla="*/ 325217 h 393753"/>
                  <a:gd name="connsiteX9" fmla="*/ 28027 w 207255"/>
                  <a:gd name="connsiteY9" fmla="*/ 171845 h 393753"/>
                  <a:gd name="connsiteX0" fmla="*/ 28027 w 206514"/>
                  <a:gd name="connsiteY0" fmla="*/ 171845 h 393753"/>
                  <a:gd name="connsiteX1" fmla="*/ 20746 w 206514"/>
                  <a:gd name="connsiteY1" fmla="*/ 51373 h 393753"/>
                  <a:gd name="connsiteX2" fmla="*/ 100578 w 206514"/>
                  <a:gd name="connsiteY2" fmla="*/ 637 h 393753"/>
                  <a:gd name="connsiteX3" fmla="*/ 187433 w 206514"/>
                  <a:gd name="connsiteY3" fmla="*/ 106143 h 393753"/>
                  <a:gd name="connsiteX4" fmla="*/ 206468 w 206514"/>
                  <a:gd name="connsiteY4" fmla="*/ 200420 h 393753"/>
                  <a:gd name="connsiteX5" fmla="*/ 182670 w 206514"/>
                  <a:gd name="connsiteY5" fmla="*/ 303787 h 393753"/>
                  <a:gd name="connsiteX6" fmla="*/ 133916 w 206514"/>
                  <a:gd name="connsiteY6" fmla="*/ 383535 h 393753"/>
                  <a:gd name="connsiteX7" fmla="*/ 46939 w 206514"/>
                  <a:gd name="connsiteY7" fmla="*/ 387130 h 393753"/>
                  <a:gd name="connsiteX8" fmla="*/ 4076 w 206514"/>
                  <a:gd name="connsiteY8" fmla="*/ 325217 h 393753"/>
                  <a:gd name="connsiteX9" fmla="*/ 28027 w 206514"/>
                  <a:gd name="connsiteY9" fmla="*/ 171845 h 393753"/>
                  <a:gd name="connsiteX0" fmla="*/ 28027 w 206514"/>
                  <a:gd name="connsiteY0" fmla="*/ 171845 h 393753"/>
                  <a:gd name="connsiteX1" fmla="*/ 20746 w 206514"/>
                  <a:gd name="connsiteY1" fmla="*/ 51373 h 393753"/>
                  <a:gd name="connsiteX2" fmla="*/ 100578 w 206514"/>
                  <a:gd name="connsiteY2" fmla="*/ 637 h 393753"/>
                  <a:gd name="connsiteX3" fmla="*/ 187433 w 206514"/>
                  <a:gd name="connsiteY3" fmla="*/ 106143 h 393753"/>
                  <a:gd name="connsiteX4" fmla="*/ 206468 w 206514"/>
                  <a:gd name="connsiteY4" fmla="*/ 200420 h 393753"/>
                  <a:gd name="connsiteX5" fmla="*/ 182670 w 206514"/>
                  <a:gd name="connsiteY5" fmla="*/ 303787 h 393753"/>
                  <a:gd name="connsiteX6" fmla="*/ 133916 w 206514"/>
                  <a:gd name="connsiteY6" fmla="*/ 383535 h 393753"/>
                  <a:gd name="connsiteX7" fmla="*/ 46939 w 206514"/>
                  <a:gd name="connsiteY7" fmla="*/ 387130 h 393753"/>
                  <a:gd name="connsiteX8" fmla="*/ 4076 w 206514"/>
                  <a:gd name="connsiteY8" fmla="*/ 325217 h 393753"/>
                  <a:gd name="connsiteX9" fmla="*/ 28027 w 206514"/>
                  <a:gd name="connsiteY9" fmla="*/ 171845 h 393753"/>
                  <a:gd name="connsiteX0" fmla="*/ 28027 w 202012"/>
                  <a:gd name="connsiteY0" fmla="*/ 171845 h 393753"/>
                  <a:gd name="connsiteX1" fmla="*/ 20746 w 202012"/>
                  <a:gd name="connsiteY1" fmla="*/ 51373 h 393753"/>
                  <a:gd name="connsiteX2" fmla="*/ 100578 w 202012"/>
                  <a:gd name="connsiteY2" fmla="*/ 637 h 393753"/>
                  <a:gd name="connsiteX3" fmla="*/ 187433 w 202012"/>
                  <a:gd name="connsiteY3" fmla="*/ 106143 h 393753"/>
                  <a:gd name="connsiteX4" fmla="*/ 201705 w 202012"/>
                  <a:gd name="connsiteY4" fmla="*/ 200420 h 393753"/>
                  <a:gd name="connsiteX5" fmla="*/ 182670 w 202012"/>
                  <a:gd name="connsiteY5" fmla="*/ 303787 h 393753"/>
                  <a:gd name="connsiteX6" fmla="*/ 133916 w 202012"/>
                  <a:gd name="connsiteY6" fmla="*/ 383535 h 393753"/>
                  <a:gd name="connsiteX7" fmla="*/ 46939 w 202012"/>
                  <a:gd name="connsiteY7" fmla="*/ 387130 h 393753"/>
                  <a:gd name="connsiteX8" fmla="*/ 4076 w 202012"/>
                  <a:gd name="connsiteY8" fmla="*/ 325217 h 393753"/>
                  <a:gd name="connsiteX9" fmla="*/ 28027 w 202012"/>
                  <a:gd name="connsiteY9" fmla="*/ 171845 h 393753"/>
                  <a:gd name="connsiteX0" fmla="*/ 28027 w 208253"/>
                  <a:gd name="connsiteY0" fmla="*/ 171845 h 393753"/>
                  <a:gd name="connsiteX1" fmla="*/ 20746 w 208253"/>
                  <a:gd name="connsiteY1" fmla="*/ 51373 h 393753"/>
                  <a:gd name="connsiteX2" fmla="*/ 100578 w 208253"/>
                  <a:gd name="connsiteY2" fmla="*/ 637 h 393753"/>
                  <a:gd name="connsiteX3" fmla="*/ 199340 w 208253"/>
                  <a:gd name="connsiteY3" fmla="*/ 77568 h 393753"/>
                  <a:gd name="connsiteX4" fmla="*/ 201705 w 208253"/>
                  <a:gd name="connsiteY4" fmla="*/ 200420 h 393753"/>
                  <a:gd name="connsiteX5" fmla="*/ 182670 w 208253"/>
                  <a:gd name="connsiteY5" fmla="*/ 303787 h 393753"/>
                  <a:gd name="connsiteX6" fmla="*/ 133916 w 208253"/>
                  <a:gd name="connsiteY6" fmla="*/ 383535 h 393753"/>
                  <a:gd name="connsiteX7" fmla="*/ 46939 w 208253"/>
                  <a:gd name="connsiteY7" fmla="*/ 387130 h 393753"/>
                  <a:gd name="connsiteX8" fmla="*/ 4076 w 208253"/>
                  <a:gd name="connsiteY8" fmla="*/ 325217 h 393753"/>
                  <a:gd name="connsiteX9" fmla="*/ 28027 w 208253"/>
                  <a:gd name="connsiteY9" fmla="*/ 171845 h 393753"/>
                  <a:gd name="connsiteX0" fmla="*/ 28027 w 208253"/>
                  <a:gd name="connsiteY0" fmla="*/ 171845 h 393753"/>
                  <a:gd name="connsiteX1" fmla="*/ 20746 w 208253"/>
                  <a:gd name="connsiteY1" fmla="*/ 51373 h 393753"/>
                  <a:gd name="connsiteX2" fmla="*/ 100578 w 208253"/>
                  <a:gd name="connsiteY2" fmla="*/ 637 h 393753"/>
                  <a:gd name="connsiteX3" fmla="*/ 199340 w 208253"/>
                  <a:gd name="connsiteY3" fmla="*/ 77568 h 393753"/>
                  <a:gd name="connsiteX4" fmla="*/ 201705 w 208253"/>
                  <a:gd name="connsiteY4" fmla="*/ 200420 h 393753"/>
                  <a:gd name="connsiteX5" fmla="*/ 182670 w 208253"/>
                  <a:gd name="connsiteY5" fmla="*/ 303787 h 393753"/>
                  <a:gd name="connsiteX6" fmla="*/ 133916 w 208253"/>
                  <a:gd name="connsiteY6" fmla="*/ 383535 h 393753"/>
                  <a:gd name="connsiteX7" fmla="*/ 46939 w 208253"/>
                  <a:gd name="connsiteY7" fmla="*/ 387130 h 393753"/>
                  <a:gd name="connsiteX8" fmla="*/ 4076 w 208253"/>
                  <a:gd name="connsiteY8" fmla="*/ 325217 h 393753"/>
                  <a:gd name="connsiteX9" fmla="*/ 28027 w 208253"/>
                  <a:gd name="connsiteY9" fmla="*/ 171845 h 393753"/>
                  <a:gd name="connsiteX0" fmla="*/ 28027 w 205208"/>
                  <a:gd name="connsiteY0" fmla="*/ 171845 h 393753"/>
                  <a:gd name="connsiteX1" fmla="*/ 20746 w 205208"/>
                  <a:gd name="connsiteY1" fmla="*/ 51373 h 393753"/>
                  <a:gd name="connsiteX2" fmla="*/ 100578 w 205208"/>
                  <a:gd name="connsiteY2" fmla="*/ 637 h 393753"/>
                  <a:gd name="connsiteX3" fmla="*/ 194578 w 205208"/>
                  <a:gd name="connsiteY3" fmla="*/ 77568 h 393753"/>
                  <a:gd name="connsiteX4" fmla="*/ 201705 w 205208"/>
                  <a:gd name="connsiteY4" fmla="*/ 200420 h 393753"/>
                  <a:gd name="connsiteX5" fmla="*/ 182670 w 205208"/>
                  <a:gd name="connsiteY5" fmla="*/ 303787 h 393753"/>
                  <a:gd name="connsiteX6" fmla="*/ 133916 w 205208"/>
                  <a:gd name="connsiteY6" fmla="*/ 383535 h 393753"/>
                  <a:gd name="connsiteX7" fmla="*/ 46939 w 205208"/>
                  <a:gd name="connsiteY7" fmla="*/ 387130 h 393753"/>
                  <a:gd name="connsiteX8" fmla="*/ 4076 w 205208"/>
                  <a:gd name="connsiteY8" fmla="*/ 325217 h 393753"/>
                  <a:gd name="connsiteX9" fmla="*/ 28027 w 205208"/>
                  <a:gd name="connsiteY9" fmla="*/ 171845 h 393753"/>
                  <a:gd name="connsiteX0" fmla="*/ 28027 w 202181"/>
                  <a:gd name="connsiteY0" fmla="*/ 171845 h 393753"/>
                  <a:gd name="connsiteX1" fmla="*/ 20746 w 202181"/>
                  <a:gd name="connsiteY1" fmla="*/ 51373 h 393753"/>
                  <a:gd name="connsiteX2" fmla="*/ 100578 w 202181"/>
                  <a:gd name="connsiteY2" fmla="*/ 637 h 393753"/>
                  <a:gd name="connsiteX3" fmla="*/ 187435 w 202181"/>
                  <a:gd name="connsiteY3" fmla="*/ 77568 h 393753"/>
                  <a:gd name="connsiteX4" fmla="*/ 201705 w 202181"/>
                  <a:gd name="connsiteY4" fmla="*/ 200420 h 393753"/>
                  <a:gd name="connsiteX5" fmla="*/ 182670 w 202181"/>
                  <a:gd name="connsiteY5" fmla="*/ 303787 h 393753"/>
                  <a:gd name="connsiteX6" fmla="*/ 133916 w 202181"/>
                  <a:gd name="connsiteY6" fmla="*/ 383535 h 393753"/>
                  <a:gd name="connsiteX7" fmla="*/ 46939 w 202181"/>
                  <a:gd name="connsiteY7" fmla="*/ 387130 h 393753"/>
                  <a:gd name="connsiteX8" fmla="*/ 4076 w 202181"/>
                  <a:gd name="connsiteY8" fmla="*/ 325217 h 393753"/>
                  <a:gd name="connsiteX9" fmla="*/ 28027 w 202181"/>
                  <a:gd name="connsiteY9" fmla="*/ 171845 h 393753"/>
                  <a:gd name="connsiteX0" fmla="*/ 28027 w 201928"/>
                  <a:gd name="connsiteY0" fmla="*/ 171845 h 393753"/>
                  <a:gd name="connsiteX1" fmla="*/ 20746 w 201928"/>
                  <a:gd name="connsiteY1" fmla="*/ 51373 h 393753"/>
                  <a:gd name="connsiteX2" fmla="*/ 100578 w 201928"/>
                  <a:gd name="connsiteY2" fmla="*/ 637 h 393753"/>
                  <a:gd name="connsiteX3" fmla="*/ 187435 w 201928"/>
                  <a:gd name="connsiteY3" fmla="*/ 77568 h 393753"/>
                  <a:gd name="connsiteX4" fmla="*/ 201705 w 201928"/>
                  <a:gd name="connsiteY4" fmla="*/ 200420 h 393753"/>
                  <a:gd name="connsiteX5" fmla="*/ 182670 w 201928"/>
                  <a:gd name="connsiteY5" fmla="*/ 303787 h 393753"/>
                  <a:gd name="connsiteX6" fmla="*/ 133916 w 201928"/>
                  <a:gd name="connsiteY6" fmla="*/ 383535 h 393753"/>
                  <a:gd name="connsiteX7" fmla="*/ 46939 w 201928"/>
                  <a:gd name="connsiteY7" fmla="*/ 387130 h 393753"/>
                  <a:gd name="connsiteX8" fmla="*/ 4076 w 201928"/>
                  <a:gd name="connsiteY8" fmla="*/ 325217 h 393753"/>
                  <a:gd name="connsiteX9" fmla="*/ 28027 w 201928"/>
                  <a:gd name="connsiteY9" fmla="*/ 171845 h 393753"/>
                  <a:gd name="connsiteX0" fmla="*/ 28027 w 201799"/>
                  <a:gd name="connsiteY0" fmla="*/ 171845 h 394187"/>
                  <a:gd name="connsiteX1" fmla="*/ 20746 w 201799"/>
                  <a:gd name="connsiteY1" fmla="*/ 51373 h 394187"/>
                  <a:gd name="connsiteX2" fmla="*/ 100578 w 201799"/>
                  <a:gd name="connsiteY2" fmla="*/ 637 h 394187"/>
                  <a:gd name="connsiteX3" fmla="*/ 187435 w 201799"/>
                  <a:gd name="connsiteY3" fmla="*/ 77568 h 394187"/>
                  <a:gd name="connsiteX4" fmla="*/ 201705 w 201799"/>
                  <a:gd name="connsiteY4" fmla="*/ 200420 h 394187"/>
                  <a:gd name="connsiteX5" fmla="*/ 185051 w 201799"/>
                  <a:gd name="connsiteY5" fmla="*/ 296643 h 394187"/>
                  <a:gd name="connsiteX6" fmla="*/ 133916 w 201799"/>
                  <a:gd name="connsiteY6" fmla="*/ 383535 h 394187"/>
                  <a:gd name="connsiteX7" fmla="*/ 46939 w 201799"/>
                  <a:gd name="connsiteY7" fmla="*/ 387130 h 394187"/>
                  <a:gd name="connsiteX8" fmla="*/ 4076 w 201799"/>
                  <a:gd name="connsiteY8" fmla="*/ 325217 h 394187"/>
                  <a:gd name="connsiteX9" fmla="*/ 28027 w 201799"/>
                  <a:gd name="connsiteY9" fmla="*/ 171845 h 394187"/>
                  <a:gd name="connsiteX0" fmla="*/ 28027 w 201799"/>
                  <a:gd name="connsiteY0" fmla="*/ 171845 h 390439"/>
                  <a:gd name="connsiteX1" fmla="*/ 20746 w 201799"/>
                  <a:gd name="connsiteY1" fmla="*/ 51373 h 390439"/>
                  <a:gd name="connsiteX2" fmla="*/ 100578 w 201799"/>
                  <a:gd name="connsiteY2" fmla="*/ 637 h 390439"/>
                  <a:gd name="connsiteX3" fmla="*/ 187435 w 201799"/>
                  <a:gd name="connsiteY3" fmla="*/ 77568 h 390439"/>
                  <a:gd name="connsiteX4" fmla="*/ 201705 w 201799"/>
                  <a:gd name="connsiteY4" fmla="*/ 200420 h 390439"/>
                  <a:gd name="connsiteX5" fmla="*/ 185051 w 201799"/>
                  <a:gd name="connsiteY5" fmla="*/ 296643 h 390439"/>
                  <a:gd name="connsiteX6" fmla="*/ 133916 w 201799"/>
                  <a:gd name="connsiteY6" fmla="*/ 371628 h 390439"/>
                  <a:gd name="connsiteX7" fmla="*/ 46939 w 201799"/>
                  <a:gd name="connsiteY7" fmla="*/ 387130 h 390439"/>
                  <a:gd name="connsiteX8" fmla="*/ 4076 w 201799"/>
                  <a:gd name="connsiteY8" fmla="*/ 325217 h 390439"/>
                  <a:gd name="connsiteX9" fmla="*/ 28027 w 201799"/>
                  <a:gd name="connsiteY9" fmla="*/ 171845 h 390439"/>
                  <a:gd name="connsiteX0" fmla="*/ 28027 w 201799"/>
                  <a:gd name="connsiteY0" fmla="*/ 171845 h 388451"/>
                  <a:gd name="connsiteX1" fmla="*/ 20746 w 201799"/>
                  <a:gd name="connsiteY1" fmla="*/ 51373 h 388451"/>
                  <a:gd name="connsiteX2" fmla="*/ 100578 w 201799"/>
                  <a:gd name="connsiteY2" fmla="*/ 637 h 388451"/>
                  <a:gd name="connsiteX3" fmla="*/ 187435 w 201799"/>
                  <a:gd name="connsiteY3" fmla="*/ 77568 h 388451"/>
                  <a:gd name="connsiteX4" fmla="*/ 201705 w 201799"/>
                  <a:gd name="connsiteY4" fmla="*/ 200420 h 388451"/>
                  <a:gd name="connsiteX5" fmla="*/ 185051 w 201799"/>
                  <a:gd name="connsiteY5" fmla="*/ 296643 h 388451"/>
                  <a:gd name="connsiteX6" fmla="*/ 133916 w 201799"/>
                  <a:gd name="connsiteY6" fmla="*/ 371628 h 388451"/>
                  <a:gd name="connsiteX7" fmla="*/ 56464 w 201799"/>
                  <a:gd name="connsiteY7" fmla="*/ 384749 h 388451"/>
                  <a:gd name="connsiteX8" fmla="*/ 4076 w 201799"/>
                  <a:gd name="connsiteY8" fmla="*/ 325217 h 388451"/>
                  <a:gd name="connsiteX9" fmla="*/ 28027 w 201799"/>
                  <a:gd name="connsiteY9" fmla="*/ 171845 h 388451"/>
                  <a:gd name="connsiteX0" fmla="*/ 28027 w 201799"/>
                  <a:gd name="connsiteY0" fmla="*/ 171845 h 388451"/>
                  <a:gd name="connsiteX1" fmla="*/ 20746 w 201799"/>
                  <a:gd name="connsiteY1" fmla="*/ 51373 h 388451"/>
                  <a:gd name="connsiteX2" fmla="*/ 100578 w 201799"/>
                  <a:gd name="connsiteY2" fmla="*/ 637 h 388451"/>
                  <a:gd name="connsiteX3" fmla="*/ 187435 w 201799"/>
                  <a:gd name="connsiteY3" fmla="*/ 77568 h 388451"/>
                  <a:gd name="connsiteX4" fmla="*/ 201705 w 201799"/>
                  <a:gd name="connsiteY4" fmla="*/ 200420 h 388451"/>
                  <a:gd name="connsiteX5" fmla="*/ 185051 w 201799"/>
                  <a:gd name="connsiteY5" fmla="*/ 296643 h 388451"/>
                  <a:gd name="connsiteX6" fmla="*/ 133916 w 201799"/>
                  <a:gd name="connsiteY6" fmla="*/ 371628 h 388451"/>
                  <a:gd name="connsiteX7" fmla="*/ 56464 w 201799"/>
                  <a:gd name="connsiteY7" fmla="*/ 384749 h 388451"/>
                  <a:gd name="connsiteX8" fmla="*/ 4076 w 201799"/>
                  <a:gd name="connsiteY8" fmla="*/ 325217 h 388451"/>
                  <a:gd name="connsiteX9" fmla="*/ 28027 w 201799"/>
                  <a:gd name="connsiteY9" fmla="*/ 171845 h 388451"/>
                  <a:gd name="connsiteX0" fmla="*/ 28027 w 201799"/>
                  <a:gd name="connsiteY0" fmla="*/ 171845 h 388451"/>
                  <a:gd name="connsiteX1" fmla="*/ 20746 w 201799"/>
                  <a:gd name="connsiteY1" fmla="*/ 51373 h 388451"/>
                  <a:gd name="connsiteX2" fmla="*/ 100578 w 201799"/>
                  <a:gd name="connsiteY2" fmla="*/ 637 h 388451"/>
                  <a:gd name="connsiteX3" fmla="*/ 187435 w 201799"/>
                  <a:gd name="connsiteY3" fmla="*/ 77568 h 388451"/>
                  <a:gd name="connsiteX4" fmla="*/ 201705 w 201799"/>
                  <a:gd name="connsiteY4" fmla="*/ 200420 h 388451"/>
                  <a:gd name="connsiteX5" fmla="*/ 185051 w 201799"/>
                  <a:gd name="connsiteY5" fmla="*/ 296643 h 388451"/>
                  <a:gd name="connsiteX6" fmla="*/ 133916 w 201799"/>
                  <a:gd name="connsiteY6" fmla="*/ 371628 h 388451"/>
                  <a:gd name="connsiteX7" fmla="*/ 56464 w 201799"/>
                  <a:gd name="connsiteY7" fmla="*/ 384749 h 388451"/>
                  <a:gd name="connsiteX8" fmla="*/ 4076 w 201799"/>
                  <a:gd name="connsiteY8" fmla="*/ 325217 h 388451"/>
                  <a:gd name="connsiteX9" fmla="*/ 28027 w 201799"/>
                  <a:gd name="connsiteY9" fmla="*/ 171845 h 388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799" h="388451">
                    <a:moveTo>
                      <a:pt x="28027" y="171845"/>
                    </a:moveTo>
                    <a:cubicBezTo>
                      <a:pt x="11754" y="123028"/>
                      <a:pt x="10638" y="88242"/>
                      <a:pt x="20746" y="51373"/>
                    </a:cubicBezTo>
                    <a:cubicBezTo>
                      <a:pt x="30854" y="14504"/>
                      <a:pt x="72797" y="-3729"/>
                      <a:pt x="100578" y="637"/>
                    </a:cubicBezTo>
                    <a:cubicBezTo>
                      <a:pt x="128359" y="5003"/>
                      <a:pt x="172961" y="37127"/>
                      <a:pt x="187435" y="77568"/>
                    </a:cubicBezTo>
                    <a:cubicBezTo>
                      <a:pt x="201909" y="118009"/>
                      <a:pt x="202102" y="163908"/>
                      <a:pt x="201705" y="200420"/>
                    </a:cubicBezTo>
                    <a:cubicBezTo>
                      <a:pt x="201308" y="236932"/>
                      <a:pt x="196349" y="264140"/>
                      <a:pt x="185051" y="296643"/>
                    </a:cubicBezTo>
                    <a:cubicBezTo>
                      <a:pt x="173753" y="329146"/>
                      <a:pt x="155347" y="356944"/>
                      <a:pt x="133916" y="371628"/>
                    </a:cubicBezTo>
                    <a:cubicBezTo>
                      <a:pt x="112485" y="386312"/>
                      <a:pt x="76914" y="393278"/>
                      <a:pt x="56464" y="384749"/>
                    </a:cubicBezTo>
                    <a:cubicBezTo>
                      <a:pt x="26490" y="366695"/>
                      <a:pt x="9609" y="359510"/>
                      <a:pt x="4076" y="325217"/>
                    </a:cubicBezTo>
                    <a:cubicBezTo>
                      <a:pt x="-6428" y="287157"/>
                      <a:pt x="4006" y="226339"/>
                      <a:pt x="28027" y="171845"/>
                    </a:cubicBezTo>
                    <a:close/>
                  </a:path>
                </a:pathLst>
              </a:custGeom>
              <a:solidFill>
                <a:srgbClr val="7030A0">
                  <a:alpha val="46000"/>
                </a:srgbClr>
              </a:solid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Heart 23">
                <a:extLst>
                  <a:ext uri="{FF2B5EF4-FFF2-40B4-BE49-F238E27FC236}">
                    <a16:creationId xmlns:a16="http://schemas.microsoft.com/office/drawing/2014/main" id="{AA86946E-8F8F-47D0-82CB-E9B4D7C6F90D}"/>
                  </a:ext>
                </a:extLst>
              </p:cNvPr>
              <p:cNvSpPr/>
              <p:nvPr/>
            </p:nvSpPr>
            <p:spPr>
              <a:xfrm>
                <a:off x="3886918" y="2408902"/>
                <a:ext cx="352950" cy="260664"/>
              </a:xfrm>
              <a:prstGeom prst="heart">
                <a:avLst/>
              </a:prstGeom>
              <a:solidFill>
                <a:srgbClr val="FF9999"/>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66" name="Rectangle 65">
            <a:extLst>
              <a:ext uri="{FF2B5EF4-FFF2-40B4-BE49-F238E27FC236}">
                <a16:creationId xmlns:a16="http://schemas.microsoft.com/office/drawing/2014/main" id="{96B8BAD2-20AA-4522-BDB0-6F63E3C3AA24}"/>
              </a:ext>
            </a:extLst>
          </p:cNvPr>
          <p:cNvSpPr/>
          <p:nvPr/>
        </p:nvSpPr>
        <p:spPr>
          <a:xfrm>
            <a:off x="8118879" y="124482"/>
            <a:ext cx="3577701" cy="4086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Severe hypertension (BP &gt; 180/120) </a:t>
            </a:r>
          </a:p>
        </p:txBody>
      </p:sp>
      <p:cxnSp>
        <p:nvCxnSpPr>
          <p:cNvPr id="67" name="Connector: Elbow 66">
            <a:extLst>
              <a:ext uri="{FF2B5EF4-FFF2-40B4-BE49-F238E27FC236}">
                <a16:creationId xmlns:a16="http://schemas.microsoft.com/office/drawing/2014/main" id="{00C64C96-F0B0-4CCF-ADE1-736AF2E1DC85}"/>
              </a:ext>
            </a:extLst>
          </p:cNvPr>
          <p:cNvCxnSpPr>
            <a:cxnSpLocks/>
            <a:endCxn id="68" idx="0"/>
          </p:cNvCxnSpPr>
          <p:nvPr/>
        </p:nvCxnSpPr>
        <p:spPr>
          <a:xfrm rot="10800000" flipV="1">
            <a:off x="8726519" y="948479"/>
            <a:ext cx="1207190" cy="533190"/>
          </a:xfrm>
          <a:prstGeom prst="bentConnector2">
            <a:avLst/>
          </a:prstGeom>
          <a:ln>
            <a:tailEnd type="triangle"/>
          </a:ln>
        </p:spPr>
        <p:style>
          <a:lnRef idx="2">
            <a:schemeClr val="dk1"/>
          </a:lnRef>
          <a:fillRef idx="1">
            <a:schemeClr val="lt1"/>
          </a:fillRef>
          <a:effectRef idx="0">
            <a:schemeClr val="dk1"/>
          </a:effectRef>
          <a:fontRef idx="minor">
            <a:schemeClr val="dk1"/>
          </a:fontRef>
        </p:style>
      </p:cxnSp>
      <p:sp>
        <p:nvSpPr>
          <p:cNvPr id="68" name="Rectangle 67">
            <a:extLst>
              <a:ext uri="{FF2B5EF4-FFF2-40B4-BE49-F238E27FC236}">
                <a16:creationId xmlns:a16="http://schemas.microsoft.com/office/drawing/2014/main" id="{D4611488-30F9-4D13-9A67-F46E8CD3AD9E}"/>
              </a:ext>
            </a:extLst>
          </p:cNvPr>
          <p:cNvSpPr/>
          <p:nvPr/>
        </p:nvSpPr>
        <p:spPr>
          <a:xfrm>
            <a:off x="7887048" y="1481669"/>
            <a:ext cx="1678942" cy="33540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600" dirty="0"/>
              <a:t>HTN emergency</a:t>
            </a:r>
          </a:p>
        </p:txBody>
      </p:sp>
      <p:cxnSp>
        <p:nvCxnSpPr>
          <p:cNvPr id="69" name="Connector: Elbow 68">
            <a:extLst>
              <a:ext uri="{FF2B5EF4-FFF2-40B4-BE49-F238E27FC236}">
                <a16:creationId xmlns:a16="http://schemas.microsoft.com/office/drawing/2014/main" id="{F2EBCF07-9051-498B-A0AE-DCD5B439C25D}"/>
              </a:ext>
            </a:extLst>
          </p:cNvPr>
          <p:cNvCxnSpPr>
            <a:cxnSpLocks/>
            <a:endCxn id="70" idx="0"/>
          </p:cNvCxnSpPr>
          <p:nvPr/>
        </p:nvCxnSpPr>
        <p:spPr>
          <a:xfrm>
            <a:off x="9933709" y="888150"/>
            <a:ext cx="1245321" cy="527785"/>
          </a:xfrm>
          <a:prstGeom prst="bentConnector2">
            <a:avLst/>
          </a:prstGeom>
          <a:ln>
            <a:tailEnd type="triangle"/>
          </a:ln>
        </p:spPr>
        <p:style>
          <a:lnRef idx="2">
            <a:schemeClr val="dk1"/>
          </a:lnRef>
          <a:fillRef idx="1">
            <a:schemeClr val="lt1"/>
          </a:fillRef>
          <a:effectRef idx="0">
            <a:schemeClr val="dk1"/>
          </a:effectRef>
          <a:fontRef idx="minor">
            <a:schemeClr val="dk1"/>
          </a:fontRef>
        </p:style>
      </p:cxnSp>
      <p:sp>
        <p:nvSpPr>
          <p:cNvPr id="70" name="Rectangle 69">
            <a:extLst>
              <a:ext uri="{FF2B5EF4-FFF2-40B4-BE49-F238E27FC236}">
                <a16:creationId xmlns:a16="http://schemas.microsoft.com/office/drawing/2014/main" id="{B09B69CF-9E8B-4A1F-8E90-4049E4B06223}"/>
              </a:ext>
            </a:extLst>
          </p:cNvPr>
          <p:cNvSpPr/>
          <p:nvPr/>
        </p:nvSpPr>
        <p:spPr>
          <a:xfrm>
            <a:off x="10424233" y="1415935"/>
            <a:ext cx="1509593" cy="33540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600" dirty="0"/>
              <a:t>HTN urgency</a:t>
            </a:r>
          </a:p>
        </p:txBody>
      </p:sp>
      <p:cxnSp>
        <p:nvCxnSpPr>
          <p:cNvPr id="71" name="Straight Arrow Connector 70">
            <a:extLst>
              <a:ext uri="{FF2B5EF4-FFF2-40B4-BE49-F238E27FC236}">
                <a16:creationId xmlns:a16="http://schemas.microsoft.com/office/drawing/2014/main" id="{50743500-1D6D-480D-8258-D697ED75C0FC}"/>
              </a:ext>
            </a:extLst>
          </p:cNvPr>
          <p:cNvCxnSpPr>
            <a:cxnSpLocks/>
            <a:stCxn id="66" idx="2"/>
          </p:cNvCxnSpPr>
          <p:nvPr/>
        </p:nvCxnSpPr>
        <p:spPr>
          <a:xfrm>
            <a:off x="9907730" y="533105"/>
            <a:ext cx="0" cy="195326"/>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72" name="End organ damage">
            <a:extLst>
              <a:ext uri="{FF2B5EF4-FFF2-40B4-BE49-F238E27FC236}">
                <a16:creationId xmlns:a16="http://schemas.microsoft.com/office/drawing/2014/main" id="{C79FB1AD-4A64-44F7-A104-A5C892664616}"/>
              </a:ext>
            </a:extLst>
          </p:cNvPr>
          <p:cNvSpPr txBox="1"/>
          <p:nvPr/>
        </p:nvSpPr>
        <p:spPr>
          <a:xfrm>
            <a:off x="9019713" y="707952"/>
            <a:ext cx="1776031" cy="307777"/>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pPr algn="ctr"/>
            <a:endParaRPr lang="en-US" sz="1400" dirty="0">
              <a:solidFill>
                <a:schemeClr val="tx1"/>
              </a:solidFill>
            </a:endParaRPr>
          </a:p>
        </p:txBody>
      </p:sp>
      <p:sp>
        <p:nvSpPr>
          <p:cNvPr id="74" name="Rectangle 73">
            <a:extLst>
              <a:ext uri="{FF2B5EF4-FFF2-40B4-BE49-F238E27FC236}">
                <a16:creationId xmlns:a16="http://schemas.microsoft.com/office/drawing/2014/main" id="{1A088A19-3050-4879-8B19-5F62B991D6F9}"/>
              </a:ext>
            </a:extLst>
          </p:cNvPr>
          <p:cNvSpPr/>
          <p:nvPr/>
        </p:nvSpPr>
        <p:spPr>
          <a:xfrm>
            <a:off x="8514384" y="1033083"/>
            <a:ext cx="400638" cy="27993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a:t>
            </a:r>
          </a:p>
        </p:txBody>
      </p:sp>
      <p:sp>
        <p:nvSpPr>
          <p:cNvPr id="75" name="Rectangle 74">
            <a:extLst>
              <a:ext uri="{FF2B5EF4-FFF2-40B4-BE49-F238E27FC236}">
                <a16:creationId xmlns:a16="http://schemas.microsoft.com/office/drawing/2014/main" id="{9183B6A1-D26E-4E54-B84F-7FD8FC523F13}"/>
              </a:ext>
            </a:extLst>
          </p:cNvPr>
          <p:cNvSpPr/>
          <p:nvPr/>
        </p:nvSpPr>
        <p:spPr>
          <a:xfrm>
            <a:off x="10992210" y="986451"/>
            <a:ext cx="400638" cy="27993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a:t>
            </a:r>
          </a:p>
        </p:txBody>
      </p:sp>
      <p:grpSp>
        <p:nvGrpSpPr>
          <p:cNvPr id="59" name="vasodilators">
            <a:extLst>
              <a:ext uri="{FF2B5EF4-FFF2-40B4-BE49-F238E27FC236}">
                <a16:creationId xmlns:a16="http://schemas.microsoft.com/office/drawing/2014/main" id="{59196629-749A-4F33-A172-6C70B5362F36}"/>
              </a:ext>
            </a:extLst>
          </p:cNvPr>
          <p:cNvGrpSpPr/>
          <p:nvPr/>
        </p:nvGrpSpPr>
        <p:grpSpPr>
          <a:xfrm>
            <a:off x="4125174" y="4748891"/>
            <a:ext cx="4248291" cy="605053"/>
            <a:chOff x="8178741" y="2143033"/>
            <a:chExt cx="4248291" cy="605053"/>
          </a:xfrm>
        </p:grpSpPr>
        <p:sp>
          <p:nvSpPr>
            <p:cNvPr id="62" name="arterial">
              <a:extLst>
                <a:ext uri="{FF2B5EF4-FFF2-40B4-BE49-F238E27FC236}">
                  <a16:creationId xmlns:a16="http://schemas.microsoft.com/office/drawing/2014/main" id="{DD649624-9244-4DD9-9BE6-90527EB8561D}"/>
                </a:ext>
              </a:extLst>
            </p:cNvPr>
            <p:cNvSpPr txBox="1"/>
            <p:nvPr/>
          </p:nvSpPr>
          <p:spPr>
            <a:xfrm>
              <a:off x="10783785" y="2404681"/>
              <a:ext cx="1643247" cy="338554"/>
            </a:xfrm>
            <a:prstGeom prst="rect">
              <a:avLst/>
            </a:prstGeom>
            <a:noFill/>
          </p:spPr>
          <p:txBody>
            <a:bodyPr wrap="square" rtlCol="0">
              <a:spAutoFit/>
            </a:bodyPr>
            <a:lstStyle/>
            <a:p>
              <a:pPr algn="ctr"/>
              <a:r>
                <a:rPr lang="en-US" sz="1600" u="sng" dirty="0"/>
                <a:t>Arterial</a:t>
              </a:r>
            </a:p>
          </p:txBody>
        </p:sp>
        <p:sp>
          <p:nvSpPr>
            <p:cNvPr id="63" name="venous">
              <a:extLst>
                <a:ext uri="{FF2B5EF4-FFF2-40B4-BE49-F238E27FC236}">
                  <a16:creationId xmlns:a16="http://schemas.microsoft.com/office/drawing/2014/main" id="{FB75609D-EA63-4977-B843-59CA00DBBC24}"/>
                </a:ext>
              </a:extLst>
            </p:cNvPr>
            <p:cNvSpPr txBox="1"/>
            <p:nvPr/>
          </p:nvSpPr>
          <p:spPr>
            <a:xfrm>
              <a:off x="8178741" y="2409532"/>
              <a:ext cx="1030374"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u="sng" dirty="0">
                  <a:cs typeface="Calibri"/>
                </a:rPr>
                <a:t>Venous</a:t>
              </a:r>
            </a:p>
          </p:txBody>
        </p:sp>
        <p:grpSp>
          <p:nvGrpSpPr>
            <p:cNvPr id="64" name="Group 63">
              <a:extLst>
                <a:ext uri="{FF2B5EF4-FFF2-40B4-BE49-F238E27FC236}">
                  <a16:creationId xmlns:a16="http://schemas.microsoft.com/office/drawing/2014/main" id="{39F693E5-0A58-47E5-9F81-335AA16DD592}"/>
                </a:ext>
              </a:extLst>
            </p:cNvPr>
            <p:cNvGrpSpPr/>
            <p:nvPr/>
          </p:nvGrpSpPr>
          <p:grpSpPr>
            <a:xfrm>
              <a:off x="9693054" y="2143033"/>
              <a:ext cx="2219201" cy="278976"/>
              <a:chOff x="6434272" y="2071305"/>
              <a:chExt cx="2014121" cy="448963"/>
            </a:xfrm>
          </p:grpSpPr>
          <p:sp>
            <p:nvSpPr>
              <p:cNvPr id="82" name="Cylinder 81">
                <a:extLst>
                  <a:ext uri="{FF2B5EF4-FFF2-40B4-BE49-F238E27FC236}">
                    <a16:creationId xmlns:a16="http://schemas.microsoft.com/office/drawing/2014/main" id="{B7E7AD46-216A-458A-BC44-98816361380D}"/>
                  </a:ext>
                </a:extLst>
              </p:cNvPr>
              <p:cNvSpPr/>
              <p:nvPr/>
            </p:nvSpPr>
            <p:spPr>
              <a:xfrm rot="5400000">
                <a:off x="7224456" y="1296331"/>
                <a:ext cx="433753" cy="2014121"/>
              </a:xfrm>
              <a:prstGeom prst="can">
                <a:avLst/>
              </a:prstGeom>
              <a:solidFill>
                <a:srgbClr val="FF0000">
                  <a:alpha val="5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FF0000"/>
                  </a:solidFill>
                </a:endParaRPr>
              </a:p>
            </p:txBody>
          </p:sp>
          <p:cxnSp>
            <p:nvCxnSpPr>
              <p:cNvPr id="83" name="Straight Arrow Connector 82">
                <a:extLst>
                  <a:ext uri="{FF2B5EF4-FFF2-40B4-BE49-F238E27FC236}">
                    <a16:creationId xmlns:a16="http://schemas.microsoft.com/office/drawing/2014/main" id="{A40E822A-B341-4610-AD3A-94E2F5305A14}"/>
                  </a:ext>
                </a:extLst>
              </p:cNvPr>
              <p:cNvCxnSpPr>
                <a:cxnSpLocks/>
              </p:cNvCxnSpPr>
              <p:nvPr/>
            </p:nvCxnSpPr>
            <p:spPr>
              <a:xfrm>
                <a:off x="7639882" y="2071305"/>
                <a:ext cx="0" cy="438932"/>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65" name="Group 64">
              <a:extLst>
                <a:ext uri="{FF2B5EF4-FFF2-40B4-BE49-F238E27FC236}">
                  <a16:creationId xmlns:a16="http://schemas.microsoft.com/office/drawing/2014/main" id="{B370AFA6-E16B-4641-B951-F8D01486968D}"/>
                </a:ext>
              </a:extLst>
            </p:cNvPr>
            <p:cNvGrpSpPr/>
            <p:nvPr/>
          </p:nvGrpSpPr>
          <p:grpSpPr>
            <a:xfrm>
              <a:off x="8236045" y="2147334"/>
              <a:ext cx="2339361" cy="279506"/>
              <a:chOff x="6741548" y="2071305"/>
              <a:chExt cx="2220367" cy="455458"/>
            </a:xfrm>
          </p:grpSpPr>
          <p:sp>
            <p:nvSpPr>
              <p:cNvPr id="80" name="Cylinder 57">
                <a:extLst>
                  <a:ext uri="{FF2B5EF4-FFF2-40B4-BE49-F238E27FC236}">
                    <a16:creationId xmlns:a16="http://schemas.microsoft.com/office/drawing/2014/main" id="{B72A95EE-3A40-4A1E-A654-A0D9C7D7FD99}"/>
                  </a:ext>
                </a:extLst>
              </p:cNvPr>
              <p:cNvSpPr/>
              <p:nvPr/>
            </p:nvSpPr>
            <p:spPr>
              <a:xfrm rot="5400000">
                <a:off x="7634855" y="1193045"/>
                <a:ext cx="433754" cy="2220367"/>
              </a:xfrm>
              <a:prstGeom prst="can">
                <a:avLst/>
              </a:prstGeom>
              <a:solidFill>
                <a:schemeClr val="accent1">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81" name="Straight Arrow Connector 80">
                <a:extLst>
                  <a:ext uri="{FF2B5EF4-FFF2-40B4-BE49-F238E27FC236}">
                    <a16:creationId xmlns:a16="http://schemas.microsoft.com/office/drawing/2014/main" id="{D0EF9D15-B74E-4A81-8BCB-8392A2EFAF1B}"/>
                  </a:ext>
                </a:extLst>
              </p:cNvPr>
              <p:cNvCxnSpPr>
                <a:cxnSpLocks/>
              </p:cNvCxnSpPr>
              <p:nvPr/>
            </p:nvCxnSpPr>
            <p:spPr>
              <a:xfrm>
                <a:off x="7639881" y="2071305"/>
                <a:ext cx="0" cy="45545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73" name="mixed">
              <a:extLst>
                <a:ext uri="{FF2B5EF4-FFF2-40B4-BE49-F238E27FC236}">
                  <a16:creationId xmlns:a16="http://schemas.microsoft.com/office/drawing/2014/main" id="{BD6D108F-1DCE-41DF-95F0-75FD4213D449}"/>
                </a:ext>
              </a:extLst>
            </p:cNvPr>
            <p:cNvSpPr txBox="1"/>
            <p:nvPr/>
          </p:nvSpPr>
          <p:spPr>
            <a:xfrm>
              <a:off x="9236884" y="2401245"/>
              <a:ext cx="1827672" cy="338554"/>
            </a:xfrm>
            <a:prstGeom prst="rect">
              <a:avLst/>
            </a:prstGeom>
            <a:noFill/>
          </p:spPr>
          <p:txBody>
            <a:bodyPr wrap="square" rtlCol="0">
              <a:spAutoFit/>
            </a:bodyPr>
            <a:lstStyle/>
            <a:p>
              <a:pPr algn="ctr"/>
              <a:r>
                <a:rPr lang="en-US" sz="1600" u="sng" dirty="0">
                  <a:cs typeface="Calibri"/>
                </a:rPr>
                <a:t>Arterial + venous</a:t>
              </a:r>
              <a:endParaRPr lang="en-US" sz="2400" dirty="0"/>
            </a:p>
          </p:txBody>
        </p:sp>
      </p:grpSp>
      <p:sp>
        <p:nvSpPr>
          <p:cNvPr id="94" name="Vasodilators buttn">
            <a:extLst>
              <a:ext uri="{FF2B5EF4-FFF2-40B4-BE49-F238E27FC236}">
                <a16:creationId xmlns:a16="http://schemas.microsoft.com/office/drawing/2014/main" id="{E366BD48-D69F-44B1-8957-45E2196ADEAC}"/>
              </a:ext>
            </a:extLst>
          </p:cNvPr>
          <p:cNvSpPr txBox="1"/>
          <p:nvPr/>
        </p:nvSpPr>
        <p:spPr>
          <a:xfrm>
            <a:off x="5011431" y="4042519"/>
            <a:ext cx="1589218" cy="369332"/>
          </a:xfrm>
          <a:prstGeom prst="rect">
            <a:avLst/>
          </a:prstGeom>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Vasodilators</a:t>
            </a:r>
          </a:p>
        </p:txBody>
      </p:sp>
      <p:sp>
        <p:nvSpPr>
          <p:cNvPr id="95" name="Adrenergic inhibitors button">
            <a:extLst>
              <a:ext uri="{FF2B5EF4-FFF2-40B4-BE49-F238E27FC236}">
                <a16:creationId xmlns:a16="http://schemas.microsoft.com/office/drawing/2014/main" id="{E03FAD51-2E66-4DD9-AADF-640592271439}"/>
              </a:ext>
            </a:extLst>
          </p:cNvPr>
          <p:cNvSpPr txBox="1"/>
          <p:nvPr/>
        </p:nvSpPr>
        <p:spPr>
          <a:xfrm>
            <a:off x="8840552" y="2821468"/>
            <a:ext cx="2399249" cy="369332"/>
          </a:xfrm>
          <a:prstGeom prst="rect">
            <a:avLst/>
          </a:prstGeom>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Adrenergic Antagonists</a:t>
            </a:r>
          </a:p>
        </p:txBody>
      </p:sp>
      <p:sp>
        <p:nvSpPr>
          <p:cNvPr id="102" name="Alpha1 button">
            <a:extLst>
              <a:ext uri="{FF2B5EF4-FFF2-40B4-BE49-F238E27FC236}">
                <a16:creationId xmlns:a16="http://schemas.microsoft.com/office/drawing/2014/main" id="{A5F446A1-1415-48F0-8941-0DEA070EBF2D}"/>
              </a:ext>
            </a:extLst>
          </p:cNvPr>
          <p:cNvSpPr txBox="1"/>
          <p:nvPr/>
        </p:nvSpPr>
        <p:spPr>
          <a:xfrm>
            <a:off x="8843416" y="5469931"/>
            <a:ext cx="61158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b="1" dirty="0">
                <a:solidFill>
                  <a:srgbClr val="7030A0"/>
                </a:solidFill>
              </a:rPr>
              <a:t>α</a:t>
            </a:r>
            <a:r>
              <a:rPr lang="en-US" b="1" baseline="-25000" dirty="0">
                <a:solidFill>
                  <a:srgbClr val="7030A0"/>
                </a:solidFill>
              </a:rPr>
              <a:t>1</a:t>
            </a:r>
            <a:endParaRPr lang="en-US" b="1" dirty="0">
              <a:solidFill>
                <a:srgbClr val="7030A0"/>
              </a:solidFill>
            </a:endParaRPr>
          </a:p>
        </p:txBody>
      </p:sp>
      <p:grpSp>
        <p:nvGrpSpPr>
          <p:cNvPr id="33" name="Group 32">
            <a:extLst>
              <a:ext uri="{FF2B5EF4-FFF2-40B4-BE49-F238E27FC236}">
                <a16:creationId xmlns:a16="http://schemas.microsoft.com/office/drawing/2014/main" id="{CF5FF4E7-C960-4048-9D45-E13DC3210603}"/>
              </a:ext>
            </a:extLst>
          </p:cNvPr>
          <p:cNvGrpSpPr/>
          <p:nvPr/>
        </p:nvGrpSpPr>
        <p:grpSpPr>
          <a:xfrm>
            <a:off x="8999609" y="3353368"/>
            <a:ext cx="2189354" cy="2536260"/>
            <a:chOff x="8335049" y="3602278"/>
            <a:chExt cx="3124074" cy="3502457"/>
          </a:xfrm>
        </p:grpSpPr>
        <p:sp>
          <p:nvSpPr>
            <p:cNvPr id="101" name="Beta1 button">
              <a:extLst>
                <a:ext uri="{FF2B5EF4-FFF2-40B4-BE49-F238E27FC236}">
                  <a16:creationId xmlns:a16="http://schemas.microsoft.com/office/drawing/2014/main" id="{B62E6495-B0B0-46E0-B420-25B46AABFCE8}"/>
                </a:ext>
              </a:extLst>
            </p:cNvPr>
            <p:cNvSpPr/>
            <p:nvPr/>
          </p:nvSpPr>
          <p:spPr>
            <a:xfrm>
              <a:off x="10806394" y="6594705"/>
              <a:ext cx="652729" cy="51003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l-GR" b="1" dirty="0">
                  <a:solidFill>
                    <a:schemeClr val="accent6"/>
                  </a:solidFill>
                </a:rPr>
                <a:t>β</a:t>
              </a:r>
              <a:r>
                <a:rPr lang="en-US" b="1" baseline="-25000" dirty="0">
                  <a:solidFill>
                    <a:schemeClr val="accent6"/>
                  </a:solidFill>
                </a:rPr>
                <a:t>1</a:t>
              </a:r>
              <a:endParaRPr lang="en-US" dirty="0">
                <a:solidFill>
                  <a:schemeClr val="accent6"/>
                </a:solidFill>
              </a:endParaRPr>
            </a:p>
          </p:txBody>
        </p:sp>
        <p:sp>
          <p:nvSpPr>
            <p:cNvPr id="103" name="Beta2 button">
              <a:extLst>
                <a:ext uri="{FF2B5EF4-FFF2-40B4-BE49-F238E27FC236}">
                  <a16:creationId xmlns:a16="http://schemas.microsoft.com/office/drawing/2014/main" id="{1CE4AA1D-2748-4B61-9BEC-E2E50232F145}"/>
                </a:ext>
              </a:extLst>
            </p:cNvPr>
            <p:cNvSpPr/>
            <p:nvPr/>
          </p:nvSpPr>
          <p:spPr>
            <a:xfrm>
              <a:off x="9681419" y="6556295"/>
              <a:ext cx="389850" cy="369332"/>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b="1" dirty="0">
                  <a:solidFill>
                    <a:schemeClr val="accent1"/>
                  </a:solidFill>
                </a:rPr>
                <a:t>β</a:t>
              </a:r>
              <a:r>
                <a:rPr lang="en-US" b="1" baseline="-25000" dirty="0">
                  <a:solidFill>
                    <a:schemeClr val="accent1"/>
                  </a:solidFill>
                </a:rPr>
                <a:t>2</a:t>
              </a:r>
              <a:endParaRPr lang="en-US" dirty="0">
                <a:solidFill>
                  <a:schemeClr val="accent1"/>
                </a:solidFill>
              </a:endParaRPr>
            </a:p>
          </p:txBody>
        </p:sp>
        <p:grpSp>
          <p:nvGrpSpPr>
            <p:cNvPr id="108" name="Heart">
              <a:extLst>
                <a:ext uri="{FF2B5EF4-FFF2-40B4-BE49-F238E27FC236}">
                  <a16:creationId xmlns:a16="http://schemas.microsoft.com/office/drawing/2014/main" id="{3637D5A5-1C11-46A0-8755-7EADBCF35E00}"/>
                </a:ext>
              </a:extLst>
            </p:cNvPr>
            <p:cNvGrpSpPr/>
            <p:nvPr/>
          </p:nvGrpSpPr>
          <p:grpSpPr>
            <a:xfrm>
              <a:off x="8335049" y="3602278"/>
              <a:ext cx="2427560" cy="2557310"/>
              <a:chOff x="689057" y="1699246"/>
              <a:chExt cx="3523324" cy="4018698"/>
            </a:xfrm>
          </p:grpSpPr>
          <p:grpSp>
            <p:nvGrpSpPr>
              <p:cNvPr id="136" name="Group 135">
                <a:extLst>
                  <a:ext uri="{FF2B5EF4-FFF2-40B4-BE49-F238E27FC236}">
                    <a16:creationId xmlns:a16="http://schemas.microsoft.com/office/drawing/2014/main" id="{B75F2A4A-4AE8-4C2D-818B-8479381AB469}"/>
                  </a:ext>
                </a:extLst>
              </p:cNvPr>
              <p:cNvGrpSpPr/>
              <p:nvPr/>
            </p:nvGrpSpPr>
            <p:grpSpPr>
              <a:xfrm>
                <a:off x="689057" y="1699246"/>
                <a:ext cx="3523324" cy="3522689"/>
                <a:chOff x="1358280" y="98521"/>
                <a:chExt cx="4894645" cy="4656742"/>
              </a:xfrm>
            </p:grpSpPr>
            <p:sp>
              <p:nvSpPr>
                <p:cNvPr id="139" name="Freeform: Shape 138">
                  <a:extLst>
                    <a:ext uri="{FF2B5EF4-FFF2-40B4-BE49-F238E27FC236}">
                      <a16:creationId xmlns:a16="http://schemas.microsoft.com/office/drawing/2014/main" id="{358D718D-A47D-468F-B1B2-68AC786BF0E9}"/>
                    </a:ext>
                  </a:extLst>
                </p:cNvPr>
                <p:cNvSpPr/>
                <p:nvPr/>
              </p:nvSpPr>
              <p:spPr>
                <a:xfrm>
                  <a:off x="1358280" y="1000343"/>
                  <a:ext cx="4103203" cy="3754920"/>
                </a:xfrm>
                <a:custGeom>
                  <a:avLst/>
                  <a:gdLst>
                    <a:gd name="connsiteX0" fmla="*/ 1449324 w 4085925"/>
                    <a:gd name="connsiteY0" fmla="*/ 1524140 h 4188696"/>
                    <a:gd name="connsiteX1" fmla="*/ 1246124 w 4085925"/>
                    <a:gd name="connsiteY1" fmla="*/ 1308240 h 4188696"/>
                    <a:gd name="connsiteX2" fmla="*/ 496824 w 4085925"/>
                    <a:gd name="connsiteY2" fmla="*/ 1079640 h 4188696"/>
                    <a:gd name="connsiteX3" fmla="*/ 1524 w 4085925"/>
                    <a:gd name="connsiteY3" fmla="*/ 1752740 h 4188696"/>
                    <a:gd name="connsiteX4" fmla="*/ 369824 w 4085925"/>
                    <a:gd name="connsiteY4" fmla="*/ 2463940 h 4188696"/>
                    <a:gd name="connsiteX5" fmla="*/ 1119124 w 4085925"/>
                    <a:gd name="connsiteY5" fmla="*/ 2502040 h 4188696"/>
                    <a:gd name="connsiteX6" fmla="*/ 1144524 w 4085925"/>
                    <a:gd name="connsiteY6" fmla="*/ 2463940 h 4188696"/>
                    <a:gd name="connsiteX7" fmla="*/ 1017524 w 4085925"/>
                    <a:gd name="connsiteY7" fmla="*/ 2908440 h 4188696"/>
                    <a:gd name="connsiteX8" fmla="*/ 1169924 w 4085925"/>
                    <a:gd name="connsiteY8" fmla="*/ 3860940 h 4188696"/>
                    <a:gd name="connsiteX9" fmla="*/ 3214624 w 4085925"/>
                    <a:gd name="connsiteY9" fmla="*/ 4178440 h 4188696"/>
                    <a:gd name="connsiteX10" fmla="*/ 4002024 w 4085925"/>
                    <a:gd name="connsiteY10" fmla="*/ 3543440 h 4188696"/>
                    <a:gd name="connsiteX11" fmla="*/ 3925824 w 4085925"/>
                    <a:gd name="connsiteY11" fmla="*/ 1778140 h 4188696"/>
                    <a:gd name="connsiteX12" fmla="*/ 2782824 w 4085925"/>
                    <a:gd name="connsiteY12" fmla="*/ 901840 h 4188696"/>
                    <a:gd name="connsiteX13" fmla="*/ 2097024 w 4085925"/>
                    <a:gd name="connsiteY13" fmla="*/ 1155840 h 4188696"/>
                    <a:gd name="connsiteX14" fmla="*/ 2122424 w 4085925"/>
                    <a:gd name="connsiteY14" fmla="*/ 1066940 h 4188696"/>
                    <a:gd name="connsiteX15" fmla="*/ 1995424 w 4085925"/>
                    <a:gd name="connsiteY15" fmla="*/ 381140 h 4188696"/>
                    <a:gd name="connsiteX16" fmla="*/ 1258824 w 4085925"/>
                    <a:gd name="connsiteY16" fmla="*/ 140 h 4188696"/>
                    <a:gd name="connsiteX17" fmla="*/ 700024 w 4085925"/>
                    <a:gd name="connsiteY17" fmla="*/ 343040 h 4188696"/>
                    <a:gd name="connsiteX18" fmla="*/ 636524 w 4085925"/>
                    <a:gd name="connsiteY18" fmla="*/ 838340 h 4188696"/>
                    <a:gd name="connsiteX19" fmla="*/ 700024 w 4085925"/>
                    <a:gd name="connsiteY19" fmla="*/ 1041540 h 4188696"/>
                    <a:gd name="connsiteX0" fmla="*/ 1449324 w 4085925"/>
                    <a:gd name="connsiteY0" fmla="*/ 1524140 h 4188696"/>
                    <a:gd name="connsiteX1" fmla="*/ 1246124 w 4085925"/>
                    <a:gd name="connsiteY1" fmla="*/ 1308240 h 4188696"/>
                    <a:gd name="connsiteX2" fmla="*/ 496824 w 4085925"/>
                    <a:gd name="connsiteY2" fmla="*/ 1079640 h 4188696"/>
                    <a:gd name="connsiteX3" fmla="*/ 1524 w 4085925"/>
                    <a:gd name="connsiteY3" fmla="*/ 1752740 h 4188696"/>
                    <a:gd name="connsiteX4" fmla="*/ 369824 w 4085925"/>
                    <a:gd name="connsiteY4" fmla="*/ 2463940 h 4188696"/>
                    <a:gd name="connsiteX5" fmla="*/ 1119124 w 4085925"/>
                    <a:gd name="connsiteY5" fmla="*/ 2502040 h 4188696"/>
                    <a:gd name="connsiteX6" fmla="*/ 1398524 w 4085925"/>
                    <a:gd name="connsiteY6" fmla="*/ 2590940 h 4188696"/>
                    <a:gd name="connsiteX7" fmla="*/ 1017524 w 4085925"/>
                    <a:gd name="connsiteY7" fmla="*/ 2908440 h 4188696"/>
                    <a:gd name="connsiteX8" fmla="*/ 1169924 w 4085925"/>
                    <a:gd name="connsiteY8" fmla="*/ 3860940 h 4188696"/>
                    <a:gd name="connsiteX9" fmla="*/ 3214624 w 4085925"/>
                    <a:gd name="connsiteY9" fmla="*/ 4178440 h 4188696"/>
                    <a:gd name="connsiteX10" fmla="*/ 4002024 w 4085925"/>
                    <a:gd name="connsiteY10" fmla="*/ 3543440 h 4188696"/>
                    <a:gd name="connsiteX11" fmla="*/ 3925824 w 4085925"/>
                    <a:gd name="connsiteY11" fmla="*/ 1778140 h 4188696"/>
                    <a:gd name="connsiteX12" fmla="*/ 2782824 w 4085925"/>
                    <a:gd name="connsiteY12" fmla="*/ 901840 h 4188696"/>
                    <a:gd name="connsiteX13" fmla="*/ 2097024 w 4085925"/>
                    <a:gd name="connsiteY13" fmla="*/ 1155840 h 4188696"/>
                    <a:gd name="connsiteX14" fmla="*/ 2122424 w 4085925"/>
                    <a:gd name="connsiteY14" fmla="*/ 1066940 h 4188696"/>
                    <a:gd name="connsiteX15" fmla="*/ 1995424 w 4085925"/>
                    <a:gd name="connsiteY15" fmla="*/ 381140 h 4188696"/>
                    <a:gd name="connsiteX16" fmla="*/ 1258824 w 4085925"/>
                    <a:gd name="connsiteY16" fmla="*/ 140 h 4188696"/>
                    <a:gd name="connsiteX17" fmla="*/ 700024 w 4085925"/>
                    <a:gd name="connsiteY17" fmla="*/ 343040 h 4188696"/>
                    <a:gd name="connsiteX18" fmla="*/ 636524 w 4085925"/>
                    <a:gd name="connsiteY18" fmla="*/ 838340 h 4188696"/>
                    <a:gd name="connsiteX19" fmla="*/ 700024 w 4085925"/>
                    <a:gd name="connsiteY19" fmla="*/ 1041540 h 4188696"/>
                    <a:gd name="connsiteX0" fmla="*/ 1449324 w 4085925"/>
                    <a:gd name="connsiteY0" fmla="*/ 1524140 h 4188696"/>
                    <a:gd name="connsiteX1" fmla="*/ 1246124 w 4085925"/>
                    <a:gd name="connsiteY1" fmla="*/ 1308240 h 4188696"/>
                    <a:gd name="connsiteX2" fmla="*/ 496824 w 4085925"/>
                    <a:gd name="connsiteY2" fmla="*/ 1079640 h 4188696"/>
                    <a:gd name="connsiteX3" fmla="*/ 1524 w 4085925"/>
                    <a:gd name="connsiteY3" fmla="*/ 1752740 h 4188696"/>
                    <a:gd name="connsiteX4" fmla="*/ 369824 w 4085925"/>
                    <a:gd name="connsiteY4" fmla="*/ 2463940 h 4188696"/>
                    <a:gd name="connsiteX5" fmla="*/ 1119124 w 4085925"/>
                    <a:gd name="connsiteY5" fmla="*/ 2502040 h 4188696"/>
                    <a:gd name="connsiteX6" fmla="*/ 1398524 w 4085925"/>
                    <a:gd name="connsiteY6" fmla="*/ 2590940 h 4188696"/>
                    <a:gd name="connsiteX7" fmla="*/ 1017524 w 4085925"/>
                    <a:gd name="connsiteY7" fmla="*/ 2908440 h 4188696"/>
                    <a:gd name="connsiteX8" fmla="*/ 1169924 w 4085925"/>
                    <a:gd name="connsiteY8" fmla="*/ 3860940 h 4188696"/>
                    <a:gd name="connsiteX9" fmla="*/ 3214624 w 4085925"/>
                    <a:gd name="connsiteY9" fmla="*/ 4178440 h 4188696"/>
                    <a:gd name="connsiteX10" fmla="*/ 4002024 w 4085925"/>
                    <a:gd name="connsiteY10" fmla="*/ 3543440 h 4188696"/>
                    <a:gd name="connsiteX11" fmla="*/ 3925824 w 4085925"/>
                    <a:gd name="connsiteY11" fmla="*/ 1778140 h 4188696"/>
                    <a:gd name="connsiteX12" fmla="*/ 2782824 w 4085925"/>
                    <a:gd name="connsiteY12" fmla="*/ 901840 h 4188696"/>
                    <a:gd name="connsiteX13" fmla="*/ 2097024 w 4085925"/>
                    <a:gd name="connsiteY13" fmla="*/ 1155840 h 4188696"/>
                    <a:gd name="connsiteX14" fmla="*/ 2122424 w 4085925"/>
                    <a:gd name="connsiteY14" fmla="*/ 1066940 h 4188696"/>
                    <a:gd name="connsiteX15" fmla="*/ 1995424 w 4085925"/>
                    <a:gd name="connsiteY15" fmla="*/ 381140 h 4188696"/>
                    <a:gd name="connsiteX16" fmla="*/ 1258824 w 4085925"/>
                    <a:gd name="connsiteY16" fmla="*/ 140 h 4188696"/>
                    <a:gd name="connsiteX17" fmla="*/ 700024 w 4085925"/>
                    <a:gd name="connsiteY17" fmla="*/ 343040 h 4188696"/>
                    <a:gd name="connsiteX18" fmla="*/ 636524 w 4085925"/>
                    <a:gd name="connsiteY18" fmla="*/ 838340 h 4188696"/>
                    <a:gd name="connsiteX19" fmla="*/ 700024 w 4085925"/>
                    <a:gd name="connsiteY19" fmla="*/ 1041540 h 4188696"/>
                    <a:gd name="connsiteX0" fmla="*/ 1449324 w 4085925"/>
                    <a:gd name="connsiteY0" fmla="*/ 1524140 h 4188696"/>
                    <a:gd name="connsiteX1" fmla="*/ 1246124 w 4085925"/>
                    <a:gd name="connsiteY1" fmla="*/ 1308240 h 4188696"/>
                    <a:gd name="connsiteX2" fmla="*/ 496824 w 4085925"/>
                    <a:gd name="connsiteY2" fmla="*/ 1079640 h 4188696"/>
                    <a:gd name="connsiteX3" fmla="*/ 1524 w 4085925"/>
                    <a:gd name="connsiteY3" fmla="*/ 1752740 h 4188696"/>
                    <a:gd name="connsiteX4" fmla="*/ 369824 w 4085925"/>
                    <a:gd name="connsiteY4" fmla="*/ 2463940 h 4188696"/>
                    <a:gd name="connsiteX5" fmla="*/ 1119124 w 4085925"/>
                    <a:gd name="connsiteY5" fmla="*/ 2502040 h 4188696"/>
                    <a:gd name="connsiteX6" fmla="*/ 1398524 w 4085925"/>
                    <a:gd name="connsiteY6" fmla="*/ 2590940 h 4188696"/>
                    <a:gd name="connsiteX7" fmla="*/ 1017524 w 4085925"/>
                    <a:gd name="connsiteY7" fmla="*/ 2908440 h 4188696"/>
                    <a:gd name="connsiteX8" fmla="*/ 1169924 w 4085925"/>
                    <a:gd name="connsiteY8" fmla="*/ 3860940 h 4188696"/>
                    <a:gd name="connsiteX9" fmla="*/ 3214624 w 4085925"/>
                    <a:gd name="connsiteY9" fmla="*/ 4178440 h 4188696"/>
                    <a:gd name="connsiteX10" fmla="*/ 4002024 w 4085925"/>
                    <a:gd name="connsiteY10" fmla="*/ 3543440 h 4188696"/>
                    <a:gd name="connsiteX11" fmla="*/ 3925824 w 4085925"/>
                    <a:gd name="connsiteY11" fmla="*/ 1778140 h 4188696"/>
                    <a:gd name="connsiteX12" fmla="*/ 2782824 w 4085925"/>
                    <a:gd name="connsiteY12" fmla="*/ 901840 h 4188696"/>
                    <a:gd name="connsiteX13" fmla="*/ 2097024 w 4085925"/>
                    <a:gd name="connsiteY13" fmla="*/ 1155840 h 4188696"/>
                    <a:gd name="connsiteX14" fmla="*/ 2122424 w 4085925"/>
                    <a:gd name="connsiteY14" fmla="*/ 1066940 h 4188696"/>
                    <a:gd name="connsiteX15" fmla="*/ 1995424 w 4085925"/>
                    <a:gd name="connsiteY15" fmla="*/ 381140 h 4188696"/>
                    <a:gd name="connsiteX16" fmla="*/ 1258824 w 4085925"/>
                    <a:gd name="connsiteY16" fmla="*/ 140 h 4188696"/>
                    <a:gd name="connsiteX17" fmla="*/ 700024 w 4085925"/>
                    <a:gd name="connsiteY17" fmla="*/ 343040 h 4188696"/>
                    <a:gd name="connsiteX18" fmla="*/ 636524 w 4085925"/>
                    <a:gd name="connsiteY18" fmla="*/ 838340 h 4188696"/>
                    <a:gd name="connsiteX19" fmla="*/ 700024 w 4085925"/>
                    <a:gd name="connsiteY19" fmla="*/ 1041540 h 4188696"/>
                    <a:gd name="connsiteX0" fmla="*/ 1449324 w 4085925"/>
                    <a:gd name="connsiteY0" fmla="*/ 1524140 h 4188696"/>
                    <a:gd name="connsiteX1" fmla="*/ 1246124 w 4085925"/>
                    <a:gd name="connsiteY1" fmla="*/ 1308240 h 4188696"/>
                    <a:gd name="connsiteX2" fmla="*/ 496824 w 4085925"/>
                    <a:gd name="connsiteY2" fmla="*/ 1079640 h 4188696"/>
                    <a:gd name="connsiteX3" fmla="*/ 1524 w 4085925"/>
                    <a:gd name="connsiteY3" fmla="*/ 1752740 h 4188696"/>
                    <a:gd name="connsiteX4" fmla="*/ 369824 w 4085925"/>
                    <a:gd name="connsiteY4" fmla="*/ 2463940 h 4188696"/>
                    <a:gd name="connsiteX5" fmla="*/ 1119124 w 4085925"/>
                    <a:gd name="connsiteY5" fmla="*/ 2502040 h 4188696"/>
                    <a:gd name="connsiteX6" fmla="*/ 1398524 w 4085925"/>
                    <a:gd name="connsiteY6" fmla="*/ 2590940 h 4188696"/>
                    <a:gd name="connsiteX7" fmla="*/ 1017524 w 4085925"/>
                    <a:gd name="connsiteY7" fmla="*/ 2908440 h 4188696"/>
                    <a:gd name="connsiteX8" fmla="*/ 1169924 w 4085925"/>
                    <a:gd name="connsiteY8" fmla="*/ 3860940 h 4188696"/>
                    <a:gd name="connsiteX9" fmla="*/ 3214624 w 4085925"/>
                    <a:gd name="connsiteY9" fmla="*/ 4178440 h 4188696"/>
                    <a:gd name="connsiteX10" fmla="*/ 4002024 w 4085925"/>
                    <a:gd name="connsiteY10" fmla="*/ 3543440 h 4188696"/>
                    <a:gd name="connsiteX11" fmla="*/ 3925824 w 4085925"/>
                    <a:gd name="connsiteY11" fmla="*/ 1778140 h 4188696"/>
                    <a:gd name="connsiteX12" fmla="*/ 2782824 w 4085925"/>
                    <a:gd name="connsiteY12" fmla="*/ 901840 h 4188696"/>
                    <a:gd name="connsiteX13" fmla="*/ 2097024 w 4085925"/>
                    <a:gd name="connsiteY13" fmla="*/ 1155840 h 4188696"/>
                    <a:gd name="connsiteX14" fmla="*/ 2122424 w 4085925"/>
                    <a:gd name="connsiteY14" fmla="*/ 1066940 h 4188696"/>
                    <a:gd name="connsiteX15" fmla="*/ 1995424 w 4085925"/>
                    <a:gd name="connsiteY15" fmla="*/ 381140 h 4188696"/>
                    <a:gd name="connsiteX16" fmla="*/ 1258824 w 4085925"/>
                    <a:gd name="connsiteY16" fmla="*/ 140 h 4188696"/>
                    <a:gd name="connsiteX17" fmla="*/ 700024 w 4085925"/>
                    <a:gd name="connsiteY17" fmla="*/ 343040 h 4188696"/>
                    <a:gd name="connsiteX18" fmla="*/ 636524 w 4085925"/>
                    <a:gd name="connsiteY18" fmla="*/ 838340 h 4188696"/>
                    <a:gd name="connsiteX19" fmla="*/ 700024 w 4085925"/>
                    <a:gd name="connsiteY19" fmla="*/ 1041540 h 4188696"/>
                    <a:gd name="connsiteX0" fmla="*/ 1449324 w 4085925"/>
                    <a:gd name="connsiteY0" fmla="*/ 1524140 h 4188696"/>
                    <a:gd name="connsiteX1" fmla="*/ 1246124 w 4085925"/>
                    <a:gd name="connsiteY1" fmla="*/ 1308240 h 4188696"/>
                    <a:gd name="connsiteX2" fmla="*/ 496824 w 4085925"/>
                    <a:gd name="connsiteY2" fmla="*/ 1079640 h 4188696"/>
                    <a:gd name="connsiteX3" fmla="*/ 1524 w 4085925"/>
                    <a:gd name="connsiteY3" fmla="*/ 1752740 h 4188696"/>
                    <a:gd name="connsiteX4" fmla="*/ 369824 w 4085925"/>
                    <a:gd name="connsiteY4" fmla="*/ 2463940 h 4188696"/>
                    <a:gd name="connsiteX5" fmla="*/ 1119124 w 4085925"/>
                    <a:gd name="connsiteY5" fmla="*/ 2502040 h 4188696"/>
                    <a:gd name="connsiteX6" fmla="*/ 1284224 w 4085925"/>
                    <a:gd name="connsiteY6" fmla="*/ 2451240 h 4188696"/>
                    <a:gd name="connsiteX7" fmla="*/ 1017524 w 4085925"/>
                    <a:gd name="connsiteY7" fmla="*/ 2908440 h 4188696"/>
                    <a:gd name="connsiteX8" fmla="*/ 1169924 w 4085925"/>
                    <a:gd name="connsiteY8" fmla="*/ 3860940 h 4188696"/>
                    <a:gd name="connsiteX9" fmla="*/ 3214624 w 4085925"/>
                    <a:gd name="connsiteY9" fmla="*/ 4178440 h 4188696"/>
                    <a:gd name="connsiteX10" fmla="*/ 4002024 w 4085925"/>
                    <a:gd name="connsiteY10" fmla="*/ 3543440 h 4188696"/>
                    <a:gd name="connsiteX11" fmla="*/ 3925824 w 4085925"/>
                    <a:gd name="connsiteY11" fmla="*/ 1778140 h 4188696"/>
                    <a:gd name="connsiteX12" fmla="*/ 2782824 w 4085925"/>
                    <a:gd name="connsiteY12" fmla="*/ 901840 h 4188696"/>
                    <a:gd name="connsiteX13" fmla="*/ 2097024 w 4085925"/>
                    <a:gd name="connsiteY13" fmla="*/ 1155840 h 4188696"/>
                    <a:gd name="connsiteX14" fmla="*/ 2122424 w 4085925"/>
                    <a:gd name="connsiteY14" fmla="*/ 1066940 h 4188696"/>
                    <a:gd name="connsiteX15" fmla="*/ 1995424 w 4085925"/>
                    <a:gd name="connsiteY15" fmla="*/ 381140 h 4188696"/>
                    <a:gd name="connsiteX16" fmla="*/ 1258824 w 4085925"/>
                    <a:gd name="connsiteY16" fmla="*/ 140 h 4188696"/>
                    <a:gd name="connsiteX17" fmla="*/ 700024 w 4085925"/>
                    <a:gd name="connsiteY17" fmla="*/ 343040 h 4188696"/>
                    <a:gd name="connsiteX18" fmla="*/ 636524 w 4085925"/>
                    <a:gd name="connsiteY18" fmla="*/ 838340 h 4188696"/>
                    <a:gd name="connsiteX19" fmla="*/ 700024 w 4085925"/>
                    <a:gd name="connsiteY19" fmla="*/ 1041540 h 4188696"/>
                    <a:gd name="connsiteX0" fmla="*/ 1449324 w 4085925"/>
                    <a:gd name="connsiteY0" fmla="*/ 1524140 h 4182003"/>
                    <a:gd name="connsiteX1" fmla="*/ 1246124 w 4085925"/>
                    <a:gd name="connsiteY1" fmla="*/ 1308240 h 4182003"/>
                    <a:gd name="connsiteX2" fmla="*/ 496824 w 4085925"/>
                    <a:gd name="connsiteY2" fmla="*/ 1079640 h 4182003"/>
                    <a:gd name="connsiteX3" fmla="*/ 1524 w 4085925"/>
                    <a:gd name="connsiteY3" fmla="*/ 1752740 h 4182003"/>
                    <a:gd name="connsiteX4" fmla="*/ 369824 w 4085925"/>
                    <a:gd name="connsiteY4" fmla="*/ 2463940 h 4182003"/>
                    <a:gd name="connsiteX5" fmla="*/ 1119124 w 4085925"/>
                    <a:gd name="connsiteY5" fmla="*/ 2502040 h 4182003"/>
                    <a:gd name="connsiteX6" fmla="*/ 1284224 w 4085925"/>
                    <a:gd name="connsiteY6" fmla="*/ 2451240 h 4182003"/>
                    <a:gd name="connsiteX7" fmla="*/ 1017524 w 4085925"/>
                    <a:gd name="connsiteY7" fmla="*/ 2908440 h 4182003"/>
                    <a:gd name="connsiteX8" fmla="*/ 1639824 w 4085925"/>
                    <a:gd name="connsiteY8" fmla="*/ 3759340 h 4182003"/>
                    <a:gd name="connsiteX9" fmla="*/ 3214624 w 4085925"/>
                    <a:gd name="connsiteY9" fmla="*/ 4178440 h 4182003"/>
                    <a:gd name="connsiteX10" fmla="*/ 4002024 w 4085925"/>
                    <a:gd name="connsiteY10" fmla="*/ 3543440 h 4182003"/>
                    <a:gd name="connsiteX11" fmla="*/ 3925824 w 4085925"/>
                    <a:gd name="connsiteY11" fmla="*/ 1778140 h 4182003"/>
                    <a:gd name="connsiteX12" fmla="*/ 2782824 w 4085925"/>
                    <a:gd name="connsiteY12" fmla="*/ 901840 h 4182003"/>
                    <a:gd name="connsiteX13" fmla="*/ 2097024 w 4085925"/>
                    <a:gd name="connsiteY13" fmla="*/ 1155840 h 4182003"/>
                    <a:gd name="connsiteX14" fmla="*/ 2122424 w 4085925"/>
                    <a:gd name="connsiteY14" fmla="*/ 1066940 h 4182003"/>
                    <a:gd name="connsiteX15" fmla="*/ 1995424 w 4085925"/>
                    <a:gd name="connsiteY15" fmla="*/ 381140 h 4182003"/>
                    <a:gd name="connsiteX16" fmla="*/ 1258824 w 4085925"/>
                    <a:gd name="connsiteY16" fmla="*/ 140 h 4182003"/>
                    <a:gd name="connsiteX17" fmla="*/ 700024 w 4085925"/>
                    <a:gd name="connsiteY17" fmla="*/ 343040 h 4182003"/>
                    <a:gd name="connsiteX18" fmla="*/ 636524 w 4085925"/>
                    <a:gd name="connsiteY18" fmla="*/ 838340 h 4182003"/>
                    <a:gd name="connsiteX19" fmla="*/ 700024 w 4085925"/>
                    <a:gd name="connsiteY19" fmla="*/ 1041540 h 4182003"/>
                    <a:gd name="connsiteX0" fmla="*/ 1449324 w 4085925"/>
                    <a:gd name="connsiteY0" fmla="*/ 1524920 h 4182783"/>
                    <a:gd name="connsiteX1" fmla="*/ 1246124 w 4085925"/>
                    <a:gd name="connsiteY1" fmla="*/ 1309020 h 4182783"/>
                    <a:gd name="connsiteX2" fmla="*/ 496824 w 4085925"/>
                    <a:gd name="connsiteY2" fmla="*/ 1080420 h 4182783"/>
                    <a:gd name="connsiteX3" fmla="*/ 1524 w 4085925"/>
                    <a:gd name="connsiteY3" fmla="*/ 1753520 h 4182783"/>
                    <a:gd name="connsiteX4" fmla="*/ 369824 w 4085925"/>
                    <a:gd name="connsiteY4" fmla="*/ 2464720 h 4182783"/>
                    <a:gd name="connsiteX5" fmla="*/ 1119124 w 4085925"/>
                    <a:gd name="connsiteY5" fmla="*/ 2502820 h 4182783"/>
                    <a:gd name="connsiteX6" fmla="*/ 1284224 w 4085925"/>
                    <a:gd name="connsiteY6" fmla="*/ 2452020 h 4182783"/>
                    <a:gd name="connsiteX7" fmla="*/ 1017524 w 4085925"/>
                    <a:gd name="connsiteY7" fmla="*/ 2909220 h 4182783"/>
                    <a:gd name="connsiteX8" fmla="*/ 1639824 w 4085925"/>
                    <a:gd name="connsiteY8" fmla="*/ 3760120 h 4182783"/>
                    <a:gd name="connsiteX9" fmla="*/ 3214624 w 4085925"/>
                    <a:gd name="connsiteY9" fmla="*/ 4179220 h 4182783"/>
                    <a:gd name="connsiteX10" fmla="*/ 4002024 w 4085925"/>
                    <a:gd name="connsiteY10" fmla="*/ 3544220 h 4182783"/>
                    <a:gd name="connsiteX11" fmla="*/ 3925824 w 4085925"/>
                    <a:gd name="connsiteY11" fmla="*/ 1778920 h 4182783"/>
                    <a:gd name="connsiteX12" fmla="*/ 2782824 w 4085925"/>
                    <a:gd name="connsiteY12" fmla="*/ 902620 h 4182783"/>
                    <a:gd name="connsiteX13" fmla="*/ 2097024 w 4085925"/>
                    <a:gd name="connsiteY13" fmla="*/ 1156620 h 4182783"/>
                    <a:gd name="connsiteX14" fmla="*/ 2122424 w 4085925"/>
                    <a:gd name="connsiteY14" fmla="*/ 1067720 h 4182783"/>
                    <a:gd name="connsiteX15" fmla="*/ 1995424 w 4085925"/>
                    <a:gd name="connsiteY15" fmla="*/ 381920 h 4182783"/>
                    <a:gd name="connsiteX16" fmla="*/ 1258824 w 4085925"/>
                    <a:gd name="connsiteY16" fmla="*/ 920 h 4182783"/>
                    <a:gd name="connsiteX17" fmla="*/ 865124 w 4085925"/>
                    <a:gd name="connsiteY17" fmla="*/ 483520 h 4182783"/>
                    <a:gd name="connsiteX18" fmla="*/ 636524 w 4085925"/>
                    <a:gd name="connsiteY18" fmla="*/ 839120 h 4182783"/>
                    <a:gd name="connsiteX19" fmla="*/ 700024 w 4085925"/>
                    <a:gd name="connsiteY19" fmla="*/ 1042320 h 4182783"/>
                    <a:gd name="connsiteX0" fmla="*/ 1449324 w 4085925"/>
                    <a:gd name="connsiteY0" fmla="*/ 1236325 h 3894188"/>
                    <a:gd name="connsiteX1" fmla="*/ 1246124 w 4085925"/>
                    <a:gd name="connsiteY1" fmla="*/ 1020425 h 3894188"/>
                    <a:gd name="connsiteX2" fmla="*/ 496824 w 4085925"/>
                    <a:gd name="connsiteY2" fmla="*/ 791825 h 3894188"/>
                    <a:gd name="connsiteX3" fmla="*/ 1524 w 4085925"/>
                    <a:gd name="connsiteY3" fmla="*/ 1464925 h 3894188"/>
                    <a:gd name="connsiteX4" fmla="*/ 369824 w 4085925"/>
                    <a:gd name="connsiteY4" fmla="*/ 2176125 h 3894188"/>
                    <a:gd name="connsiteX5" fmla="*/ 1119124 w 4085925"/>
                    <a:gd name="connsiteY5" fmla="*/ 2214225 h 3894188"/>
                    <a:gd name="connsiteX6" fmla="*/ 1284224 w 4085925"/>
                    <a:gd name="connsiteY6" fmla="*/ 2163425 h 3894188"/>
                    <a:gd name="connsiteX7" fmla="*/ 1017524 w 4085925"/>
                    <a:gd name="connsiteY7" fmla="*/ 2620625 h 3894188"/>
                    <a:gd name="connsiteX8" fmla="*/ 1639824 w 4085925"/>
                    <a:gd name="connsiteY8" fmla="*/ 3471525 h 3894188"/>
                    <a:gd name="connsiteX9" fmla="*/ 3214624 w 4085925"/>
                    <a:gd name="connsiteY9" fmla="*/ 3890625 h 3894188"/>
                    <a:gd name="connsiteX10" fmla="*/ 4002024 w 4085925"/>
                    <a:gd name="connsiteY10" fmla="*/ 3255625 h 3894188"/>
                    <a:gd name="connsiteX11" fmla="*/ 3925824 w 4085925"/>
                    <a:gd name="connsiteY11" fmla="*/ 1490325 h 3894188"/>
                    <a:gd name="connsiteX12" fmla="*/ 2782824 w 4085925"/>
                    <a:gd name="connsiteY12" fmla="*/ 614025 h 3894188"/>
                    <a:gd name="connsiteX13" fmla="*/ 2097024 w 4085925"/>
                    <a:gd name="connsiteY13" fmla="*/ 868025 h 3894188"/>
                    <a:gd name="connsiteX14" fmla="*/ 2122424 w 4085925"/>
                    <a:gd name="connsiteY14" fmla="*/ 779125 h 3894188"/>
                    <a:gd name="connsiteX15" fmla="*/ 1995424 w 4085925"/>
                    <a:gd name="connsiteY15" fmla="*/ 93325 h 3894188"/>
                    <a:gd name="connsiteX16" fmla="*/ 1309624 w 4085925"/>
                    <a:gd name="connsiteY16" fmla="*/ 17125 h 3894188"/>
                    <a:gd name="connsiteX17" fmla="*/ 865124 w 4085925"/>
                    <a:gd name="connsiteY17" fmla="*/ 194925 h 3894188"/>
                    <a:gd name="connsiteX18" fmla="*/ 636524 w 4085925"/>
                    <a:gd name="connsiteY18" fmla="*/ 550525 h 3894188"/>
                    <a:gd name="connsiteX19" fmla="*/ 700024 w 4085925"/>
                    <a:gd name="connsiteY19" fmla="*/ 753725 h 3894188"/>
                    <a:gd name="connsiteX0" fmla="*/ 1449324 w 4085925"/>
                    <a:gd name="connsiteY0" fmla="*/ 1230108 h 3887971"/>
                    <a:gd name="connsiteX1" fmla="*/ 1246124 w 4085925"/>
                    <a:gd name="connsiteY1" fmla="*/ 1014208 h 3887971"/>
                    <a:gd name="connsiteX2" fmla="*/ 496824 w 4085925"/>
                    <a:gd name="connsiteY2" fmla="*/ 785608 h 3887971"/>
                    <a:gd name="connsiteX3" fmla="*/ 1524 w 4085925"/>
                    <a:gd name="connsiteY3" fmla="*/ 1458708 h 3887971"/>
                    <a:gd name="connsiteX4" fmla="*/ 369824 w 4085925"/>
                    <a:gd name="connsiteY4" fmla="*/ 2169908 h 3887971"/>
                    <a:gd name="connsiteX5" fmla="*/ 1119124 w 4085925"/>
                    <a:gd name="connsiteY5" fmla="*/ 2208008 h 3887971"/>
                    <a:gd name="connsiteX6" fmla="*/ 1284224 w 4085925"/>
                    <a:gd name="connsiteY6" fmla="*/ 2157208 h 3887971"/>
                    <a:gd name="connsiteX7" fmla="*/ 1017524 w 4085925"/>
                    <a:gd name="connsiteY7" fmla="*/ 2614408 h 3887971"/>
                    <a:gd name="connsiteX8" fmla="*/ 1639824 w 4085925"/>
                    <a:gd name="connsiteY8" fmla="*/ 3465308 h 3887971"/>
                    <a:gd name="connsiteX9" fmla="*/ 3214624 w 4085925"/>
                    <a:gd name="connsiteY9" fmla="*/ 3884408 h 3887971"/>
                    <a:gd name="connsiteX10" fmla="*/ 4002024 w 4085925"/>
                    <a:gd name="connsiteY10" fmla="*/ 3249408 h 3887971"/>
                    <a:gd name="connsiteX11" fmla="*/ 3925824 w 4085925"/>
                    <a:gd name="connsiteY11" fmla="*/ 1484108 h 3887971"/>
                    <a:gd name="connsiteX12" fmla="*/ 2782824 w 4085925"/>
                    <a:gd name="connsiteY12" fmla="*/ 607808 h 3887971"/>
                    <a:gd name="connsiteX13" fmla="*/ 2097024 w 4085925"/>
                    <a:gd name="connsiteY13" fmla="*/ 861808 h 3887971"/>
                    <a:gd name="connsiteX14" fmla="*/ 2122424 w 4085925"/>
                    <a:gd name="connsiteY14" fmla="*/ 772908 h 3887971"/>
                    <a:gd name="connsiteX15" fmla="*/ 1995424 w 4085925"/>
                    <a:gd name="connsiteY15" fmla="*/ 87108 h 3887971"/>
                    <a:gd name="connsiteX16" fmla="*/ 1309624 w 4085925"/>
                    <a:gd name="connsiteY16" fmla="*/ 10908 h 3887971"/>
                    <a:gd name="connsiteX17" fmla="*/ 827024 w 4085925"/>
                    <a:gd name="connsiteY17" fmla="*/ 99808 h 3887971"/>
                    <a:gd name="connsiteX18" fmla="*/ 636524 w 4085925"/>
                    <a:gd name="connsiteY18" fmla="*/ 544308 h 3887971"/>
                    <a:gd name="connsiteX19" fmla="*/ 700024 w 4085925"/>
                    <a:gd name="connsiteY19" fmla="*/ 747508 h 3887971"/>
                    <a:gd name="connsiteX0" fmla="*/ 1449324 w 4085925"/>
                    <a:gd name="connsiteY0" fmla="*/ 1222554 h 3880417"/>
                    <a:gd name="connsiteX1" fmla="*/ 1246124 w 4085925"/>
                    <a:gd name="connsiteY1" fmla="*/ 1006654 h 3880417"/>
                    <a:gd name="connsiteX2" fmla="*/ 496824 w 4085925"/>
                    <a:gd name="connsiteY2" fmla="*/ 778054 h 3880417"/>
                    <a:gd name="connsiteX3" fmla="*/ 1524 w 4085925"/>
                    <a:gd name="connsiteY3" fmla="*/ 1451154 h 3880417"/>
                    <a:gd name="connsiteX4" fmla="*/ 369824 w 4085925"/>
                    <a:gd name="connsiteY4" fmla="*/ 2162354 h 3880417"/>
                    <a:gd name="connsiteX5" fmla="*/ 1119124 w 4085925"/>
                    <a:gd name="connsiteY5" fmla="*/ 2200454 h 3880417"/>
                    <a:gd name="connsiteX6" fmla="*/ 1284224 w 4085925"/>
                    <a:gd name="connsiteY6" fmla="*/ 2149654 h 3880417"/>
                    <a:gd name="connsiteX7" fmla="*/ 1017524 w 4085925"/>
                    <a:gd name="connsiteY7" fmla="*/ 2606854 h 3880417"/>
                    <a:gd name="connsiteX8" fmla="*/ 1639824 w 4085925"/>
                    <a:gd name="connsiteY8" fmla="*/ 3457754 h 3880417"/>
                    <a:gd name="connsiteX9" fmla="*/ 3214624 w 4085925"/>
                    <a:gd name="connsiteY9" fmla="*/ 3876854 h 3880417"/>
                    <a:gd name="connsiteX10" fmla="*/ 4002024 w 4085925"/>
                    <a:gd name="connsiteY10" fmla="*/ 3241854 h 3880417"/>
                    <a:gd name="connsiteX11" fmla="*/ 3925824 w 4085925"/>
                    <a:gd name="connsiteY11" fmla="*/ 1476554 h 3880417"/>
                    <a:gd name="connsiteX12" fmla="*/ 2782824 w 4085925"/>
                    <a:gd name="connsiteY12" fmla="*/ 600254 h 3880417"/>
                    <a:gd name="connsiteX13" fmla="*/ 2097024 w 4085925"/>
                    <a:gd name="connsiteY13" fmla="*/ 854254 h 3880417"/>
                    <a:gd name="connsiteX14" fmla="*/ 2122424 w 4085925"/>
                    <a:gd name="connsiteY14" fmla="*/ 765354 h 3880417"/>
                    <a:gd name="connsiteX15" fmla="*/ 1766824 w 4085925"/>
                    <a:gd name="connsiteY15" fmla="*/ 155754 h 3880417"/>
                    <a:gd name="connsiteX16" fmla="*/ 1309624 w 4085925"/>
                    <a:gd name="connsiteY16" fmla="*/ 3354 h 3880417"/>
                    <a:gd name="connsiteX17" fmla="*/ 827024 w 4085925"/>
                    <a:gd name="connsiteY17" fmla="*/ 92254 h 3880417"/>
                    <a:gd name="connsiteX18" fmla="*/ 636524 w 4085925"/>
                    <a:gd name="connsiteY18" fmla="*/ 536754 h 3880417"/>
                    <a:gd name="connsiteX19" fmla="*/ 700024 w 4085925"/>
                    <a:gd name="connsiteY19" fmla="*/ 739954 h 3880417"/>
                    <a:gd name="connsiteX0" fmla="*/ 1449324 w 4085925"/>
                    <a:gd name="connsiteY0" fmla="*/ 1258887 h 3916750"/>
                    <a:gd name="connsiteX1" fmla="*/ 1246124 w 4085925"/>
                    <a:gd name="connsiteY1" fmla="*/ 1042987 h 3916750"/>
                    <a:gd name="connsiteX2" fmla="*/ 496824 w 4085925"/>
                    <a:gd name="connsiteY2" fmla="*/ 814387 h 3916750"/>
                    <a:gd name="connsiteX3" fmla="*/ 1524 w 4085925"/>
                    <a:gd name="connsiteY3" fmla="*/ 1487487 h 3916750"/>
                    <a:gd name="connsiteX4" fmla="*/ 369824 w 4085925"/>
                    <a:gd name="connsiteY4" fmla="*/ 2198687 h 3916750"/>
                    <a:gd name="connsiteX5" fmla="*/ 1119124 w 4085925"/>
                    <a:gd name="connsiteY5" fmla="*/ 2236787 h 3916750"/>
                    <a:gd name="connsiteX6" fmla="*/ 1284224 w 4085925"/>
                    <a:gd name="connsiteY6" fmla="*/ 2185987 h 3916750"/>
                    <a:gd name="connsiteX7" fmla="*/ 1017524 w 4085925"/>
                    <a:gd name="connsiteY7" fmla="*/ 2643187 h 3916750"/>
                    <a:gd name="connsiteX8" fmla="*/ 1639824 w 4085925"/>
                    <a:gd name="connsiteY8" fmla="*/ 3494087 h 3916750"/>
                    <a:gd name="connsiteX9" fmla="*/ 3214624 w 4085925"/>
                    <a:gd name="connsiteY9" fmla="*/ 3913187 h 3916750"/>
                    <a:gd name="connsiteX10" fmla="*/ 4002024 w 4085925"/>
                    <a:gd name="connsiteY10" fmla="*/ 3278187 h 3916750"/>
                    <a:gd name="connsiteX11" fmla="*/ 3925824 w 4085925"/>
                    <a:gd name="connsiteY11" fmla="*/ 1512887 h 3916750"/>
                    <a:gd name="connsiteX12" fmla="*/ 2782824 w 4085925"/>
                    <a:gd name="connsiteY12" fmla="*/ 636587 h 3916750"/>
                    <a:gd name="connsiteX13" fmla="*/ 2097024 w 4085925"/>
                    <a:gd name="connsiteY13" fmla="*/ 890587 h 3916750"/>
                    <a:gd name="connsiteX14" fmla="*/ 2122424 w 4085925"/>
                    <a:gd name="connsiteY14" fmla="*/ 801687 h 3916750"/>
                    <a:gd name="connsiteX15" fmla="*/ 1766824 w 4085925"/>
                    <a:gd name="connsiteY15" fmla="*/ 192087 h 3916750"/>
                    <a:gd name="connsiteX16" fmla="*/ 1309624 w 4085925"/>
                    <a:gd name="connsiteY16" fmla="*/ 1587 h 3916750"/>
                    <a:gd name="connsiteX17" fmla="*/ 827024 w 4085925"/>
                    <a:gd name="connsiteY17" fmla="*/ 128587 h 3916750"/>
                    <a:gd name="connsiteX18" fmla="*/ 636524 w 4085925"/>
                    <a:gd name="connsiteY18" fmla="*/ 573087 h 3916750"/>
                    <a:gd name="connsiteX19" fmla="*/ 700024 w 4085925"/>
                    <a:gd name="connsiteY19" fmla="*/ 776287 h 3916750"/>
                    <a:gd name="connsiteX0" fmla="*/ 1449324 w 4085925"/>
                    <a:gd name="connsiteY0" fmla="*/ 1258887 h 3916750"/>
                    <a:gd name="connsiteX1" fmla="*/ 1246124 w 4085925"/>
                    <a:gd name="connsiteY1" fmla="*/ 1042987 h 3916750"/>
                    <a:gd name="connsiteX2" fmla="*/ 496824 w 4085925"/>
                    <a:gd name="connsiteY2" fmla="*/ 814387 h 3916750"/>
                    <a:gd name="connsiteX3" fmla="*/ 1524 w 4085925"/>
                    <a:gd name="connsiteY3" fmla="*/ 1487487 h 3916750"/>
                    <a:gd name="connsiteX4" fmla="*/ 369824 w 4085925"/>
                    <a:gd name="connsiteY4" fmla="*/ 2198687 h 3916750"/>
                    <a:gd name="connsiteX5" fmla="*/ 1119124 w 4085925"/>
                    <a:gd name="connsiteY5" fmla="*/ 2236787 h 3916750"/>
                    <a:gd name="connsiteX6" fmla="*/ 1284224 w 4085925"/>
                    <a:gd name="connsiteY6" fmla="*/ 2185987 h 3916750"/>
                    <a:gd name="connsiteX7" fmla="*/ 1017524 w 4085925"/>
                    <a:gd name="connsiteY7" fmla="*/ 2643187 h 3916750"/>
                    <a:gd name="connsiteX8" fmla="*/ 1639824 w 4085925"/>
                    <a:gd name="connsiteY8" fmla="*/ 3494087 h 3916750"/>
                    <a:gd name="connsiteX9" fmla="*/ 3214624 w 4085925"/>
                    <a:gd name="connsiteY9" fmla="*/ 3913187 h 3916750"/>
                    <a:gd name="connsiteX10" fmla="*/ 4002024 w 4085925"/>
                    <a:gd name="connsiteY10" fmla="*/ 3278187 h 3916750"/>
                    <a:gd name="connsiteX11" fmla="*/ 3925824 w 4085925"/>
                    <a:gd name="connsiteY11" fmla="*/ 1512887 h 3916750"/>
                    <a:gd name="connsiteX12" fmla="*/ 2782824 w 4085925"/>
                    <a:gd name="connsiteY12" fmla="*/ 636587 h 3916750"/>
                    <a:gd name="connsiteX13" fmla="*/ 2097024 w 4085925"/>
                    <a:gd name="connsiteY13" fmla="*/ 890587 h 3916750"/>
                    <a:gd name="connsiteX14" fmla="*/ 2071624 w 4085925"/>
                    <a:gd name="connsiteY14" fmla="*/ 763587 h 3916750"/>
                    <a:gd name="connsiteX15" fmla="*/ 1766824 w 4085925"/>
                    <a:gd name="connsiteY15" fmla="*/ 192087 h 3916750"/>
                    <a:gd name="connsiteX16" fmla="*/ 1309624 w 4085925"/>
                    <a:gd name="connsiteY16" fmla="*/ 1587 h 3916750"/>
                    <a:gd name="connsiteX17" fmla="*/ 827024 w 4085925"/>
                    <a:gd name="connsiteY17" fmla="*/ 128587 h 3916750"/>
                    <a:gd name="connsiteX18" fmla="*/ 636524 w 4085925"/>
                    <a:gd name="connsiteY18" fmla="*/ 573087 h 3916750"/>
                    <a:gd name="connsiteX19" fmla="*/ 700024 w 4085925"/>
                    <a:gd name="connsiteY19" fmla="*/ 776287 h 3916750"/>
                    <a:gd name="connsiteX0" fmla="*/ 1449324 w 4079779"/>
                    <a:gd name="connsiteY0" fmla="*/ 1258887 h 3916750"/>
                    <a:gd name="connsiteX1" fmla="*/ 1246124 w 4079779"/>
                    <a:gd name="connsiteY1" fmla="*/ 1042987 h 3916750"/>
                    <a:gd name="connsiteX2" fmla="*/ 496824 w 4079779"/>
                    <a:gd name="connsiteY2" fmla="*/ 814387 h 3916750"/>
                    <a:gd name="connsiteX3" fmla="*/ 1524 w 4079779"/>
                    <a:gd name="connsiteY3" fmla="*/ 1487487 h 3916750"/>
                    <a:gd name="connsiteX4" fmla="*/ 369824 w 4079779"/>
                    <a:gd name="connsiteY4" fmla="*/ 2198687 h 3916750"/>
                    <a:gd name="connsiteX5" fmla="*/ 1119124 w 4079779"/>
                    <a:gd name="connsiteY5" fmla="*/ 2236787 h 3916750"/>
                    <a:gd name="connsiteX6" fmla="*/ 1284224 w 4079779"/>
                    <a:gd name="connsiteY6" fmla="*/ 2185987 h 3916750"/>
                    <a:gd name="connsiteX7" fmla="*/ 1017524 w 4079779"/>
                    <a:gd name="connsiteY7" fmla="*/ 2643187 h 3916750"/>
                    <a:gd name="connsiteX8" fmla="*/ 1639824 w 4079779"/>
                    <a:gd name="connsiteY8" fmla="*/ 3494087 h 3916750"/>
                    <a:gd name="connsiteX9" fmla="*/ 3214624 w 4079779"/>
                    <a:gd name="connsiteY9" fmla="*/ 3913187 h 3916750"/>
                    <a:gd name="connsiteX10" fmla="*/ 4002024 w 4079779"/>
                    <a:gd name="connsiteY10" fmla="*/ 3278187 h 3916750"/>
                    <a:gd name="connsiteX11" fmla="*/ 3925824 w 4079779"/>
                    <a:gd name="connsiteY11" fmla="*/ 1512887 h 3916750"/>
                    <a:gd name="connsiteX12" fmla="*/ 2897124 w 4079779"/>
                    <a:gd name="connsiteY12" fmla="*/ 750887 h 3916750"/>
                    <a:gd name="connsiteX13" fmla="*/ 2097024 w 4079779"/>
                    <a:gd name="connsiteY13" fmla="*/ 890587 h 3916750"/>
                    <a:gd name="connsiteX14" fmla="*/ 2071624 w 4079779"/>
                    <a:gd name="connsiteY14" fmla="*/ 763587 h 3916750"/>
                    <a:gd name="connsiteX15" fmla="*/ 1766824 w 4079779"/>
                    <a:gd name="connsiteY15" fmla="*/ 192087 h 3916750"/>
                    <a:gd name="connsiteX16" fmla="*/ 1309624 w 4079779"/>
                    <a:gd name="connsiteY16" fmla="*/ 1587 h 3916750"/>
                    <a:gd name="connsiteX17" fmla="*/ 827024 w 4079779"/>
                    <a:gd name="connsiteY17" fmla="*/ 128587 h 3916750"/>
                    <a:gd name="connsiteX18" fmla="*/ 636524 w 4079779"/>
                    <a:gd name="connsiteY18" fmla="*/ 573087 h 3916750"/>
                    <a:gd name="connsiteX19" fmla="*/ 700024 w 4079779"/>
                    <a:gd name="connsiteY19" fmla="*/ 776287 h 3916750"/>
                    <a:gd name="connsiteX0" fmla="*/ 1449324 w 4113410"/>
                    <a:gd name="connsiteY0" fmla="*/ 1258887 h 3916750"/>
                    <a:gd name="connsiteX1" fmla="*/ 1246124 w 4113410"/>
                    <a:gd name="connsiteY1" fmla="*/ 1042987 h 3916750"/>
                    <a:gd name="connsiteX2" fmla="*/ 496824 w 4113410"/>
                    <a:gd name="connsiteY2" fmla="*/ 814387 h 3916750"/>
                    <a:gd name="connsiteX3" fmla="*/ 1524 w 4113410"/>
                    <a:gd name="connsiteY3" fmla="*/ 1487487 h 3916750"/>
                    <a:gd name="connsiteX4" fmla="*/ 369824 w 4113410"/>
                    <a:gd name="connsiteY4" fmla="*/ 2198687 h 3916750"/>
                    <a:gd name="connsiteX5" fmla="*/ 1119124 w 4113410"/>
                    <a:gd name="connsiteY5" fmla="*/ 2236787 h 3916750"/>
                    <a:gd name="connsiteX6" fmla="*/ 1284224 w 4113410"/>
                    <a:gd name="connsiteY6" fmla="*/ 2185987 h 3916750"/>
                    <a:gd name="connsiteX7" fmla="*/ 1017524 w 4113410"/>
                    <a:gd name="connsiteY7" fmla="*/ 2643187 h 3916750"/>
                    <a:gd name="connsiteX8" fmla="*/ 1639824 w 4113410"/>
                    <a:gd name="connsiteY8" fmla="*/ 3494087 h 3916750"/>
                    <a:gd name="connsiteX9" fmla="*/ 3214624 w 4113410"/>
                    <a:gd name="connsiteY9" fmla="*/ 3913187 h 3916750"/>
                    <a:gd name="connsiteX10" fmla="*/ 4002024 w 4113410"/>
                    <a:gd name="connsiteY10" fmla="*/ 3278187 h 3916750"/>
                    <a:gd name="connsiteX11" fmla="*/ 3989324 w 4113410"/>
                    <a:gd name="connsiteY11" fmla="*/ 1627187 h 3916750"/>
                    <a:gd name="connsiteX12" fmla="*/ 2897124 w 4113410"/>
                    <a:gd name="connsiteY12" fmla="*/ 750887 h 3916750"/>
                    <a:gd name="connsiteX13" fmla="*/ 2097024 w 4113410"/>
                    <a:gd name="connsiteY13" fmla="*/ 890587 h 3916750"/>
                    <a:gd name="connsiteX14" fmla="*/ 2071624 w 4113410"/>
                    <a:gd name="connsiteY14" fmla="*/ 763587 h 3916750"/>
                    <a:gd name="connsiteX15" fmla="*/ 1766824 w 4113410"/>
                    <a:gd name="connsiteY15" fmla="*/ 192087 h 3916750"/>
                    <a:gd name="connsiteX16" fmla="*/ 1309624 w 4113410"/>
                    <a:gd name="connsiteY16" fmla="*/ 1587 h 3916750"/>
                    <a:gd name="connsiteX17" fmla="*/ 827024 w 4113410"/>
                    <a:gd name="connsiteY17" fmla="*/ 128587 h 3916750"/>
                    <a:gd name="connsiteX18" fmla="*/ 636524 w 4113410"/>
                    <a:gd name="connsiteY18" fmla="*/ 573087 h 3916750"/>
                    <a:gd name="connsiteX19" fmla="*/ 700024 w 4113410"/>
                    <a:gd name="connsiteY19" fmla="*/ 776287 h 3916750"/>
                    <a:gd name="connsiteX0" fmla="*/ 1449324 w 4102461"/>
                    <a:gd name="connsiteY0" fmla="*/ 1258887 h 3683730"/>
                    <a:gd name="connsiteX1" fmla="*/ 1246124 w 4102461"/>
                    <a:gd name="connsiteY1" fmla="*/ 1042987 h 3683730"/>
                    <a:gd name="connsiteX2" fmla="*/ 496824 w 4102461"/>
                    <a:gd name="connsiteY2" fmla="*/ 814387 h 3683730"/>
                    <a:gd name="connsiteX3" fmla="*/ 1524 w 4102461"/>
                    <a:gd name="connsiteY3" fmla="*/ 1487487 h 3683730"/>
                    <a:gd name="connsiteX4" fmla="*/ 369824 w 4102461"/>
                    <a:gd name="connsiteY4" fmla="*/ 2198687 h 3683730"/>
                    <a:gd name="connsiteX5" fmla="*/ 1119124 w 4102461"/>
                    <a:gd name="connsiteY5" fmla="*/ 2236787 h 3683730"/>
                    <a:gd name="connsiteX6" fmla="*/ 1284224 w 4102461"/>
                    <a:gd name="connsiteY6" fmla="*/ 2185987 h 3683730"/>
                    <a:gd name="connsiteX7" fmla="*/ 1017524 w 4102461"/>
                    <a:gd name="connsiteY7" fmla="*/ 2643187 h 3683730"/>
                    <a:gd name="connsiteX8" fmla="*/ 1639824 w 4102461"/>
                    <a:gd name="connsiteY8" fmla="*/ 3494087 h 3683730"/>
                    <a:gd name="connsiteX9" fmla="*/ 3405124 w 4102461"/>
                    <a:gd name="connsiteY9" fmla="*/ 3671887 h 3683730"/>
                    <a:gd name="connsiteX10" fmla="*/ 4002024 w 4102461"/>
                    <a:gd name="connsiteY10" fmla="*/ 3278187 h 3683730"/>
                    <a:gd name="connsiteX11" fmla="*/ 3989324 w 4102461"/>
                    <a:gd name="connsiteY11" fmla="*/ 1627187 h 3683730"/>
                    <a:gd name="connsiteX12" fmla="*/ 2897124 w 4102461"/>
                    <a:gd name="connsiteY12" fmla="*/ 750887 h 3683730"/>
                    <a:gd name="connsiteX13" fmla="*/ 2097024 w 4102461"/>
                    <a:gd name="connsiteY13" fmla="*/ 890587 h 3683730"/>
                    <a:gd name="connsiteX14" fmla="*/ 2071624 w 4102461"/>
                    <a:gd name="connsiteY14" fmla="*/ 763587 h 3683730"/>
                    <a:gd name="connsiteX15" fmla="*/ 1766824 w 4102461"/>
                    <a:gd name="connsiteY15" fmla="*/ 192087 h 3683730"/>
                    <a:gd name="connsiteX16" fmla="*/ 1309624 w 4102461"/>
                    <a:gd name="connsiteY16" fmla="*/ 1587 h 3683730"/>
                    <a:gd name="connsiteX17" fmla="*/ 827024 w 4102461"/>
                    <a:gd name="connsiteY17" fmla="*/ 128587 h 3683730"/>
                    <a:gd name="connsiteX18" fmla="*/ 636524 w 4102461"/>
                    <a:gd name="connsiteY18" fmla="*/ 573087 h 3683730"/>
                    <a:gd name="connsiteX19" fmla="*/ 700024 w 4102461"/>
                    <a:gd name="connsiteY19" fmla="*/ 776287 h 3683730"/>
                    <a:gd name="connsiteX0" fmla="*/ 1449324 w 4122697"/>
                    <a:gd name="connsiteY0" fmla="*/ 1258887 h 3686277"/>
                    <a:gd name="connsiteX1" fmla="*/ 1246124 w 4122697"/>
                    <a:gd name="connsiteY1" fmla="*/ 1042987 h 3686277"/>
                    <a:gd name="connsiteX2" fmla="*/ 496824 w 4122697"/>
                    <a:gd name="connsiteY2" fmla="*/ 814387 h 3686277"/>
                    <a:gd name="connsiteX3" fmla="*/ 1524 w 4122697"/>
                    <a:gd name="connsiteY3" fmla="*/ 1487487 h 3686277"/>
                    <a:gd name="connsiteX4" fmla="*/ 369824 w 4122697"/>
                    <a:gd name="connsiteY4" fmla="*/ 2198687 h 3686277"/>
                    <a:gd name="connsiteX5" fmla="*/ 1119124 w 4122697"/>
                    <a:gd name="connsiteY5" fmla="*/ 2236787 h 3686277"/>
                    <a:gd name="connsiteX6" fmla="*/ 1284224 w 4122697"/>
                    <a:gd name="connsiteY6" fmla="*/ 2185987 h 3686277"/>
                    <a:gd name="connsiteX7" fmla="*/ 1017524 w 4122697"/>
                    <a:gd name="connsiteY7" fmla="*/ 2643187 h 3686277"/>
                    <a:gd name="connsiteX8" fmla="*/ 1639824 w 4122697"/>
                    <a:gd name="connsiteY8" fmla="*/ 3494087 h 3686277"/>
                    <a:gd name="connsiteX9" fmla="*/ 3405124 w 4122697"/>
                    <a:gd name="connsiteY9" fmla="*/ 3671887 h 3686277"/>
                    <a:gd name="connsiteX10" fmla="*/ 4040124 w 4122697"/>
                    <a:gd name="connsiteY10" fmla="*/ 3240087 h 3686277"/>
                    <a:gd name="connsiteX11" fmla="*/ 3989324 w 4122697"/>
                    <a:gd name="connsiteY11" fmla="*/ 1627187 h 3686277"/>
                    <a:gd name="connsiteX12" fmla="*/ 2897124 w 4122697"/>
                    <a:gd name="connsiteY12" fmla="*/ 750887 h 3686277"/>
                    <a:gd name="connsiteX13" fmla="*/ 2097024 w 4122697"/>
                    <a:gd name="connsiteY13" fmla="*/ 890587 h 3686277"/>
                    <a:gd name="connsiteX14" fmla="*/ 2071624 w 4122697"/>
                    <a:gd name="connsiteY14" fmla="*/ 763587 h 3686277"/>
                    <a:gd name="connsiteX15" fmla="*/ 1766824 w 4122697"/>
                    <a:gd name="connsiteY15" fmla="*/ 192087 h 3686277"/>
                    <a:gd name="connsiteX16" fmla="*/ 1309624 w 4122697"/>
                    <a:gd name="connsiteY16" fmla="*/ 1587 h 3686277"/>
                    <a:gd name="connsiteX17" fmla="*/ 827024 w 4122697"/>
                    <a:gd name="connsiteY17" fmla="*/ 128587 h 3686277"/>
                    <a:gd name="connsiteX18" fmla="*/ 636524 w 4122697"/>
                    <a:gd name="connsiteY18" fmla="*/ 573087 h 3686277"/>
                    <a:gd name="connsiteX19" fmla="*/ 700024 w 4122697"/>
                    <a:gd name="connsiteY19" fmla="*/ 776287 h 3686277"/>
                    <a:gd name="connsiteX0" fmla="*/ 1449324 w 4122697"/>
                    <a:gd name="connsiteY0" fmla="*/ 1258887 h 3688952"/>
                    <a:gd name="connsiteX1" fmla="*/ 1246124 w 4122697"/>
                    <a:gd name="connsiteY1" fmla="*/ 1042987 h 3688952"/>
                    <a:gd name="connsiteX2" fmla="*/ 496824 w 4122697"/>
                    <a:gd name="connsiteY2" fmla="*/ 814387 h 3688952"/>
                    <a:gd name="connsiteX3" fmla="*/ 1524 w 4122697"/>
                    <a:gd name="connsiteY3" fmla="*/ 1487487 h 3688952"/>
                    <a:gd name="connsiteX4" fmla="*/ 369824 w 4122697"/>
                    <a:gd name="connsiteY4" fmla="*/ 2198687 h 3688952"/>
                    <a:gd name="connsiteX5" fmla="*/ 1119124 w 4122697"/>
                    <a:gd name="connsiteY5" fmla="*/ 2236787 h 3688952"/>
                    <a:gd name="connsiteX6" fmla="*/ 1284224 w 4122697"/>
                    <a:gd name="connsiteY6" fmla="*/ 2185987 h 3688952"/>
                    <a:gd name="connsiteX7" fmla="*/ 1017524 w 4122697"/>
                    <a:gd name="connsiteY7" fmla="*/ 2643187 h 3688952"/>
                    <a:gd name="connsiteX8" fmla="*/ 1754124 w 4122697"/>
                    <a:gd name="connsiteY8" fmla="*/ 3506787 h 3688952"/>
                    <a:gd name="connsiteX9" fmla="*/ 3405124 w 4122697"/>
                    <a:gd name="connsiteY9" fmla="*/ 3671887 h 3688952"/>
                    <a:gd name="connsiteX10" fmla="*/ 4040124 w 4122697"/>
                    <a:gd name="connsiteY10" fmla="*/ 3240087 h 3688952"/>
                    <a:gd name="connsiteX11" fmla="*/ 3989324 w 4122697"/>
                    <a:gd name="connsiteY11" fmla="*/ 1627187 h 3688952"/>
                    <a:gd name="connsiteX12" fmla="*/ 2897124 w 4122697"/>
                    <a:gd name="connsiteY12" fmla="*/ 750887 h 3688952"/>
                    <a:gd name="connsiteX13" fmla="*/ 2097024 w 4122697"/>
                    <a:gd name="connsiteY13" fmla="*/ 890587 h 3688952"/>
                    <a:gd name="connsiteX14" fmla="*/ 2071624 w 4122697"/>
                    <a:gd name="connsiteY14" fmla="*/ 763587 h 3688952"/>
                    <a:gd name="connsiteX15" fmla="*/ 1766824 w 4122697"/>
                    <a:gd name="connsiteY15" fmla="*/ 192087 h 3688952"/>
                    <a:gd name="connsiteX16" fmla="*/ 1309624 w 4122697"/>
                    <a:gd name="connsiteY16" fmla="*/ 1587 h 3688952"/>
                    <a:gd name="connsiteX17" fmla="*/ 827024 w 4122697"/>
                    <a:gd name="connsiteY17" fmla="*/ 128587 h 3688952"/>
                    <a:gd name="connsiteX18" fmla="*/ 636524 w 4122697"/>
                    <a:gd name="connsiteY18" fmla="*/ 573087 h 3688952"/>
                    <a:gd name="connsiteX19" fmla="*/ 700024 w 4122697"/>
                    <a:gd name="connsiteY19" fmla="*/ 776287 h 3688952"/>
                    <a:gd name="connsiteX0" fmla="*/ 1449324 w 4122697"/>
                    <a:gd name="connsiteY0" fmla="*/ 1258887 h 3687031"/>
                    <a:gd name="connsiteX1" fmla="*/ 1246124 w 4122697"/>
                    <a:gd name="connsiteY1" fmla="*/ 1042987 h 3687031"/>
                    <a:gd name="connsiteX2" fmla="*/ 496824 w 4122697"/>
                    <a:gd name="connsiteY2" fmla="*/ 814387 h 3687031"/>
                    <a:gd name="connsiteX3" fmla="*/ 1524 w 4122697"/>
                    <a:gd name="connsiteY3" fmla="*/ 1487487 h 3687031"/>
                    <a:gd name="connsiteX4" fmla="*/ 369824 w 4122697"/>
                    <a:gd name="connsiteY4" fmla="*/ 2198687 h 3687031"/>
                    <a:gd name="connsiteX5" fmla="*/ 1119124 w 4122697"/>
                    <a:gd name="connsiteY5" fmla="*/ 2236787 h 3687031"/>
                    <a:gd name="connsiteX6" fmla="*/ 1284224 w 4122697"/>
                    <a:gd name="connsiteY6" fmla="*/ 2185987 h 3687031"/>
                    <a:gd name="connsiteX7" fmla="*/ 1055624 w 4122697"/>
                    <a:gd name="connsiteY7" fmla="*/ 2732087 h 3687031"/>
                    <a:gd name="connsiteX8" fmla="*/ 1754124 w 4122697"/>
                    <a:gd name="connsiteY8" fmla="*/ 3506787 h 3687031"/>
                    <a:gd name="connsiteX9" fmla="*/ 3405124 w 4122697"/>
                    <a:gd name="connsiteY9" fmla="*/ 3671887 h 3687031"/>
                    <a:gd name="connsiteX10" fmla="*/ 4040124 w 4122697"/>
                    <a:gd name="connsiteY10" fmla="*/ 3240087 h 3687031"/>
                    <a:gd name="connsiteX11" fmla="*/ 3989324 w 4122697"/>
                    <a:gd name="connsiteY11" fmla="*/ 1627187 h 3687031"/>
                    <a:gd name="connsiteX12" fmla="*/ 2897124 w 4122697"/>
                    <a:gd name="connsiteY12" fmla="*/ 750887 h 3687031"/>
                    <a:gd name="connsiteX13" fmla="*/ 2097024 w 4122697"/>
                    <a:gd name="connsiteY13" fmla="*/ 890587 h 3687031"/>
                    <a:gd name="connsiteX14" fmla="*/ 2071624 w 4122697"/>
                    <a:gd name="connsiteY14" fmla="*/ 763587 h 3687031"/>
                    <a:gd name="connsiteX15" fmla="*/ 1766824 w 4122697"/>
                    <a:gd name="connsiteY15" fmla="*/ 192087 h 3687031"/>
                    <a:gd name="connsiteX16" fmla="*/ 1309624 w 4122697"/>
                    <a:gd name="connsiteY16" fmla="*/ 1587 h 3687031"/>
                    <a:gd name="connsiteX17" fmla="*/ 827024 w 4122697"/>
                    <a:gd name="connsiteY17" fmla="*/ 128587 h 3687031"/>
                    <a:gd name="connsiteX18" fmla="*/ 636524 w 4122697"/>
                    <a:gd name="connsiteY18" fmla="*/ 573087 h 3687031"/>
                    <a:gd name="connsiteX19" fmla="*/ 700024 w 4122697"/>
                    <a:gd name="connsiteY19" fmla="*/ 776287 h 3687031"/>
                    <a:gd name="connsiteX0" fmla="*/ 1449324 w 4122697"/>
                    <a:gd name="connsiteY0" fmla="*/ 1258887 h 3687031"/>
                    <a:gd name="connsiteX1" fmla="*/ 1246124 w 4122697"/>
                    <a:gd name="connsiteY1" fmla="*/ 1042987 h 3687031"/>
                    <a:gd name="connsiteX2" fmla="*/ 496824 w 4122697"/>
                    <a:gd name="connsiteY2" fmla="*/ 814387 h 3687031"/>
                    <a:gd name="connsiteX3" fmla="*/ 1524 w 4122697"/>
                    <a:gd name="connsiteY3" fmla="*/ 1487487 h 3687031"/>
                    <a:gd name="connsiteX4" fmla="*/ 369824 w 4122697"/>
                    <a:gd name="connsiteY4" fmla="*/ 2198687 h 3687031"/>
                    <a:gd name="connsiteX5" fmla="*/ 1119124 w 4122697"/>
                    <a:gd name="connsiteY5" fmla="*/ 2236787 h 3687031"/>
                    <a:gd name="connsiteX6" fmla="*/ 1220724 w 4122697"/>
                    <a:gd name="connsiteY6" fmla="*/ 2058987 h 3687031"/>
                    <a:gd name="connsiteX7" fmla="*/ 1055624 w 4122697"/>
                    <a:gd name="connsiteY7" fmla="*/ 2732087 h 3687031"/>
                    <a:gd name="connsiteX8" fmla="*/ 1754124 w 4122697"/>
                    <a:gd name="connsiteY8" fmla="*/ 3506787 h 3687031"/>
                    <a:gd name="connsiteX9" fmla="*/ 3405124 w 4122697"/>
                    <a:gd name="connsiteY9" fmla="*/ 3671887 h 3687031"/>
                    <a:gd name="connsiteX10" fmla="*/ 4040124 w 4122697"/>
                    <a:gd name="connsiteY10" fmla="*/ 3240087 h 3687031"/>
                    <a:gd name="connsiteX11" fmla="*/ 3989324 w 4122697"/>
                    <a:gd name="connsiteY11" fmla="*/ 1627187 h 3687031"/>
                    <a:gd name="connsiteX12" fmla="*/ 2897124 w 4122697"/>
                    <a:gd name="connsiteY12" fmla="*/ 750887 h 3687031"/>
                    <a:gd name="connsiteX13" fmla="*/ 2097024 w 4122697"/>
                    <a:gd name="connsiteY13" fmla="*/ 890587 h 3687031"/>
                    <a:gd name="connsiteX14" fmla="*/ 2071624 w 4122697"/>
                    <a:gd name="connsiteY14" fmla="*/ 763587 h 3687031"/>
                    <a:gd name="connsiteX15" fmla="*/ 1766824 w 4122697"/>
                    <a:gd name="connsiteY15" fmla="*/ 192087 h 3687031"/>
                    <a:gd name="connsiteX16" fmla="*/ 1309624 w 4122697"/>
                    <a:gd name="connsiteY16" fmla="*/ 1587 h 3687031"/>
                    <a:gd name="connsiteX17" fmla="*/ 827024 w 4122697"/>
                    <a:gd name="connsiteY17" fmla="*/ 128587 h 3687031"/>
                    <a:gd name="connsiteX18" fmla="*/ 636524 w 4122697"/>
                    <a:gd name="connsiteY18" fmla="*/ 573087 h 3687031"/>
                    <a:gd name="connsiteX19" fmla="*/ 700024 w 4122697"/>
                    <a:gd name="connsiteY19" fmla="*/ 776287 h 3687031"/>
                    <a:gd name="connsiteX0" fmla="*/ 1449257 w 4122630"/>
                    <a:gd name="connsiteY0" fmla="*/ 1258887 h 3687031"/>
                    <a:gd name="connsiteX1" fmla="*/ 1246057 w 4122630"/>
                    <a:gd name="connsiteY1" fmla="*/ 1042987 h 3687031"/>
                    <a:gd name="connsiteX2" fmla="*/ 496757 w 4122630"/>
                    <a:gd name="connsiteY2" fmla="*/ 814387 h 3687031"/>
                    <a:gd name="connsiteX3" fmla="*/ 1457 w 4122630"/>
                    <a:gd name="connsiteY3" fmla="*/ 1487487 h 3687031"/>
                    <a:gd name="connsiteX4" fmla="*/ 369757 w 4122630"/>
                    <a:gd name="connsiteY4" fmla="*/ 2198687 h 3687031"/>
                    <a:gd name="connsiteX5" fmla="*/ 1055557 w 4122630"/>
                    <a:gd name="connsiteY5" fmla="*/ 2198687 h 3687031"/>
                    <a:gd name="connsiteX6" fmla="*/ 1220657 w 4122630"/>
                    <a:gd name="connsiteY6" fmla="*/ 2058987 h 3687031"/>
                    <a:gd name="connsiteX7" fmla="*/ 1055557 w 4122630"/>
                    <a:gd name="connsiteY7" fmla="*/ 2732087 h 3687031"/>
                    <a:gd name="connsiteX8" fmla="*/ 1754057 w 4122630"/>
                    <a:gd name="connsiteY8" fmla="*/ 3506787 h 3687031"/>
                    <a:gd name="connsiteX9" fmla="*/ 3405057 w 4122630"/>
                    <a:gd name="connsiteY9" fmla="*/ 3671887 h 3687031"/>
                    <a:gd name="connsiteX10" fmla="*/ 4040057 w 4122630"/>
                    <a:gd name="connsiteY10" fmla="*/ 3240087 h 3687031"/>
                    <a:gd name="connsiteX11" fmla="*/ 3989257 w 4122630"/>
                    <a:gd name="connsiteY11" fmla="*/ 1627187 h 3687031"/>
                    <a:gd name="connsiteX12" fmla="*/ 2897057 w 4122630"/>
                    <a:gd name="connsiteY12" fmla="*/ 750887 h 3687031"/>
                    <a:gd name="connsiteX13" fmla="*/ 2096957 w 4122630"/>
                    <a:gd name="connsiteY13" fmla="*/ 890587 h 3687031"/>
                    <a:gd name="connsiteX14" fmla="*/ 2071557 w 4122630"/>
                    <a:gd name="connsiteY14" fmla="*/ 763587 h 3687031"/>
                    <a:gd name="connsiteX15" fmla="*/ 1766757 w 4122630"/>
                    <a:gd name="connsiteY15" fmla="*/ 192087 h 3687031"/>
                    <a:gd name="connsiteX16" fmla="*/ 1309557 w 4122630"/>
                    <a:gd name="connsiteY16" fmla="*/ 1587 h 3687031"/>
                    <a:gd name="connsiteX17" fmla="*/ 826957 w 4122630"/>
                    <a:gd name="connsiteY17" fmla="*/ 128587 h 3687031"/>
                    <a:gd name="connsiteX18" fmla="*/ 636457 w 4122630"/>
                    <a:gd name="connsiteY18" fmla="*/ 573087 h 3687031"/>
                    <a:gd name="connsiteX19" fmla="*/ 699957 w 4122630"/>
                    <a:gd name="connsiteY19" fmla="*/ 776287 h 3687031"/>
                    <a:gd name="connsiteX0" fmla="*/ 1449257 w 4122630"/>
                    <a:gd name="connsiteY0" fmla="*/ 1258887 h 3687031"/>
                    <a:gd name="connsiteX1" fmla="*/ 1246057 w 4122630"/>
                    <a:gd name="connsiteY1" fmla="*/ 1042987 h 3687031"/>
                    <a:gd name="connsiteX2" fmla="*/ 496757 w 4122630"/>
                    <a:gd name="connsiteY2" fmla="*/ 814387 h 3687031"/>
                    <a:gd name="connsiteX3" fmla="*/ 1457 w 4122630"/>
                    <a:gd name="connsiteY3" fmla="*/ 1487487 h 3687031"/>
                    <a:gd name="connsiteX4" fmla="*/ 369757 w 4122630"/>
                    <a:gd name="connsiteY4" fmla="*/ 2198687 h 3687031"/>
                    <a:gd name="connsiteX5" fmla="*/ 1055557 w 4122630"/>
                    <a:gd name="connsiteY5" fmla="*/ 2198687 h 3687031"/>
                    <a:gd name="connsiteX6" fmla="*/ 1131757 w 4122630"/>
                    <a:gd name="connsiteY6" fmla="*/ 2058987 h 3687031"/>
                    <a:gd name="connsiteX7" fmla="*/ 1055557 w 4122630"/>
                    <a:gd name="connsiteY7" fmla="*/ 2732087 h 3687031"/>
                    <a:gd name="connsiteX8" fmla="*/ 1754057 w 4122630"/>
                    <a:gd name="connsiteY8" fmla="*/ 3506787 h 3687031"/>
                    <a:gd name="connsiteX9" fmla="*/ 3405057 w 4122630"/>
                    <a:gd name="connsiteY9" fmla="*/ 3671887 h 3687031"/>
                    <a:gd name="connsiteX10" fmla="*/ 4040057 w 4122630"/>
                    <a:gd name="connsiteY10" fmla="*/ 3240087 h 3687031"/>
                    <a:gd name="connsiteX11" fmla="*/ 3989257 w 4122630"/>
                    <a:gd name="connsiteY11" fmla="*/ 1627187 h 3687031"/>
                    <a:gd name="connsiteX12" fmla="*/ 2897057 w 4122630"/>
                    <a:gd name="connsiteY12" fmla="*/ 750887 h 3687031"/>
                    <a:gd name="connsiteX13" fmla="*/ 2096957 w 4122630"/>
                    <a:gd name="connsiteY13" fmla="*/ 890587 h 3687031"/>
                    <a:gd name="connsiteX14" fmla="*/ 2071557 w 4122630"/>
                    <a:gd name="connsiteY14" fmla="*/ 763587 h 3687031"/>
                    <a:gd name="connsiteX15" fmla="*/ 1766757 w 4122630"/>
                    <a:gd name="connsiteY15" fmla="*/ 192087 h 3687031"/>
                    <a:gd name="connsiteX16" fmla="*/ 1309557 w 4122630"/>
                    <a:gd name="connsiteY16" fmla="*/ 1587 h 3687031"/>
                    <a:gd name="connsiteX17" fmla="*/ 826957 w 4122630"/>
                    <a:gd name="connsiteY17" fmla="*/ 128587 h 3687031"/>
                    <a:gd name="connsiteX18" fmla="*/ 636457 w 4122630"/>
                    <a:gd name="connsiteY18" fmla="*/ 573087 h 3687031"/>
                    <a:gd name="connsiteX19" fmla="*/ 699957 w 4122630"/>
                    <a:gd name="connsiteY19" fmla="*/ 776287 h 3687031"/>
                    <a:gd name="connsiteX0" fmla="*/ 1449207 w 4122580"/>
                    <a:gd name="connsiteY0" fmla="*/ 1258887 h 3687031"/>
                    <a:gd name="connsiteX1" fmla="*/ 1246007 w 4122580"/>
                    <a:gd name="connsiteY1" fmla="*/ 1042987 h 3687031"/>
                    <a:gd name="connsiteX2" fmla="*/ 496707 w 4122580"/>
                    <a:gd name="connsiteY2" fmla="*/ 814387 h 3687031"/>
                    <a:gd name="connsiteX3" fmla="*/ 1407 w 4122580"/>
                    <a:gd name="connsiteY3" fmla="*/ 1487487 h 3687031"/>
                    <a:gd name="connsiteX4" fmla="*/ 369707 w 4122580"/>
                    <a:gd name="connsiteY4" fmla="*/ 2198687 h 3687031"/>
                    <a:gd name="connsiteX5" fmla="*/ 1004707 w 4122580"/>
                    <a:gd name="connsiteY5" fmla="*/ 2173287 h 3687031"/>
                    <a:gd name="connsiteX6" fmla="*/ 1131707 w 4122580"/>
                    <a:gd name="connsiteY6" fmla="*/ 2058987 h 3687031"/>
                    <a:gd name="connsiteX7" fmla="*/ 1055507 w 4122580"/>
                    <a:gd name="connsiteY7" fmla="*/ 2732087 h 3687031"/>
                    <a:gd name="connsiteX8" fmla="*/ 1754007 w 4122580"/>
                    <a:gd name="connsiteY8" fmla="*/ 3506787 h 3687031"/>
                    <a:gd name="connsiteX9" fmla="*/ 3405007 w 4122580"/>
                    <a:gd name="connsiteY9" fmla="*/ 3671887 h 3687031"/>
                    <a:gd name="connsiteX10" fmla="*/ 4040007 w 4122580"/>
                    <a:gd name="connsiteY10" fmla="*/ 3240087 h 3687031"/>
                    <a:gd name="connsiteX11" fmla="*/ 3989207 w 4122580"/>
                    <a:gd name="connsiteY11" fmla="*/ 1627187 h 3687031"/>
                    <a:gd name="connsiteX12" fmla="*/ 2897007 w 4122580"/>
                    <a:gd name="connsiteY12" fmla="*/ 750887 h 3687031"/>
                    <a:gd name="connsiteX13" fmla="*/ 2096907 w 4122580"/>
                    <a:gd name="connsiteY13" fmla="*/ 890587 h 3687031"/>
                    <a:gd name="connsiteX14" fmla="*/ 2071507 w 4122580"/>
                    <a:gd name="connsiteY14" fmla="*/ 763587 h 3687031"/>
                    <a:gd name="connsiteX15" fmla="*/ 1766707 w 4122580"/>
                    <a:gd name="connsiteY15" fmla="*/ 192087 h 3687031"/>
                    <a:gd name="connsiteX16" fmla="*/ 1309507 w 4122580"/>
                    <a:gd name="connsiteY16" fmla="*/ 1587 h 3687031"/>
                    <a:gd name="connsiteX17" fmla="*/ 826907 w 4122580"/>
                    <a:gd name="connsiteY17" fmla="*/ 128587 h 3687031"/>
                    <a:gd name="connsiteX18" fmla="*/ 636407 w 4122580"/>
                    <a:gd name="connsiteY18" fmla="*/ 573087 h 3687031"/>
                    <a:gd name="connsiteX19" fmla="*/ 699907 w 4122580"/>
                    <a:gd name="connsiteY19" fmla="*/ 776287 h 3687031"/>
                    <a:gd name="connsiteX0" fmla="*/ 1448421 w 4121794"/>
                    <a:gd name="connsiteY0" fmla="*/ 1258887 h 3687031"/>
                    <a:gd name="connsiteX1" fmla="*/ 1245221 w 4121794"/>
                    <a:gd name="connsiteY1" fmla="*/ 1042987 h 3687031"/>
                    <a:gd name="connsiteX2" fmla="*/ 495921 w 4121794"/>
                    <a:gd name="connsiteY2" fmla="*/ 814387 h 3687031"/>
                    <a:gd name="connsiteX3" fmla="*/ 621 w 4121794"/>
                    <a:gd name="connsiteY3" fmla="*/ 1487487 h 3687031"/>
                    <a:gd name="connsiteX4" fmla="*/ 407021 w 4121794"/>
                    <a:gd name="connsiteY4" fmla="*/ 2084387 h 3687031"/>
                    <a:gd name="connsiteX5" fmla="*/ 1003921 w 4121794"/>
                    <a:gd name="connsiteY5" fmla="*/ 2173287 h 3687031"/>
                    <a:gd name="connsiteX6" fmla="*/ 1130921 w 4121794"/>
                    <a:gd name="connsiteY6" fmla="*/ 2058987 h 3687031"/>
                    <a:gd name="connsiteX7" fmla="*/ 1054721 w 4121794"/>
                    <a:gd name="connsiteY7" fmla="*/ 2732087 h 3687031"/>
                    <a:gd name="connsiteX8" fmla="*/ 1753221 w 4121794"/>
                    <a:gd name="connsiteY8" fmla="*/ 3506787 h 3687031"/>
                    <a:gd name="connsiteX9" fmla="*/ 3404221 w 4121794"/>
                    <a:gd name="connsiteY9" fmla="*/ 3671887 h 3687031"/>
                    <a:gd name="connsiteX10" fmla="*/ 4039221 w 4121794"/>
                    <a:gd name="connsiteY10" fmla="*/ 3240087 h 3687031"/>
                    <a:gd name="connsiteX11" fmla="*/ 3988421 w 4121794"/>
                    <a:gd name="connsiteY11" fmla="*/ 1627187 h 3687031"/>
                    <a:gd name="connsiteX12" fmla="*/ 2896221 w 4121794"/>
                    <a:gd name="connsiteY12" fmla="*/ 750887 h 3687031"/>
                    <a:gd name="connsiteX13" fmla="*/ 2096121 w 4121794"/>
                    <a:gd name="connsiteY13" fmla="*/ 890587 h 3687031"/>
                    <a:gd name="connsiteX14" fmla="*/ 2070721 w 4121794"/>
                    <a:gd name="connsiteY14" fmla="*/ 763587 h 3687031"/>
                    <a:gd name="connsiteX15" fmla="*/ 1765921 w 4121794"/>
                    <a:gd name="connsiteY15" fmla="*/ 192087 h 3687031"/>
                    <a:gd name="connsiteX16" fmla="*/ 1308721 w 4121794"/>
                    <a:gd name="connsiteY16" fmla="*/ 1587 h 3687031"/>
                    <a:gd name="connsiteX17" fmla="*/ 826121 w 4121794"/>
                    <a:gd name="connsiteY17" fmla="*/ 128587 h 3687031"/>
                    <a:gd name="connsiteX18" fmla="*/ 635621 w 4121794"/>
                    <a:gd name="connsiteY18" fmla="*/ 573087 h 3687031"/>
                    <a:gd name="connsiteX19" fmla="*/ 699121 w 4121794"/>
                    <a:gd name="connsiteY19" fmla="*/ 776287 h 3687031"/>
                    <a:gd name="connsiteX0" fmla="*/ 1448421 w 4121794"/>
                    <a:gd name="connsiteY0" fmla="*/ 1258887 h 3687815"/>
                    <a:gd name="connsiteX1" fmla="*/ 1245221 w 4121794"/>
                    <a:gd name="connsiteY1" fmla="*/ 1042987 h 3687815"/>
                    <a:gd name="connsiteX2" fmla="*/ 495921 w 4121794"/>
                    <a:gd name="connsiteY2" fmla="*/ 814387 h 3687815"/>
                    <a:gd name="connsiteX3" fmla="*/ 621 w 4121794"/>
                    <a:gd name="connsiteY3" fmla="*/ 1487487 h 3687815"/>
                    <a:gd name="connsiteX4" fmla="*/ 407021 w 4121794"/>
                    <a:gd name="connsiteY4" fmla="*/ 2084387 h 3687815"/>
                    <a:gd name="connsiteX5" fmla="*/ 1003921 w 4121794"/>
                    <a:gd name="connsiteY5" fmla="*/ 2173287 h 3687815"/>
                    <a:gd name="connsiteX6" fmla="*/ 1130921 w 4121794"/>
                    <a:gd name="connsiteY6" fmla="*/ 2058987 h 3687815"/>
                    <a:gd name="connsiteX7" fmla="*/ 1143621 w 4121794"/>
                    <a:gd name="connsiteY7" fmla="*/ 2693987 h 3687815"/>
                    <a:gd name="connsiteX8" fmla="*/ 1753221 w 4121794"/>
                    <a:gd name="connsiteY8" fmla="*/ 3506787 h 3687815"/>
                    <a:gd name="connsiteX9" fmla="*/ 3404221 w 4121794"/>
                    <a:gd name="connsiteY9" fmla="*/ 3671887 h 3687815"/>
                    <a:gd name="connsiteX10" fmla="*/ 4039221 w 4121794"/>
                    <a:gd name="connsiteY10" fmla="*/ 3240087 h 3687815"/>
                    <a:gd name="connsiteX11" fmla="*/ 3988421 w 4121794"/>
                    <a:gd name="connsiteY11" fmla="*/ 1627187 h 3687815"/>
                    <a:gd name="connsiteX12" fmla="*/ 2896221 w 4121794"/>
                    <a:gd name="connsiteY12" fmla="*/ 750887 h 3687815"/>
                    <a:gd name="connsiteX13" fmla="*/ 2096121 w 4121794"/>
                    <a:gd name="connsiteY13" fmla="*/ 890587 h 3687815"/>
                    <a:gd name="connsiteX14" fmla="*/ 2070721 w 4121794"/>
                    <a:gd name="connsiteY14" fmla="*/ 763587 h 3687815"/>
                    <a:gd name="connsiteX15" fmla="*/ 1765921 w 4121794"/>
                    <a:gd name="connsiteY15" fmla="*/ 192087 h 3687815"/>
                    <a:gd name="connsiteX16" fmla="*/ 1308721 w 4121794"/>
                    <a:gd name="connsiteY16" fmla="*/ 1587 h 3687815"/>
                    <a:gd name="connsiteX17" fmla="*/ 826121 w 4121794"/>
                    <a:gd name="connsiteY17" fmla="*/ 128587 h 3687815"/>
                    <a:gd name="connsiteX18" fmla="*/ 635621 w 4121794"/>
                    <a:gd name="connsiteY18" fmla="*/ 573087 h 3687815"/>
                    <a:gd name="connsiteX19" fmla="*/ 699121 w 4121794"/>
                    <a:gd name="connsiteY19" fmla="*/ 776287 h 3687815"/>
                    <a:gd name="connsiteX0" fmla="*/ 1448421 w 4121794"/>
                    <a:gd name="connsiteY0" fmla="*/ 1258887 h 3677349"/>
                    <a:gd name="connsiteX1" fmla="*/ 1245221 w 4121794"/>
                    <a:gd name="connsiteY1" fmla="*/ 1042987 h 3677349"/>
                    <a:gd name="connsiteX2" fmla="*/ 495921 w 4121794"/>
                    <a:gd name="connsiteY2" fmla="*/ 814387 h 3677349"/>
                    <a:gd name="connsiteX3" fmla="*/ 621 w 4121794"/>
                    <a:gd name="connsiteY3" fmla="*/ 1487487 h 3677349"/>
                    <a:gd name="connsiteX4" fmla="*/ 407021 w 4121794"/>
                    <a:gd name="connsiteY4" fmla="*/ 2084387 h 3677349"/>
                    <a:gd name="connsiteX5" fmla="*/ 1003921 w 4121794"/>
                    <a:gd name="connsiteY5" fmla="*/ 2173287 h 3677349"/>
                    <a:gd name="connsiteX6" fmla="*/ 1130921 w 4121794"/>
                    <a:gd name="connsiteY6" fmla="*/ 2058987 h 3677349"/>
                    <a:gd name="connsiteX7" fmla="*/ 1143621 w 4121794"/>
                    <a:gd name="connsiteY7" fmla="*/ 2693987 h 3677349"/>
                    <a:gd name="connsiteX8" fmla="*/ 2007221 w 4121794"/>
                    <a:gd name="connsiteY8" fmla="*/ 3430587 h 3677349"/>
                    <a:gd name="connsiteX9" fmla="*/ 3404221 w 4121794"/>
                    <a:gd name="connsiteY9" fmla="*/ 3671887 h 3677349"/>
                    <a:gd name="connsiteX10" fmla="*/ 4039221 w 4121794"/>
                    <a:gd name="connsiteY10" fmla="*/ 3240087 h 3677349"/>
                    <a:gd name="connsiteX11" fmla="*/ 3988421 w 4121794"/>
                    <a:gd name="connsiteY11" fmla="*/ 1627187 h 3677349"/>
                    <a:gd name="connsiteX12" fmla="*/ 2896221 w 4121794"/>
                    <a:gd name="connsiteY12" fmla="*/ 750887 h 3677349"/>
                    <a:gd name="connsiteX13" fmla="*/ 2096121 w 4121794"/>
                    <a:gd name="connsiteY13" fmla="*/ 890587 h 3677349"/>
                    <a:gd name="connsiteX14" fmla="*/ 2070721 w 4121794"/>
                    <a:gd name="connsiteY14" fmla="*/ 763587 h 3677349"/>
                    <a:gd name="connsiteX15" fmla="*/ 1765921 w 4121794"/>
                    <a:gd name="connsiteY15" fmla="*/ 192087 h 3677349"/>
                    <a:gd name="connsiteX16" fmla="*/ 1308721 w 4121794"/>
                    <a:gd name="connsiteY16" fmla="*/ 1587 h 3677349"/>
                    <a:gd name="connsiteX17" fmla="*/ 826121 w 4121794"/>
                    <a:gd name="connsiteY17" fmla="*/ 128587 h 3677349"/>
                    <a:gd name="connsiteX18" fmla="*/ 635621 w 4121794"/>
                    <a:gd name="connsiteY18" fmla="*/ 573087 h 3677349"/>
                    <a:gd name="connsiteX19" fmla="*/ 699121 w 4121794"/>
                    <a:gd name="connsiteY19" fmla="*/ 776287 h 3677349"/>
                    <a:gd name="connsiteX0" fmla="*/ 1448421 w 4121794"/>
                    <a:gd name="connsiteY0" fmla="*/ 1258887 h 3677349"/>
                    <a:gd name="connsiteX1" fmla="*/ 1181721 w 4121794"/>
                    <a:gd name="connsiteY1" fmla="*/ 1144587 h 3677349"/>
                    <a:gd name="connsiteX2" fmla="*/ 495921 w 4121794"/>
                    <a:gd name="connsiteY2" fmla="*/ 814387 h 3677349"/>
                    <a:gd name="connsiteX3" fmla="*/ 621 w 4121794"/>
                    <a:gd name="connsiteY3" fmla="*/ 1487487 h 3677349"/>
                    <a:gd name="connsiteX4" fmla="*/ 407021 w 4121794"/>
                    <a:gd name="connsiteY4" fmla="*/ 2084387 h 3677349"/>
                    <a:gd name="connsiteX5" fmla="*/ 1003921 w 4121794"/>
                    <a:gd name="connsiteY5" fmla="*/ 2173287 h 3677349"/>
                    <a:gd name="connsiteX6" fmla="*/ 1130921 w 4121794"/>
                    <a:gd name="connsiteY6" fmla="*/ 2058987 h 3677349"/>
                    <a:gd name="connsiteX7" fmla="*/ 1143621 w 4121794"/>
                    <a:gd name="connsiteY7" fmla="*/ 2693987 h 3677349"/>
                    <a:gd name="connsiteX8" fmla="*/ 2007221 w 4121794"/>
                    <a:gd name="connsiteY8" fmla="*/ 3430587 h 3677349"/>
                    <a:gd name="connsiteX9" fmla="*/ 3404221 w 4121794"/>
                    <a:gd name="connsiteY9" fmla="*/ 3671887 h 3677349"/>
                    <a:gd name="connsiteX10" fmla="*/ 4039221 w 4121794"/>
                    <a:gd name="connsiteY10" fmla="*/ 3240087 h 3677349"/>
                    <a:gd name="connsiteX11" fmla="*/ 3988421 w 4121794"/>
                    <a:gd name="connsiteY11" fmla="*/ 1627187 h 3677349"/>
                    <a:gd name="connsiteX12" fmla="*/ 2896221 w 4121794"/>
                    <a:gd name="connsiteY12" fmla="*/ 750887 h 3677349"/>
                    <a:gd name="connsiteX13" fmla="*/ 2096121 w 4121794"/>
                    <a:gd name="connsiteY13" fmla="*/ 890587 h 3677349"/>
                    <a:gd name="connsiteX14" fmla="*/ 2070721 w 4121794"/>
                    <a:gd name="connsiteY14" fmla="*/ 763587 h 3677349"/>
                    <a:gd name="connsiteX15" fmla="*/ 1765921 w 4121794"/>
                    <a:gd name="connsiteY15" fmla="*/ 192087 h 3677349"/>
                    <a:gd name="connsiteX16" fmla="*/ 1308721 w 4121794"/>
                    <a:gd name="connsiteY16" fmla="*/ 1587 h 3677349"/>
                    <a:gd name="connsiteX17" fmla="*/ 826121 w 4121794"/>
                    <a:gd name="connsiteY17" fmla="*/ 128587 h 3677349"/>
                    <a:gd name="connsiteX18" fmla="*/ 635621 w 4121794"/>
                    <a:gd name="connsiteY18" fmla="*/ 573087 h 3677349"/>
                    <a:gd name="connsiteX19" fmla="*/ 699121 w 4121794"/>
                    <a:gd name="connsiteY19" fmla="*/ 776287 h 3677349"/>
                    <a:gd name="connsiteX0" fmla="*/ 1448421 w 4121794"/>
                    <a:gd name="connsiteY0" fmla="*/ 1397502 h 3815964"/>
                    <a:gd name="connsiteX1" fmla="*/ 1181721 w 4121794"/>
                    <a:gd name="connsiteY1" fmla="*/ 1283202 h 3815964"/>
                    <a:gd name="connsiteX2" fmla="*/ 495921 w 4121794"/>
                    <a:gd name="connsiteY2" fmla="*/ 953002 h 3815964"/>
                    <a:gd name="connsiteX3" fmla="*/ 621 w 4121794"/>
                    <a:gd name="connsiteY3" fmla="*/ 1626102 h 3815964"/>
                    <a:gd name="connsiteX4" fmla="*/ 407021 w 4121794"/>
                    <a:gd name="connsiteY4" fmla="*/ 2223002 h 3815964"/>
                    <a:gd name="connsiteX5" fmla="*/ 1003921 w 4121794"/>
                    <a:gd name="connsiteY5" fmla="*/ 2311902 h 3815964"/>
                    <a:gd name="connsiteX6" fmla="*/ 1130921 w 4121794"/>
                    <a:gd name="connsiteY6" fmla="*/ 2197602 h 3815964"/>
                    <a:gd name="connsiteX7" fmla="*/ 1143621 w 4121794"/>
                    <a:gd name="connsiteY7" fmla="*/ 2832602 h 3815964"/>
                    <a:gd name="connsiteX8" fmla="*/ 2007221 w 4121794"/>
                    <a:gd name="connsiteY8" fmla="*/ 3569202 h 3815964"/>
                    <a:gd name="connsiteX9" fmla="*/ 3404221 w 4121794"/>
                    <a:gd name="connsiteY9" fmla="*/ 3810502 h 3815964"/>
                    <a:gd name="connsiteX10" fmla="*/ 4039221 w 4121794"/>
                    <a:gd name="connsiteY10" fmla="*/ 3378702 h 3815964"/>
                    <a:gd name="connsiteX11" fmla="*/ 3988421 w 4121794"/>
                    <a:gd name="connsiteY11" fmla="*/ 1765802 h 3815964"/>
                    <a:gd name="connsiteX12" fmla="*/ 2896221 w 4121794"/>
                    <a:gd name="connsiteY12" fmla="*/ 889502 h 3815964"/>
                    <a:gd name="connsiteX13" fmla="*/ 2096121 w 4121794"/>
                    <a:gd name="connsiteY13" fmla="*/ 1029202 h 3815964"/>
                    <a:gd name="connsiteX14" fmla="*/ 2070721 w 4121794"/>
                    <a:gd name="connsiteY14" fmla="*/ 902202 h 3815964"/>
                    <a:gd name="connsiteX15" fmla="*/ 1765921 w 4121794"/>
                    <a:gd name="connsiteY15" fmla="*/ 330702 h 3815964"/>
                    <a:gd name="connsiteX16" fmla="*/ 1423021 w 4121794"/>
                    <a:gd name="connsiteY16" fmla="*/ 502 h 3815964"/>
                    <a:gd name="connsiteX17" fmla="*/ 826121 w 4121794"/>
                    <a:gd name="connsiteY17" fmla="*/ 267202 h 3815964"/>
                    <a:gd name="connsiteX18" fmla="*/ 635621 w 4121794"/>
                    <a:gd name="connsiteY18" fmla="*/ 711702 h 3815964"/>
                    <a:gd name="connsiteX19" fmla="*/ 699121 w 4121794"/>
                    <a:gd name="connsiteY19" fmla="*/ 914902 h 3815964"/>
                    <a:gd name="connsiteX0" fmla="*/ 1448421 w 4121794"/>
                    <a:gd name="connsiteY0" fmla="*/ 1411791 h 3830253"/>
                    <a:gd name="connsiteX1" fmla="*/ 1181721 w 4121794"/>
                    <a:gd name="connsiteY1" fmla="*/ 1297491 h 3830253"/>
                    <a:gd name="connsiteX2" fmla="*/ 495921 w 4121794"/>
                    <a:gd name="connsiteY2" fmla="*/ 967291 h 3830253"/>
                    <a:gd name="connsiteX3" fmla="*/ 621 w 4121794"/>
                    <a:gd name="connsiteY3" fmla="*/ 1640391 h 3830253"/>
                    <a:gd name="connsiteX4" fmla="*/ 407021 w 4121794"/>
                    <a:gd name="connsiteY4" fmla="*/ 2237291 h 3830253"/>
                    <a:gd name="connsiteX5" fmla="*/ 1003921 w 4121794"/>
                    <a:gd name="connsiteY5" fmla="*/ 2326191 h 3830253"/>
                    <a:gd name="connsiteX6" fmla="*/ 1130921 w 4121794"/>
                    <a:gd name="connsiteY6" fmla="*/ 2211891 h 3830253"/>
                    <a:gd name="connsiteX7" fmla="*/ 1143621 w 4121794"/>
                    <a:gd name="connsiteY7" fmla="*/ 2846891 h 3830253"/>
                    <a:gd name="connsiteX8" fmla="*/ 2007221 w 4121794"/>
                    <a:gd name="connsiteY8" fmla="*/ 3583491 h 3830253"/>
                    <a:gd name="connsiteX9" fmla="*/ 3404221 w 4121794"/>
                    <a:gd name="connsiteY9" fmla="*/ 3824791 h 3830253"/>
                    <a:gd name="connsiteX10" fmla="*/ 4039221 w 4121794"/>
                    <a:gd name="connsiteY10" fmla="*/ 3392991 h 3830253"/>
                    <a:gd name="connsiteX11" fmla="*/ 3988421 w 4121794"/>
                    <a:gd name="connsiteY11" fmla="*/ 1780091 h 3830253"/>
                    <a:gd name="connsiteX12" fmla="*/ 2896221 w 4121794"/>
                    <a:gd name="connsiteY12" fmla="*/ 903791 h 3830253"/>
                    <a:gd name="connsiteX13" fmla="*/ 2096121 w 4121794"/>
                    <a:gd name="connsiteY13" fmla="*/ 1043491 h 3830253"/>
                    <a:gd name="connsiteX14" fmla="*/ 2070721 w 4121794"/>
                    <a:gd name="connsiteY14" fmla="*/ 916491 h 3830253"/>
                    <a:gd name="connsiteX15" fmla="*/ 1765921 w 4121794"/>
                    <a:gd name="connsiteY15" fmla="*/ 344991 h 3830253"/>
                    <a:gd name="connsiteX16" fmla="*/ 1423021 w 4121794"/>
                    <a:gd name="connsiteY16" fmla="*/ 14791 h 3830253"/>
                    <a:gd name="connsiteX17" fmla="*/ 826121 w 4121794"/>
                    <a:gd name="connsiteY17" fmla="*/ 281491 h 3830253"/>
                    <a:gd name="connsiteX18" fmla="*/ 635621 w 4121794"/>
                    <a:gd name="connsiteY18" fmla="*/ 725991 h 3830253"/>
                    <a:gd name="connsiteX19" fmla="*/ 699121 w 4121794"/>
                    <a:gd name="connsiteY19" fmla="*/ 929191 h 3830253"/>
                    <a:gd name="connsiteX0" fmla="*/ 1448421 w 4121794"/>
                    <a:gd name="connsiteY0" fmla="*/ 1351676 h 3770138"/>
                    <a:gd name="connsiteX1" fmla="*/ 1181721 w 4121794"/>
                    <a:gd name="connsiteY1" fmla="*/ 1237376 h 3770138"/>
                    <a:gd name="connsiteX2" fmla="*/ 495921 w 4121794"/>
                    <a:gd name="connsiteY2" fmla="*/ 907176 h 3770138"/>
                    <a:gd name="connsiteX3" fmla="*/ 621 w 4121794"/>
                    <a:gd name="connsiteY3" fmla="*/ 1580276 h 3770138"/>
                    <a:gd name="connsiteX4" fmla="*/ 407021 w 4121794"/>
                    <a:gd name="connsiteY4" fmla="*/ 2177176 h 3770138"/>
                    <a:gd name="connsiteX5" fmla="*/ 1003921 w 4121794"/>
                    <a:gd name="connsiteY5" fmla="*/ 2266076 h 3770138"/>
                    <a:gd name="connsiteX6" fmla="*/ 1130921 w 4121794"/>
                    <a:gd name="connsiteY6" fmla="*/ 2151776 h 3770138"/>
                    <a:gd name="connsiteX7" fmla="*/ 1143621 w 4121794"/>
                    <a:gd name="connsiteY7" fmla="*/ 2786776 h 3770138"/>
                    <a:gd name="connsiteX8" fmla="*/ 2007221 w 4121794"/>
                    <a:gd name="connsiteY8" fmla="*/ 3523376 h 3770138"/>
                    <a:gd name="connsiteX9" fmla="*/ 3404221 w 4121794"/>
                    <a:gd name="connsiteY9" fmla="*/ 3764676 h 3770138"/>
                    <a:gd name="connsiteX10" fmla="*/ 4039221 w 4121794"/>
                    <a:gd name="connsiteY10" fmla="*/ 3332876 h 3770138"/>
                    <a:gd name="connsiteX11" fmla="*/ 3988421 w 4121794"/>
                    <a:gd name="connsiteY11" fmla="*/ 1719976 h 3770138"/>
                    <a:gd name="connsiteX12" fmla="*/ 2896221 w 4121794"/>
                    <a:gd name="connsiteY12" fmla="*/ 843676 h 3770138"/>
                    <a:gd name="connsiteX13" fmla="*/ 2096121 w 4121794"/>
                    <a:gd name="connsiteY13" fmla="*/ 983376 h 3770138"/>
                    <a:gd name="connsiteX14" fmla="*/ 2070721 w 4121794"/>
                    <a:gd name="connsiteY14" fmla="*/ 856376 h 3770138"/>
                    <a:gd name="connsiteX15" fmla="*/ 1765921 w 4121794"/>
                    <a:gd name="connsiteY15" fmla="*/ 284876 h 3770138"/>
                    <a:gd name="connsiteX16" fmla="*/ 1765921 w 4121794"/>
                    <a:gd name="connsiteY16" fmla="*/ 18176 h 3770138"/>
                    <a:gd name="connsiteX17" fmla="*/ 826121 w 4121794"/>
                    <a:gd name="connsiteY17" fmla="*/ 221376 h 3770138"/>
                    <a:gd name="connsiteX18" fmla="*/ 635621 w 4121794"/>
                    <a:gd name="connsiteY18" fmla="*/ 665876 h 3770138"/>
                    <a:gd name="connsiteX19" fmla="*/ 699121 w 4121794"/>
                    <a:gd name="connsiteY19" fmla="*/ 869076 h 3770138"/>
                    <a:gd name="connsiteX0" fmla="*/ 1448421 w 4121794"/>
                    <a:gd name="connsiteY0" fmla="*/ 1337417 h 3755879"/>
                    <a:gd name="connsiteX1" fmla="*/ 1181721 w 4121794"/>
                    <a:gd name="connsiteY1" fmla="*/ 1223117 h 3755879"/>
                    <a:gd name="connsiteX2" fmla="*/ 495921 w 4121794"/>
                    <a:gd name="connsiteY2" fmla="*/ 892917 h 3755879"/>
                    <a:gd name="connsiteX3" fmla="*/ 621 w 4121794"/>
                    <a:gd name="connsiteY3" fmla="*/ 1566017 h 3755879"/>
                    <a:gd name="connsiteX4" fmla="*/ 407021 w 4121794"/>
                    <a:gd name="connsiteY4" fmla="*/ 2162917 h 3755879"/>
                    <a:gd name="connsiteX5" fmla="*/ 1003921 w 4121794"/>
                    <a:gd name="connsiteY5" fmla="*/ 2251817 h 3755879"/>
                    <a:gd name="connsiteX6" fmla="*/ 1130921 w 4121794"/>
                    <a:gd name="connsiteY6" fmla="*/ 2137517 h 3755879"/>
                    <a:gd name="connsiteX7" fmla="*/ 1143621 w 4121794"/>
                    <a:gd name="connsiteY7" fmla="*/ 2772517 h 3755879"/>
                    <a:gd name="connsiteX8" fmla="*/ 2007221 w 4121794"/>
                    <a:gd name="connsiteY8" fmla="*/ 3509117 h 3755879"/>
                    <a:gd name="connsiteX9" fmla="*/ 3404221 w 4121794"/>
                    <a:gd name="connsiteY9" fmla="*/ 3750417 h 3755879"/>
                    <a:gd name="connsiteX10" fmla="*/ 4039221 w 4121794"/>
                    <a:gd name="connsiteY10" fmla="*/ 3318617 h 3755879"/>
                    <a:gd name="connsiteX11" fmla="*/ 3988421 w 4121794"/>
                    <a:gd name="connsiteY11" fmla="*/ 1705717 h 3755879"/>
                    <a:gd name="connsiteX12" fmla="*/ 2896221 w 4121794"/>
                    <a:gd name="connsiteY12" fmla="*/ 829417 h 3755879"/>
                    <a:gd name="connsiteX13" fmla="*/ 2096121 w 4121794"/>
                    <a:gd name="connsiteY13" fmla="*/ 969117 h 3755879"/>
                    <a:gd name="connsiteX14" fmla="*/ 2070721 w 4121794"/>
                    <a:gd name="connsiteY14" fmla="*/ 842117 h 3755879"/>
                    <a:gd name="connsiteX15" fmla="*/ 1867521 w 4121794"/>
                    <a:gd name="connsiteY15" fmla="*/ 372217 h 3755879"/>
                    <a:gd name="connsiteX16" fmla="*/ 1765921 w 4121794"/>
                    <a:gd name="connsiteY16" fmla="*/ 3917 h 3755879"/>
                    <a:gd name="connsiteX17" fmla="*/ 826121 w 4121794"/>
                    <a:gd name="connsiteY17" fmla="*/ 207117 h 3755879"/>
                    <a:gd name="connsiteX18" fmla="*/ 635621 w 4121794"/>
                    <a:gd name="connsiteY18" fmla="*/ 651617 h 3755879"/>
                    <a:gd name="connsiteX19" fmla="*/ 699121 w 4121794"/>
                    <a:gd name="connsiteY19" fmla="*/ 854817 h 3755879"/>
                    <a:gd name="connsiteX0" fmla="*/ 1448421 w 4121794"/>
                    <a:gd name="connsiteY0" fmla="*/ 1336458 h 3754920"/>
                    <a:gd name="connsiteX1" fmla="*/ 1181721 w 4121794"/>
                    <a:gd name="connsiteY1" fmla="*/ 1222158 h 3754920"/>
                    <a:gd name="connsiteX2" fmla="*/ 495921 w 4121794"/>
                    <a:gd name="connsiteY2" fmla="*/ 891958 h 3754920"/>
                    <a:gd name="connsiteX3" fmla="*/ 621 w 4121794"/>
                    <a:gd name="connsiteY3" fmla="*/ 1565058 h 3754920"/>
                    <a:gd name="connsiteX4" fmla="*/ 407021 w 4121794"/>
                    <a:gd name="connsiteY4" fmla="*/ 2161958 h 3754920"/>
                    <a:gd name="connsiteX5" fmla="*/ 1003921 w 4121794"/>
                    <a:gd name="connsiteY5" fmla="*/ 2250858 h 3754920"/>
                    <a:gd name="connsiteX6" fmla="*/ 1130921 w 4121794"/>
                    <a:gd name="connsiteY6" fmla="*/ 2136558 h 3754920"/>
                    <a:gd name="connsiteX7" fmla="*/ 1143621 w 4121794"/>
                    <a:gd name="connsiteY7" fmla="*/ 2771558 h 3754920"/>
                    <a:gd name="connsiteX8" fmla="*/ 2007221 w 4121794"/>
                    <a:gd name="connsiteY8" fmla="*/ 3508158 h 3754920"/>
                    <a:gd name="connsiteX9" fmla="*/ 3404221 w 4121794"/>
                    <a:gd name="connsiteY9" fmla="*/ 3749458 h 3754920"/>
                    <a:gd name="connsiteX10" fmla="*/ 4039221 w 4121794"/>
                    <a:gd name="connsiteY10" fmla="*/ 3317658 h 3754920"/>
                    <a:gd name="connsiteX11" fmla="*/ 3988421 w 4121794"/>
                    <a:gd name="connsiteY11" fmla="*/ 1704758 h 3754920"/>
                    <a:gd name="connsiteX12" fmla="*/ 2896221 w 4121794"/>
                    <a:gd name="connsiteY12" fmla="*/ 828458 h 3754920"/>
                    <a:gd name="connsiteX13" fmla="*/ 2096121 w 4121794"/>
                    <a:gd name="connsiteY13" fmla="*/ 968158 h 3754920"/>
                    <a:gd name="connsiteX14" fmla="*/ 2070721 w 4121794"/>
                    <a:gd name="connsiteY14" fmla="*/ 841158 h 3754920"/>
                    <a:gd name="connsiteX15" fmla="*/ 1702421 w 4121794"/>
                    <a:gd name="connsiteY15" fmla="*/ 345858 h 3754920"/>
                    <a:gd name="connsiteX16" fmla="*/ 1765921 w 4121794"/>
                    <a:gd name="connsiteY16" fmla="*/ 2958 h 3754920"/>
                    <a:gd name="connsiteX17" fmla="*/ 826121 w 4121794"/>
                    <a:gd name="connsiteY17" fmla="*/ 206158 h 3754920"/>
                    <a:gd name="connsiteX18" fmla="*/ 635621 w 4121794"/>
                    <a:gd name="connsiteY18" fmla="*/ 650658 h 3754920"/>
                    <a:gd name="connsiteX19" fmla="*/ 699121 w 4121794"/>
                    <a:gd name="connsiteY19" fmla="*/ 853858 h 3754920"/>
                    <a:gd name="connsiteX0" fmla="*/ 1448421 w 4121794"/>
                    <a:gd name="connsiteY0" fmla="*/ 1336458 h 3754920"/>
                    <a:gd name="connsiteX1" fmla="*/ 1181721 w 4121794"/>
                    <a:gd name="connsiteY1" fmla="*/ 1222158 h 3754920"/>
                    <a:gd name="connsiteX2" fmla="*/ 495921 w 4121794"/>
                    <a:gd name="connsiteY2" fmla="*/ 891958 h 3754920"/>
                    <a:gd name="connsiteX3" fmla="*/ 621 w 4121794"/>
                    <a:gd name="connsiteY3" fmla="*/ 1565058 h 3754920"/>
                    <a:gd name="connsiteX4" fmla="*/ 407021 w 4121794"/>
                    <a:gd name="connsiteY4" fmla="*/ 2161958 h 3754920"/>
                    <a:gd name="connsiteX5" fmla="*/ 1003921 w 4121794"/>
                    <a:gd name="connsiteY5" fmla="*/ 2250858 h 3754920"/>
                    <a:gd name="connsiteX6" fmla="*/ 1130921 w 4121794"/>
                    <a:gd name="connsiteY6" fmla="*/ 2136558 h 3754920"/>
                    <a:gd name="connsiteX7" fmla="*/ 1143621 w 4121794"/>
                    <a:gd name="connsiteY7" fmla="*/ 2771558 h 3754920"/>
                    <a:gd name="connsiteX8" fmla="*/ 2007221 w 4121794"/>
                    <a:gd name="connsiteY8" fmla="*/ 3508158 h 3754920"/>
                    <a:gd name="connsiteX9" fmla="*/ 3404221 w 4121794"/>
                    <a:gd name="connsiteY9" fmla="*/ 3749458 h 3754920"/>
                    <a:gd name="connsiteX10" fmla="*/ 4039221 w 4121794"/>
                    <a:gd name="connsiteY10" fmla="*/ 3317658 h 3754920"/>
                    <a:gd name="connsiteX11" fmla="*/ 3988421 w 4121794"/>
                    <a:gd name="connsiteY11" fmla="*/ 1704758 h 3754920"/>
                    <a:gd name="connsiteX12" fmla="*/ 2896221 w 4121794"/>
                    <a:gd name="connsiteY12" fmla="*/ 828458 h 3754920"/>
                    <a:gd name="connsiteX13" fmla="*/ 2096121 w 4121794"/>
                    <a:gd name="connsiteY13" fmla="*/ 968158 h 3754920"/>
                    <a:gd name="connsiteX14" fmla="*/ 2096121 w 4121794"/>
                    <a:gd name="connsiteY14" fmla="*/ 676058 h 3754920"/>
                    <a:gd name="connsiteX15" fmla="*/ 1702421 w 4121794"/>
                    <a:gd name="connsiteY15" fmla="*/ 345858 h 3754920"/>
                    <a:gd name="connsiteX16" fmla="*/ 1765921 w 4121794"/>
                    <a:gd name="connsiteY16" fmla="*/ 2958 h 3754920"/>
                    <a:gd name="connsiteX17" fmla="*/ 826121 w 4121794"/>
                    <a:gd name="connsiteY17" fmla="*/ 206158 h 3754920"/>
                    <a:gd name="connsiteX18" fmla="*/ 635621 w 4121794"/>
                    <a:gd name="connsiteY18" fmla="*/ 650658 h 3754920"/>
                    <a:gd name="connsiteX19" fmla="*/ 699121 w 4121794"/>
                    <a:gd name="connsiteY19" fmla="*/ 853858 h 3754920"/>
                    <a:gd name="connsiteX0" fmla="*/ 1448421 w 4121794"/>
                    <a:gd name="connsiteY0" fmla="*/ 1336458 h 3754920"/>
                    <a:gd name="connsiteX1" fmla="*/ 1181721 w 4121794"/>
                    <a:gd name="connsiteY1" fmla="*/ 1222158 h 3754920"/>
                    <a:gd name="connsiteX2" fmla="*/ 495921 w 4121794"/>
                    <a:gd name="connsiteY2" fmla="*/ 891958 h 3754920"/>
                    <a:gd name="connsiteX3" fmla="*/ 621 w 4121794"/>
                    <a:gd name="connsiteY3" fmla="*/ 1565058 h 3754920"/>
                    <a:gd name="connsiteX4" fmla="*/ 407021 w 4121794"/>
                    <a:gd name="connsiteY4" fmla="*/ 2161958 h 3754920"/>
                    <a:gd name="connsiteX5" fmla="*/ 1003921 w 4121794"/>
                    <a:gd name="connsiteY5" fmla="*/ 2250858 h 3754920"/>
                    <a:gd name="connsiteX6" fmla="*/ 1130921 w 4121794"/>
                    <a:gd name="connsiteY6" fmla="*/ 2136558 h 3754920"/>
                    <a:gd name="connsiteX7" fmla="*/ 1143621 w 4121794"/>
                    <a:gd name="connsiteY7" fmla="*/ 2771558 h 3754920"/>
                    <a:gd name="connsiteX8" fmla="*/ 2007221 w 4121794"/>
                    <a:gd name="connsiteY8" fmla="*/ 3508158 h 3754920"/>
                    <a:gd name="connsiteX9" fmla="*/ 3404221 w 4121794"/>
                    <a:gd name="connsiteY9" fmla="*/ 3749458 h 3754920"/>
                    <a:gd name="connsiteX10" fmla="*/ 4039221 w 4121794"/>
                    <a:gd name="connsiteY10" fmla="*/ 3317658 h 3754920"/>
                    <a:gd name="connsiteX11" fmla="*/ 3988421 w 4121794"/>
                    <a:gd name="connsiteY11" fmla="*/ 1704758 h 3754920"/>
                    <a:gd name="connsiteX12" fmla="*/ 2896221 w 4121794"/>
                    <a:gd name="connsiteY12" fmla="*/ 828458 h 3754920"/>
                    <a:gd name="connsiteX13" fmla="*/ 1956421 w 4121794"/>
                    <a:gd name="connsiteY13" fmla="*/ 968158 h 3754920"/>
                    <a:gd name="connsiteX14" fmla="*/ 2096121 w 4121794"/>
                    <a:gd name="connsiteY14" fmla="*/ 676058 h 3754920"/>
                    <a:gd name="connsiteX15" fmla="*/ 1702421 w 4121794"/>
                    <a:gd name="connsiteY15" fmla="*/ 345858 h 3754920"/>
                    <a:gd name="connsiteX16" fmla="*/ 1765921 w 4121794"/>
                    <a:gd name="connsiteY16" fmla="*/ 2958 h 3754920"/>
                    <a:gd name="connsiteX17" fmla="*/ 826121 w 4121794"/>
                    <a:gd name="connsiteY17" fmla="*/ 206158 h 3754920"/>
                    <a:gd name="connsiteX18" fmla="*/ 635621 w 4121794"/>
                    <a:gd name="connsiteY18" fmla="*/ 650658 h 3754920"/>
                    <a:gd name="connsiteX19" fmla="*/ 699121 w 4121794"/>
                    <a:gd name="connsiteY19" fmla="*/ 853858 h 3754920"/>
                    <a:gd name="connsiteX0" fmla="*/ 1448421 w 4121794"/>
                    <a:gd name="connsiteY0" fmla="*/ 1336458 h 3754920"/>
                    <a:gd name="connsiteX1" fmla="*/ 1181721 w 4121794"/>
                    <a:gd name="connsiteY1" fmla="*/ 1222158 h 3754920"/>
                    <a:gd name="connsiteX2" fmla="*/ 495921 w 4121794"/>
                    <a:gd name="connsiteY2" fmla="*/ 891958 h 3754920"/>
                    <a:gd name="connsiteX3" fmla="*/ 621 w 4121794"/>
                    <a:gd name="connsiteY3" fmla="*/ 1565058 h 3754920"/>
                    <a:gd name="connsiteX4" fmla="*/ 407021 w 4121794"/>
                    <a:gd name="connsiteY4" fmla="*/ 2161958 h 3754920"/>
                    <a:gd name="connsiteX5" fmla="*/ 1003921 w 4121794"/>
                    <a:gd name="connsiteY5" fmla="*/ 2250858 h 3754920"/>
                    <a:gd name="connsiteX6" fmla="*/ 1130921 w 4121794"/>
                    <a:gd name="connsiteY6" fmla="*/ 2136558 h 3754920"/>
                    <a:gd name="connsiteX7" fmla="*/ 1143621 w 4121794"/>
                    <a:gd name="connsiteY7" fmla="*/ 2771558 h 3754920"/>
                    <a:gd name="connsiteX8" fmla="*/ 2007221 w 4121794"/>
                    <a:gd name="connsiteY8" fmla="*/ 3508158 h 3754920"/>
                    <a:gd name="connsiteX9" fmla="*/ 3404221 w 4121794"/>
                    <a:gd name="connsiteY9" fmla="*/ 3749458 h 3754920"/>
                    <a:gd name="connsiteX10" fmla="*/ 4039221 w 4121794"/>
                    <a:gd name="connsiteY10" fmla="*/ 3317658 h 3754920"/>
                    <a:gd name="connsiteX11" fmla="*/ 3988421 w 4121794"/>
                    <a:gd name="connsiteY11" fmla="*/ 1704758 h 3754920"/>
                    <a:gd name="connsiteX12" fmla="*/ 2896221 w 4121794"/>
                    <a:gd name="connsiteY12" fmla="*/ 828458 h 3754920"/>
                    <a:gd name="connsiteX13" fmla="*/ 1956421 w 4121794"/>
                    <a:gd name="connsiteY13" fmla="*/ 968158 h 3754920"/>
                    <a:gd name="connsiteX14" fmla="*/ 2185021 w 4121794"/>
                    <a:gd name="connsiteY14" fmla="*/ 803058 h 3754920"/>
                    <a:gd name="connsiteX15" fmla="*/ 1702421 w 4121794"/>
                    <a:gd name="connsiteY15" fmla="*/ 345858 h 3754920"/>
                    <a:gd name="connsiteX16" fmla="*/ 1765921 w 4121794"/>
                    <a:gd name="connsiteY16" fmla="*/ 2958 h 3754920"/>
                    <a:gd name="connsiteX17" fmla="*/ 826121 w 4121794"/>
                    <a:gd name="connsiteY17" fmla="*/ 206158 h 3754920"/>
                    <a:gd name="connsiteX18" fmla="*/ 635621 w 4121794"/>
                    <a:gd name="connsiteY18" fmla="*/ 650658 h 3754920"/>
                    <a:gd name="connsiteX19" fmla="*/ 699121 w 4121794"/>
                    <a:gd name="connsiteY19" fmla="*/ 853858 h 3754920"/>
                    <a:gd name="connsiteX0" fmla="*/ 1448421 w 4121794"/>
                    <a:gd name="connsiteY0" fmla="*/ 1336458 h 3754920"/>
                    <a:gd name="connsiteX1" fmla="*/ 1181721 w 4121794"/>
                    <a:gd name="connsiteY1" fmla="*/ 1222158 h 3754920"/>
                    <a:gd name="connsiteX2" fmla="*/ 495921 w 4121794"/>
                    <a:gd name="connsiteY2" fmla="*/ 891958 h 3754920"/>
                    <a:gd name="connsiteX3" fmla="*/ 621 w 4121794"/>
                    <a:gd name="connsiteY3" fmla="*/ 1565058 h 3754920"/>
                    <a:gd name="connsiteX4" fmla="*/ 407021 w 4121794"/>
                    <a:gd name="connsiteY4" fmla="*/ 2161958 h 3754920"/>
                    <a:gd name="connsiteX5" fmla="*/ 1003921 w 4121794"/>
                    <a:gd name="connsiteY5" fmla="*/ 2250858 h 3754920"/>
                    <a:gd name="connsiteX6" fmla="*/ 1130921 w 4121794"/>
                    <a:gd name="connsiteY6" fmla="*/ 2136558 h 3754920"/>
                    <a:gd name="connsiteX7" fmla="*/ 1143621 w 4121794"/>
                    <a:gd name="connsiteY7" fmla="*/ 2771558 h 3754920"/>
                    <a:gd name="connsiteX8" fmla="*/ 2007221 w 4121794"/>
                    <a:gd name="connsiteY8" fmla="*/ 3508158 h 3754920"/>
                    <a:gd name="connsiteX9" fmla="*/ 3404221 w 4121794"/>
                    <a:gd name="connsiteY9" fmla="*/ 3749458 h 3754920"/>
                    <a:gd name="connsiteX10" fmla="*/ 4039221 w 4121794"/>
                    <a:gd name="connsiteY10" fmla="*/ 3317658 h 3754920"/>
                    <a:gd name="connsiteX11" fmla="*/ 3988421 w 4121794"/>
                    <a:gd name="connsiteY11" fmla="*/ 1704758 h 3754920"/>
                    <a:gd name="connsiteX12" fmla="*/ 2896221 w 4121794"/>
                    <a:gd name="connsiteY12" fmla="*/ 828458 h 3754920"/>
                    <a:gd name="connsiteX13" fmla="*/ 2070721 w 4121794"/>
                    <a:gd name="connsiteY13" fmla="*/ 968158 h 3754920"/>
                    <a:gd name="connsiteX14" fmla="*/ 2185021 w 4121794"/>
                    <a:gd name="connsiteY14" fmla="*/ 803058 h 3754920"/>
                    <a:gd name="connsiteX15" fmla="*/ 1702421 w 4121794"/>
                    <a:gd name="connsiteY15" fmla="*/ 345858 h 3754920"/>
                    <a:gd name="connsiteX16" fmla="*/ 1765921 w 4121794"/>
                    <a:gd name="connsiteY16" fmla="*/ 2958 h 3754920"/>
                    <a:gd name="connsiteX17" fmla="*/ 826121 w 4121794"/>
                    <a:gd name="connsiteY17" fmla="*/ 206158 h 3754920"/>
                    <a:gd name="connsiteX18" fmla="*/ 635621 w 4121794"/>
                    <a:gd name="connsiteY18" fmla="*/ 650658 h 3754920"/>
                    <a:gd name="connsiteX19" fmla="*/ 699121 w 4121794"/>
                    <a:gd name="connsiteY19" fmla="*/ 853858 h 3754920"/>
                    <a:gd name="connsiteX0" fmla="*/ 1448421 w 4129757"/>
                    <a:gd name="connsiteY0" fmla="*/ 1336458 h 3754920"/>
                    <a:gd name="connsiteX1" fmla="*/ 1181721 w 4129757"/>
                    <a:gd name="connsiteY1" fmla="*/ 1222158 h 3754920"/>
                    <a:gd name="connsiteX2" fmla="*/ 495921 w 4129757"/>
                    <a:gd name="connsiteY2" fmla="*/ 891958 h 3754920"/>
                    <a:gd name="connsiteX3" fmla="*/ 621 w 4129757"/>
                    <a:gd name="connsiteY3" fmla="*/ 1565058 h 3754920"/>
                    <a:gd name="connsiteX4" fmla="*/ 407021 w 4129757"/>
                    <a:gd name="connsiteY4" fmla="*/ 2161958 h 3754920"/>
                    <a:gd name="connsiteX5" fmla="*/ 1003921 w 4129757"/>
                    <a:gd name="connsiteY5" fmla="*/ 2250858 h 3754920"/>
                    <a:gd name="connsiteX6" fmla="*/ 1130921 w 4129757"/>
                    <a:gd name="connsiteY6" fmla="*/ 2136558 h 3754920"/>
                    <a:gd name="connsiteX7" fmla="*/ 1143621 w 4129757"/>
                    <a:gd name="connsiteY7" fmla="*/ 2771558 h 3754920"/>
                    <a:gd name="connsiteX8" fmla="*/ 2007221 w 4129757"/>
                    <a:gd name="connsiteY8" fmla="*/ 3508158 h 3754920"/>
                    <a:gd name="connsiteX9" fmla="*/ 3404221 w 4129757"/>
                    <a:gd name="connsiteY9" fmla="*/ 3749458 h 3754920"/>
                    <a:gd name="connsiteX10" fmla="*/ 4039221 w 4129757"/>
                    <a:gd name="connsiteY10" fmla="*/ 3317658 h 3754920"/>
                    <a:gd name="connsiteX11" fmla="*/ 3988421 w 4129757"/>
                    <a:gd name="connsiteY11" fmla="*/ 1704758 h 3754920"/>
                    <a:gd name="connsiteX12" fmla="*/ 2769221 w 4129757"/>
                    <a:gd name="connsiteY12" fmla="*/ 904658 h 3754920"/>
                    <a:gd name="connsiteX13" fmla="*/ 2070721 w 4129757"/>
                    <a:gd name="connsiteY13" fmla="*/ 968158 h 3754920"/>
                    <a:gd name="connsiteX14" fmla="*/ 2185021 w 4129757"/>
                    <a:gd name="connsiteY14" fmla="*/ 803058 h 3754920"/>
                    <a:gd name="connsiteX15" fmla="*/ 1702421 w 4129757"/>
                    <a:gd name="connsiteY15" fmla="*/ 345858 h 3754920"/>
                    <a:gd name="connsiteX16" fmla="*/ 1765921 w 4129757"/>
                    <a:gd name="connsiteY16" fmla="*/ 2958 h 3754920"/>
                    <a:gd name="connsiteX17" fmla="*/ 826121 w 4129757"/>
                    <a:gd name="connsiteY17" fmla="*/ 206158 h 3754920"/>
                    <a:gd name="connsiteX18" fmla="*/ 635621 w 4129757"/>
                    <a:gd name="connsiteY18" fmla="*/ 650658 h 3754920"/>
                    <a:gd name="connsiteX19" fmla="*/ 699121 w 4129757"/>
                    <a:gd name="connsiteY19" fmla="*/ 853858 h 3754920"/>
                    <a:gd name="connsiteX0" fmla="*/ 1448421 w 4103203"/>
                    <a:gd name="connsiteY0" fmla="*/ 1336458 h 3754920"/>
                    <a:gd name="connsiteX1" fmla="*/ 1181721 w 4103203"/>
                    <a:gd name="connsiteY1" fmla="*/ 1222158 h 3754920"/>
                    <a:gd name="connsiteX2" fmla="*/ 495921 w 4103203"/>
                    <a:gd name="connsiteY2" fmla="*/ 891958 h 3754920"/>
                    <a:gd name="connsiteX3" fmla="*/ 621 w 4103203"/>
                    <a:gd name="connsiteY3" fmla="*/ 1565058 h 3754920"/>
                    <a:gd name="connsiteX4" fmla="*/ 407021 w 4103203"/>
                    <a:gd name="connsiteY4" fmla="*/ 2161958 h 3754920"/>
                    <a:gd name="connsiteX5" fmla="*/ 1003921 w 4103203"/>
                    <a:gd name="connsiteY5" fmla="*/ 2250858 h 3754920"/>
                    <a:gd name="connsiteX6" fmla="*/ 1130921 w 4103203"/>
                    <a:gd name="connsiteY6" fmla="*/ 2136558 h 3754920"/>
                    <a:gd name="connsiteX7" fmla="*/ 1143621 w 4103203"/>
                    <a:gd name="connsiteY7" fmla="*/ 2771558 h 3754920"/>
                    <a:gd name="connsiteX8" fmla="*/ 2007221 w 4103203"/>
                    <a:gd name="connsiteY8" fmla="*/ 3508158 h 3754920"/>
                    <a:gd name="connsiteX9" fmla="*/ 3404221 w 4103203"/>
                    <a:gd name="connsiteY9" fmla="*/ 3749458 h 3754920"/>
                    <a:gd name="connsiteX10" fmla="*/ 4039221 w 4103203"/>
                    <a:gd name="connsiteY10" fmla="*/ 3317658 h 3754920"/>
                    <a:gd name="connsiteX11" fmla="*/ 3937621 w 4103203"/>
                    <a:gd name="connsiteY11" fmla="*/ 1882558 h 3754920"/>
                    <a:gd name="connsiteX12" fmla="*/ 2769221 w 4103203"/>
                    <a:gd name="connsiteY12" fmla="*/ 904658 h 3754920"/>
                    <a:gd name="connsiteX13" fmla="*/ 2070721 w 4103203"/>
                    <a:gd name="connsiteY13" fmla="*/ 968158 h 3754920"/>
                    <a:gd name="connsiteX14" fmla="*/ 2185021 w 4103203"/>
                    <a:gd name="connsiteY14" fmla="*/ 803058 h 3754920"/>
                    <a:gd name="connsiteX15" fmla="*/ 1702421 w 4103203"/>
                    <a:gd name="connsiteY15" fmla="*/ 345858 h 3754920"/>
                    <a:gd name="connsiteX16" fmla="*/ 1765921 w 4103203"/>
                    <a:gd name="connsiteY16" fmla="*/ 2958 h 3754920"/>
                    <a:gd name="connsiteX17" fmla="*/ 826121 w 4103203"/>
                    <a:gd name="connsiteY17" fmla="*/ 206158 h 3754920"/>
                    <a:gd name="connsiteX18" fmla="*/ 635621 w 4103203"/>
                    <a:gd name="connsiteY18" fmla="*/ 650658 h 3754920"/>
                    <a:gd name="connsiteX19" fmla="*/ 699121 w 4103203"/>
                    <a:gd name="connsiteY19" fmla="*/ 853858 h 3754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103203" h="3754920">
                      <a:moveTo>
                        <a:pt x="1448421" y="1336458"/>
                      </a:moveTo>
                      <a:cubicBezTo>
                        <a:pt x="1426196" y="1265549"/>
                        <a:pt x="1340471" y="1296241"/>
                        <a:pt x="1181721" y="1222158"/>
                      </a:cubicBezTo>
                      <a:cubicBezTo>
                        <a:pt x="1022971" y="1148075"/>
                        <a:pt x="692771" y="834808"/>
                        <a:pt x="495921" y="891958"/>
                      </a:cubicBezTo>
                      <a:cubicBezTo>
                        <a:pt x="299071" y="949108"/>
                        <a:pt x="15438" y="1353391"/>
                        <a:pt x="621" y="1565058"/>
                      </a:cubicBezTo>
                      <a:cubicBezTo>
                        <a:pt x="-14196" y="1776725"/>
                        <a:pt x="239804" y="2047658"/>
                        <a:pt x="407021" y="2161958"/>
                      </a:cubicBezTo>
                      <a:cubicBezTo>
                        <a:pt x="574238" y="2276258"/>
                        <a:pt x="883271" y="2255091"/>
                        <a:pt x="1003921" y="2250858"/>
                      </a:cubicBezTo>
                      <a:cubicBezTo>
                        <a:pt x="1124571" y="2246625"/>
                        <a:pt x="1107638" y="2049775"/>
                        <a:pt x="1130921" y="2136558"/>
                      </a:cubicBezTo>
                      <a:cubicBezTo>
                        <a:pt x="1154204" y="2223341"/>
                        <a:pt x="997571" y="2542958"/>
                        <a:pt x="1143621" y="2771558"/>
                      </a:cubicBezTo>
                      <a:cubicBezTo>
                        <a:pt x="1289671" y="3000158"/>
                        <a:pt x="1630454" y="3345175"/>
                        <a:pt x="2007221" y="3508158"/>
                      </a:cubicBezTo>
                      <a:cubicBezTo>
                        <a:pt x="2383988" y="3671141"/>
                        <a:pt x="3065554" y="3781208"/>
                        <a:pt x="3404221" y="3749458"/>
                      </a:cubicBezTo>
                      <a:cubicBezTo>
                        <a:pt x="3742888" y="3717708"/>
                        <a:pt x="3950321" y="3628808"/>
                        <a:pt x="4039221" y="3317658"/>
                      </a:cubicBezTo>
                      <a:cubicBezTo>
                        <a:pt x="4128121" y="3006508"/>
                        <a:pt x="4149288" y="2284725"/>
                        <a:pt x="3937621" y="1882558"/>
                      </a:cubicBezTo>
                      <a:cubicBezTo>
                        <a:pt x="3725954" y="1480391"/>
                        <a:pt x="3080371" y="1057058"/>
                        <a:pt x="2769221" y="904658"/>
                      </a:cubicBezTo>
                      <a:cubicBezTo>
                        <a:pt x="2458071" y="752258"/>
                        <a:pt x="2168088" y="985091"/>
                        <a:pt x="2070721" y="968158"/>
                      </a:cubicBezTo>
                      <a:cubicBezTo>
                        <a:pt x="1973354" y="951225"/>
                        <a:pt x="2246404" y="906775"/>
                        <a:pt x="2185021" y="803058"/>
                      </a:cubicBezTo>
                      <a:cubicBezTo>
                        <a:pt x="2123638" y="699341"/>
                        <a:pt x="1772271" y="479208"/>
                        <a:pt x="1702421" y="345858"/>
                      </a:cubicBezTo>
                      <a:cubicBezTo>
                        <a:pt x="1632571" y="212508"/>
                        <a:pt x="1911971" y="26241"/>
                        <a:pt x="1765921" y="2958"/>
                      </a:cubicBezTo>
                      <a:cubicBezTo>
                        <a:pt x="1619871" y="-20325"/>
                        <a:pt x="1014504" y="98208"/>
                        <a:pt x="826121" y="206158"/>
                      </a:cubicBezTo>
                      <a:cubicBezTo>
                        <a:pt x="637738" y="314108"/>
                        <a:pt x="656788" y="542708"/>
                        <a:pt x="635621" y="650658"/>
                      </a:cubicBezTo>
                      <a:cubicBezTo>
                        <a:pt x="614454" y="758608"/>
                        <a:pt x="667371" y="810466"/>
                        <a:pt x="699121" y="853858"/>
                      </a:cubicBezTo>
                    </a:path>
                  </a:pathLst>
                </a:custGeom>
                <a:ln w="38100"/>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000"/>
                </a:p>
              </p:txBody>
            </p:sp>
            <p:sp>
              <p:nvSpPr>
                <p:cNvPr id="140" name="Freeform: Shape 139">
                  <a:extLst>
                    <a:ext uri="{FF2B5EF4-FFF2-40B4-BE49-F238E27FC236}">
                      <a16:creationId xmlns:a16="http://schemas.microsoft.com/office/drawing/2014/main" id="{E5561EF8-C2BD-4DF0-9363-E7C6A7762B7D}"/>
                    </a:ext>
                  </a:extLst>
                </p:cNvPr>
                <p:cNvSpPr/>
                <p:nvPr/>
              </p:nvSpPr>
              <p:spPr>
                <a:xfrm rot="21071192">
                  <a:off x="2428102" y="2941729"/>
                  <a:ext cx="480793" cy="195055"/>
                </a:xfrm>
                <a:custGeom>
                  <a:avLst/>
                  <a:gdLst>
                    <a:gd name="connsiteX0" fmla="*/ 65393 w 665136"/>
                    <a:gd name="connsiteY0" fmla="*/ 221189 h 234694"/>
                    <a:gd name="connsiteX1" fmla="*/ 230493 w 665136"/>
                    <a:gd name="connsiteY1" fmla="*/ 106889 h 234694"/>
                    <a:gd name="connsiteX2" fmla="*/ 560693 w 665136"/>
                    <a:gd name="connsiteY2" fmla="*/ 68789 h 234694"/>
                    <a:gd name="connsiteX3" fmla="*/ 662293 w 665136"/>
                    <a:gd name="connsiteY3" fmla="*/ 68789 h 234694"/>
                    <a:gd name="connsiteX4" fmla="*/ 471793 w 665136"/>
                    <a:gd name="connsiteY4" fmla="*/ 5289 h 234694"/>
                    <a:gd name="connsiteX5" fmla="*/ 205093 w 665136"/>
                    <a:gd name="connsiteY5" fmla="*/ 17989 h 234694"/>
                    <a:gd name="connsiteX6" fmla="*/ 14593 w 665136"/>
                    <a:gd name="connsiteY6" fmla="*/ 132289 h 234694"/>
                    <a:gd name="connsiteX7" fmla="*/ 14593 w 665136"/>
                    <a:gd name="connsiteY7" fmla="*/ 221189 h 234694"/>
                    <a:gd name="connsiteX8" fmla="*/ 65393 w 665136"/>
                    <a:gd name="connsiteY8" fmla="*/ 221189 h 23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5136" h="234694">
                      <a:moveTo>
                        <a:pt x="65393" y="221189"/>
                      </a:moveTo>
                      <a:cubicBezTo>
                        <a:pt x="101376" y="202139"/>
                        <a:pt x="147943" y="132289"/>
                        <a:pt x="230493" y="106889"/>
                      </a:cubicBezTo>
                      <a:cubicBezTo>
                        <a:pt x="313043" y="81489"/>
                        <a:pt x="488726" y="75139"/>
                        <a:pt x="560693" y="68789"/>
                      </a:cubicBezTo>
                      <a:cubicBezTo>
                        <a:pt x="632660" y="62439"/>
                        <a:pt x="677110" y="79372"/>
                        <a:pt x="662293" y="68789"/>
                      </a:cubicBezTo>
                      <a:cubicBezTo>
                        <a:pt x="647476" y="58206"/>
                        <a:pt x="547993" y="13756"/>
                        <a:pt x="471793" y="5289"/>
                      </a:cubicBezTo>
                      <a:cubicBezTo>
                        <a:pt x="395593" y="-3178"/>
                        <a:pt x="281293" y="-3178"/>
                        <a:pt x="205093" y="17989"/>
                      </a:cubicBezTo>
                      <a:cubicBezTo>
                        <a:pt x="128893" y="39156"/>
                        <a:pt x="46343" y="98422"/>
                        <a:pt x="14593" y="132289"/>
                      </a:cubicBezTo>
                      <a:cubicBezTo>
                        <a:pt x="-17157" y="166156"/>
                        <a:pt x="12476" y="204256"/>
                        <a:pt x="14593" y="221189"/>
                      </a:cubicBezTo>
                      <a:cubicBezTo>
                        <a:pt x="16710" y="238122"/>
                        <a:pt x="29410" y="240239"/>
                        <a:pt x="65393" y="221189"/>
                      </a:cubicBezTo>
                      <a:close/>
                    </a:path>
                  </a:pathLst>
                </a:cu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41" name="Freeform: Shape 140">
                  <a:extLst>
                    <a:ext uri="{FF2B5EF4-FFF2-40B4-BE49-F238E27FC236}">
                      <a16:creationId xmlns:a16="http://schemas.microsoft.com/office/drawing/2014/main" id="{84E254F8-F821-496E-9FB6-637EC5B4295B}"/>
                    </a:ext>
                  </a:extLst>
                </p:cNvPr>
                <p:cNvSpPr/>
                <p:nvPr/>
              </p:nvSpPr>
              <p:spPr>
                <a:xfrm rot="15030189" flipH="1">
                  <a:off x="2590537" y="2500082"/>
                  <a:ext cx="533926" cy="189040"/>
                </a:xfrm>
                <a:custGeom>
                  <a:avLst/>
                  <a:gdLst>
                    <a:gd name="connsiteX0" fmla="*/ 65393 w 665136"/>
                    <a:gd name="connsiteY0" fmla="*/ 221189 h 234694"/>
                    <a:gd name="connsiteX1" fmla="*/ 230493 w 665136"/>
                    <a:gd name="connsiteY1" fmla="*/ 106889 h 234694"/>
                    <a:gd name="connsiteX2" fmla="*/ 560693 w 665136"/>
                    <a:gd name="connsiteY2" fmla="*/ 68789 h 234694"/>
                    <a:gd name="connsiteX3" fmla="*/ 662293 w 665136"/>
                    <a:gd name="connsiteY3" fmla="*/ 68789 h 234694"/>
                    <a:gd name="connsiteX4" fmla="*/ 471793 w 665136"/>
                    <a:gd name="connsiteY4" fmla="*/ 5289 h 234694"/>
                    <a:gd name="connsiteX5" fmla="*/ 205093 w 665136"/>
                    <a:gd name="connsiteY5" fmla="*/ 17989 h 234694"/>
                    <a:gd name="connsiteX6" fmla="*/ 14593 w 665136"/>
                    <a:gd name="connsiteY6" fmla="*/ 132289 h 234694"/>
                    <a:gd name="connsiteX7" fmla="*/ 14593 w 665136"/>
                    <a:gd name="connsiteY7" fmla="*/ 221189 h 234694"/>
                    <a:gd name="connsiteX8" fmla="*/ 65393 w 665136"/>
                    <a:gd name="connsiteY8" fmla="*/ 221189 h 23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5136" h="234694">
                      <a:moveTo>
                        <a:pt x="65393" y="221189"/>
                      </a:moveTo>
                      <a:cubicBezTo>
                        <a:pt x="101376" y="202139"/>
                        <a:pt x="147943" y="132289"/>
                        <a:pt x="230493" y="106889"/>
                      </a:cubicBezTo>
                      <a:cubicBezTo>
                        <a:pt x="313043" y="81489"/>
                        <a:pt x="488726" y="75139"/>
                        <a:pt x="560693" y="68789"/>
                      </a:cubicBezTo>
                      <a:cubicBezTo>
                        <a:pt x="632660" y="62439"/>
                        <a:pt x="677110" y="79372"/>
                        <a:pt x="662293" y="68789"/>
                      </a:cubicBezTo>
                      <a:cubicBezTo>
                        <a:pt x="647476" y="58206"/>
                        <a:pt x="547993" y="13756"/>
                        <a:pt x="471793" y="5289"/>
                      </a:cubicBezTo>
                      <a:cubicBezTo>
                        <a:pt x="395593" y="-3178"/>
                        <a:pt x="281293" y="-3178"/>
                        <a:pt x="205093" y="17989"/>
                      </a:cubicBezTo>
                      <a:cubicBezTo>
                        <a:pt x="128893" y="39156"/>
                        <a:pt x="46343" y="98422"/>
                        <a:pt x="14593" y="132289"/>
                      </a:cubicBezTo>
                      <a:cubicBezTo>
                        <a:pt x="-17157" y="166156"/>
                        <a:pt x="12476" y="204256"/>
                        <a:pt x="14593" y="221189"/>
                      </a:cubicBezTo>
                      <a:cubicBezTo>
                        <a:pt x="16710" y="238122"/>
                        <a:pt x="29410" y="240239"/>
                        <a:pt x="65393" y="221189"/>
                      </a:cubicBezTo>
                      <a:close/>
                    </a:path>
                  </a:pathLst>
                </a:cu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43" name="Freeform: Shape 142">
                  <a:extLst>
                    <a:ext uri="{FF2B5EF4-FFF2-40B4-BE49-F238E27FC236}">
                      <a16:creationId xmlns:a16="http://schemas.microsoft.com/office/drawing/2014/main" id="{40E9F21E-8443-42F6-96D4-3B6A22A3C095}"/>
                    </a:ext>
                  </a:extLst>
                </p:cNvPr>
                <p:cNvSpPr/>
                <p:nvPr/>
              </p:nvSpPr>
              <p:spPr>
                <a:xfrm flipH="1" flipV="1">
                  <a:off x="2921000" y="2400300"/>
                  <a:ext cx="2400300" cy="2082799"/>
                </a:xfrm>
                <a:custGeom>
                  <a:avLst/>
                  <a:gdLst>
                    <a:gd name="connsiteX0" fmla="*/ 1828800 w 1877051"/>
                    <a:gd name="connsiteY0" fmla="*/ 1638300 h 1678057"/>
                    <a:gd name="connsiteX1" fmla="*/ 1803400 w 1877051"/>
                    <a:gd name="connsiteY1" fmla="*/ 1549400 h 1678057"/>
                    <a:gd name="connsiteX2" fmla="*/ 1130300 w 1877051"/>
                    <a:gd name="connsiteY2" fmla="*/ 571500 h 1678057"/>
                    <a:gd name="connsiteX3" fmla="*/ 0 w 1877051"/>
                    <a:gd name="connsiteY3" fmla="*/ 0 h 1678057"/>
                  </a:gdLst>
                  <a:ahLst/>
                  <a:cxnLst>
                    <a:cxn ang="0">
                      <a:pos x="connsiteX0" y="connsiteY0"/>
                    </a:cxn>
                    <a:cxn ang="0">
                      <a:pos x="connsiteX1" y="connsiteY1"/>
                    </a:cxn>
                    <a:cxn ang="0">
                      <a:pos x="connsiteX2" y="connsiteY2"/>
                    </a:cxn>
                    <a:cxn ang="0">
                      <a:pos x="connsiteX3" y="connsiteY3"/>
                    </a:cxn>
                  </a:cxnLst>
                  <a:rect l="l" t="t" r="r" b="b"/>
                  <a:pathLst>
                    <a:path w="1877051" h="1678057">
                      <a:moveTo>
                        <a:pt x="1828800" y="1638300"/>
                      </a:moveTo>
                      <a:cubicBezTo>
                        <a:pt x="1874308" y="1682750"/>
                        <a:pt x="1919817" y="1727200"/>
                        <a:pt x="1803400" y="1549400"/>
                      </a:cubicBezTo>
                      <a:cubicBezTo>
                        <a:pt x="1686983" y="1371600"/>
                        <a:pt x="1430867" y="829733"/>
                        <a:pt x="1130300" y="571500"/>
                      </a:cubicBezTo>
                      <a:cubicBezTo>
                        <a:pt x="829733" y="313267"/>
                        <a:pt x="414866" y="156633"/>
                        <a:pt x="0" y="0"/>
                      </a:cubicBezTo>
                    </a:path>
                  </a:pathLst>
                </a:custGeom>
                <a:ln w="38100"/>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000"/>
                </a:p>
              </p:txBody>
            </p:sp>
            <p:sp>
              <p:nvSpPr>
                <p:cNvPr id="144" name="Freeform: Shape 143">
                  <a:extLst>
                    <a:ext uri="{FF2B5EF4-FFF2-40B4-BE49-F238E27FC236}">
                      <a16:creationId xmlns:a16="http://schemas.microsoft.com/office/drawing/2014/main" id="{FBBFAF97-112A-4E01-A409-A94AF57B1A9F}"/>
                    </a:ext>
                  </a:extLst>
                </p:cNvPr>
                <p:cNvSpPr/>
                <p:nvPr/>
              </p:nvSpPr>
              <p:spPr>
                <a:xfrm rot="1637916">
                  <a:off x="2911534" y="2300156"/>
                  <a:ext cx="480793" cy="195055"/>
                </a:xfrm>
                <a:custGeom>
                  <a:avLst/>
                  <a:gdLst>
                    <a:gd name="connsiteX0" fmla="*/ 65393 w 665136"/>
                    <a:gd name="connsiteY0" fmla="*/ 221189 h 234694"/>
                    <a:gd name="connsiteX1" fmla="*/ 230493 w 665136"/>
                    <a:gd name="connsiteY1" fmla="*/ 106889 h 234694"/>
                    <a:gd name="connsiteX2" fmla="*/ 560693 w 665136"/>
                    <a:gd name="connsiteY2" fmla="*/ 68789 h 234694"/>
                    <a:gd name="connsiteX3" fmla="*/ 662293 w 665136"/>
                    <a:gd name="connsiteY3" fmla="*/ 68789 h 234694"/>
                    <a:gd name="connsiteX4" fmla="*/ 471793 w 665136"/>
                    <a:gd name="connsiteY4" fmla="*/ 5289 h 234694"/>
                    <a:gd name="connsiteX5" fmla="*/ 205093 w 665136"/>
                    <a:gd name="connsiteY5" fmla="*/ 17989 h 234694"/>
                    <a:gd name="connsiteX6" fmla="*/ 14593 w 665136"/>
                    <a:gd name="connsiteY6" fmla="*/ 132289 h 234694"/>
                    <a:gd name="connsiteX7" fmla="*/ 14593 w 665136"/>
                    <a:gd name="connsiteY7" fmla="*/ 221189 h 234694"/>
                    <a:gd name="connsiteX8" fmla="*/ 65393 w 665136"/>
                    <a:gd name="connsiteY8" fmla="*/ 221189 h 23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5136" h="234694">
                      <a:moveTo>
                        <a:pt x="65393" y="221189"/>
                      </a:moveTo>
                      <a:cubicBezTo>
                        <a:pt x="101376" y="202139"/>
                        <a:pt x="147943" y="132289"/>
                        <a:pt x="230493" y="106889"/>
                      </a:cubicBezTo>
                      <a:cubicBezTo>
                        <a:pt x="313043" y="81489"/>
                        <a:pt x="488726" y="75139"/>
                        <a:pt x="560693" y="68789"/>
                      </a:cubicBezTo>
                      <a:cubicBezTo>
                        <a:pt x="632660" y="62439"/>
                        <a:pt x="677110" y="79372"/>
                        <a:pt x="662293" y="68789"/>
                      </a:cubicBezTo>
                      <a:cubicBezTo>
                        <a:pt x="647476" y="58206"/>
                        <a:pt x="547993" y="13756"/>
                        <a:pt x="471793" y="5289"/>
                      </a:cubicBezTo>
                      <a:cubicBezTo>
                        <a:pt x="395593" y="-3178"/>
                        <a:pt x="281293" y="-3178"/>
                        <a:pt x="205093" y="17989"/>
                      </a:cubicBezTo>
                      <a:cubicBezTo>
                        <a:pt x="128893" y="39156"/>
                        <a:pt x="46343" y="98422"/>
                        <a:pt x="14593" y="132289"/>
                      </a:cubicBezTo>
                      <a:cubicBezTo>
                        <a:pt x="-17157" y="166156"/>
                        <a:pt x="12476" y="204256"/>
                        <a:pt x="14593" y="221189"/>
                      </a:cubicBezTo>
                      <a:cubicBezTo>
                        <a:pt x="16710" y="238122"/>
                        <a:pt x="29410" y="240239"/>
                        <a:pt x="65393" y="221189"/>
                      </a:cubicBezTo>
                      <a:close/>
                    </a:path>
                  </a:pathLst>
                </a:cu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45" name="Freeform: Shape 144">
                  <a:extLst>
                    <a:ext uri="{FF2B5EF4-FFF2-40B4-BE49-F238E27FC236}">
                      <a16:creationId xmlns:a16="http://schemas.microsoft.com/office/drawing/2014/main" id="{727A0B58-C2A4-456B-B391-0D2DFC467334}"/>
                    </a:ext>
                  </a:extLst>
                </p:cNvPr>
                <p:cNvSpPr/>
                <p:nvPr/>
              </p:nvSpPr>
              <p:spPr>
                <a:xfrm rot="15030189" flipH="1">
                  <a:off x="3224322" y="2069547"/>
                  <a:ext cx="533927" cy="189041"/>
                </a:xfrm>
                <a:custGeom>
                  <a:avLst/>
                  <a:gdLst>
                    <a:gd name="connsiteX0" fmla="*/ 65393 w 665136"/>
                    <a:gd name="connsiteY0" fmla="*/ 221189 h 234694"/>
                    <a:gd name="connsiteX1" fmla="*/ 230493 w 665136"/>
                    <a:gd name="connsiteY1" fmla="*/ 106889 h 234694"/>
                    <a:gd name="connsiteX2" fmla="*/ 560693 w 665136"/>
                    <a:gd name="connsiteY2" fmla="*/ 68789 h 234694"/>
                    <a:gd name="connsiteX3" fmla="*/ 662293 w 665136"/>
                    <a:gd name="connsiteY3" fmla="*/ 68789 h 234694"/>
                    <a:gd name="connsiteX4" fmla="*/ 471793 w 665136"/>
                    <a:gd name="connsiteY4" fmla="*/ 5289 h 234694"/>
                    <a:gd name="connsiteX5" fmla="*/ 205093 w 665136"/>
                    <a:gd name="connsiteY5" fmla="*/ 17989 h 234694"/>
                    <a:gd name="connsiteX6" fmla="*/ 14593 w 665136"/>
                    <a:gd name="connsiteY6" fmla="*/ 132289 h 234694"/>
                    <a:gd name="connsiteX7" fmla="*/ 14593 w 665136"/>
                    <a:gd name="connsiteY7" fmla="*/ 221189 h 234694"/>
                    <a:gd name="connsiteX8" fmla="*/ 65393 w 665136"/>
                    <a:gd name="connsiteY8" fmla="*/ 221189 h 23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5136" h="234694">
                      <a:moveTo>
                        <a:pt x="65393" y="221189"/>
                      </a:moveTo>
                      <a:cubicBezTo>
                        <a:pt x="101376" y="202139"/>
                        <a:pt x="147943" y="132289"/>
                        <a:pt x="230493" y="106889"/>
                      </a:cubicBezTo>
                      <a:cubicBezTo>
                        <a:pt x="313043" y="81489"/>
                        <a:pt x="488726" y="75139"/>
                        <a:pt x="560693" y="68789"/>
                      </a:cubicBezTo>
                      <a:cubicBezTo>
                        <a:pt x="632660" y="62439"/>
                        <a:pt x="677110" y="79372"/>
                        <a:pt x="662293" y="68789"/>
                      </a:cubicBezTo>
                      <a:cubicBezTo>
                        <a:pt x="647476" y="58206"/>
                        <a:pt x="547993" y="13756"/>
                        <a:pt x="471793" y="5289"/>
                      </a:cubicBezTo>
                      <a:cubicBezTo>
                        <a:pt x="395593" y="-3178"/>
                        <a:pt x="281293" y="-3178"/>
                        <a:pt x="205093" y="17989"/>
                      </a:cubicBezTo>
                      <a:cubicBezTo>
                        <a:pt x="128893" y="39156"/>
                        <a:pt x="46343" y="98422"/>
                        <a:pt x="14593" y="132289"/>
                      </a:cubicBezTo>
                      <a:cubicBezTo>
                        <a:pt x="-17157" y="166156"/>
                        <a:pt x="12476" y="204256"/>
                        <a:pt x="14593" y="221189"/>
                      </a:cubicBezTo>
                      <a:cubicBezTo>
                        <a:pt x="16710" y="238122"/>
                        <a:pt x="29410" y="240239"/>
                        <a:pt x="65393" y="221189"/>
                      </a:cubicBezTo>
                      <a:close/>
                    </a:path>
                  </a:pathLst>
                </a:cu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46" name="Oval 145">
                  <a:extLst>
                    <a:ext uri="{FF2B5EF4-FFF2-40B4-BE49-F238E27FC236}">
                      <a16:creationId xmlns:a16="http://schemas.microsoft.com/office/drawing/2014/main" id="{C0096507-349C-4DE3-9B79-B7831DB8F574}"/>
                    </a:ext>
                  </a:extLst>
                </p:cNvPr>
                <p:cNvSpPr/>
                <p:nvPr/>
              </p:nvSpPr>
              <p:spPr>
                <a:xfrm>
                  <a:off x="1641002" y="2461183"/>
                  <a:ext cx="111868" cy="147332"/>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47" name="Freeform: Shape 146">
                  <a:extLst>
                    <a:ext uri="{FF2B5EF4-FFF2-40B4-BE49-F238E27FC236}">
                      <a16:creationId xmlns:a16="http://schemas.microsoft.com/office/drawing/2014/main" id="{97C8A4ED-EE8E-494F-9983-FCB951B3AD22}"/>
                    </a:ext>
                  </a:extLst>
                </p:cNvPr>
                <p:cNvSpPr/>
                <p:nvPr/>
              </p:nvSpPr>
              <p:spPr>
                <a:xfrm>
                  <a:off x="3593615" y="98521"/>
                  <a:ext cx="2659310" cy="2833648"/>
                </a:xfrm>
                <a:custGeom>
                  <a:avLst/>
                  <a:gdLst>
                    <a:gd name="connsiteX0" fmla="*/ 216386 w 2413486"/>
                    <a:gd name="connsiteY0" fmla="*/ 2771679 h 2833648"/>
                    <a:gd name="connsiteX1" fmla="*/ 190986 w 2413486"/>
                    <a:gd name="connsiteY1" fmla="*/ 2695479 h 2833648"/>
                    <a:gd name="connsiteX2" fmla="*/ 486 w 2413486"/>
                    <a:gd name="connsiteY2" fmla="*/ 1552479 h 2833648"/>
                    <a:gd name="connsiteX3" fmla="*/ 254486 w 2413486"/>
                    <a:gd name="connsiteY3" fmla="*/ 244379 h 2833648"/>
                    <a:gd name="connsiteX4" fmla="*/ 1054586 w 2413486"/>
                    <a:gd name="connsiteY4" fmla="*/ 28479 h 2833648"/>
                    <a:gd name="connsiteX5" fmla="*/ 2007086 w 2413486"/>
                    <a:gd name="connsiteY5" fmla="*/ 612679 h 2833648"/>
                    <a:gd name="connsiteX6" fmla="*/ 2413486 w 2413486"/>
                    <a:gd name="connsiteY6" fmla="*/ 1298479 h 2833648"/>
                    <a:gd name="connsiteX0" fmla="*/ 216386 w 2659311"/>
                    <a:gd name="connsiteY0" fmla="*/ 2771679 h 2833648"/>
                    <a:gd name="connsiteX1" fmla="*/ 190986 w 2659311"/>
                    <a:gd name="connsiteY1" fmla="*/ 2695479 h 2833648"/>
                    <a:gd name="connsiteX2" fmla="*/ 486 w 2659311"/>
                    <a:gd name="connsiteY2" fmla="*/ 1552479 h 2833648"/>
                    <a:gd name="connsiteX3" fmla="*/ 254486 w 2659311"/>
                    <a:gd name="connsiteY3" fmla="*/ 244379 h 2833648"/>
                    <a:gd name="connsiteX4" fmla="*/ 1054586 w 2659311"/>
                    <a:gd name="connsiteY4" fmla="*/ 28479 h 2833648"/>
                    <a:gd name="connsiteX5" fmla="*/ 2007086 w 2659311"/>
                    <a:gd name="connsiteY5" fmla="*/ 612679 h 2833648"/>
                    <a:gd name="connsiteX6" fmla="*/ 2659311 w 2659311"/>
                    <a:gd name="connsiteY6" fmla="*/ 1979144 h 2833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9311" h="2833648">
                      <a:moveTo>
                        <a:pt x="216386" y="2771679"/>
                      </a:moveTo>
                      <a:cubicBezTo>
                        <a:pt x="221677" y="2835179"/>
                        <a:pt x="226969" y="2898679"/>
                        <a:pt x="190986" y="2695479"/>
                      </a:cubicBezTo>
                      <a:cubicBezTo>
                        <a:pt x="155003" y="2492279"/>
                        <a:pt x="-10097" y="1960996"/>
                        <a:pt x="486" y="1552479"/>
                      </a:cubicBezTo>
                      <a:cubicBezTo>
                        <a:pt x="11069" y="1143962"/>
                        <a:pt x="78803" y="498379"/>
                        <a:pt x="254486" y="244379"/>
                      </a:cubicBezTo>
                      <a:cubicBezTo>
                        <a:pt x="430169" y="-9621"/>
                        <a:pt x="762486" y="-32904"/>
                        <a:pt x="1054586" y="28479"/>
                      </a:cubicBezTo>
                      <a:cubicBezTo>
                        <a:pt x="1346686" y="89862"/>
                        <a:pt x="1780603" y="401012"/>
                        <a:pt x="2007086" y="612679"/>
                      </a:cubicBezTo>
                      <a:cubicBezTo>
                        <a:pt x="2233569" y="824346"/>
                        <a:pt x="2569352" y="1742077"/>
                        <a:pt x="2659311" y="1979144"/>
                      </a:cubicBezTo>
                    </a:path>
                  </a:pathLst>
                </a:custGeom>
                <a:ln w="38100"/>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000"/>
                </a:p>
              </p:txBody>
            </p:sp>
            <p:sp>
              <p:nvSpPr>
                <p:cNvPr id="150" name="Freeform: Shape 149">
                  <a:extLst>
                    <a:ext uri="{FF2B5EF4-FFF2-40B4-BE49-F238E27FC236}">
                      <a16:creationId xmlns:a16="http://schemas.microsoft.com/office/drawing/2014/main" id="{C78A9788-A1B7-4867-A447-100C48BAD7BC}"/>
                    </a:ext>
                  </a:extLst>
                </p:cNvPr>
                <p:cNvSpPr/>
                <p:nvPr/>
              </p:nvSpPr>
              <p:spPr>
                <a:xfrm>
                  <a:off x="4151945" y="673100"/>
                  <a:ext cx="1643300" cy="2042236"/>
                </a:xfrm>
                <a:custGeom>
                  <a:avLst/>
                  <a:gdLst>
                    <a:gd name="connsiteX0" fmla="*/ 216386 w 2413486"/>
                    <a:gd name="connsiteY0" fmla="*/ 2771679 h 2833648"/>
                    <a:gd name="connsiteX1" fmla="*/ 190986 w 2413486"/>
                    <a:gd name="connsiteY1" fmla="*/ 2695479 h 2833648"/>
                    <a:gd name="connsiteX2" fmla="*/ 486 w 2413486"/>
                    <a:gd name="connsiteY2" fmla="*/ 1552479 h 2833648"/>
                    <a:gd name="connsiteX3" fmla="*/ 254486 w 2413486"/>
                    <a:gd name="connsiteY3" fmla="*/ 244379 h 2833648"/>
                    <a:gd name="connsiteX4" fmla="*/ 1054586 w 2413486"/>
                    <a:gd name="connsiteY4" fmla="*/ 28479 h 2833648"/>
                    <a:gd name="connsiteX5" fmla="*/ 2007086 w 2413486"/>
                    <a:gd name="connsiteY5" fmla="*/ 612679 h 2833648"/>
                    <a:gd name="connsiteX6" fmla="*/ 2413486 w 2413486"/>
                    <a:gd name="connsiteY6" fmla="*/ 1298479 h 2833648"/>
                    <a:gd name="connsiteX0" fmla="*/ 216386 w 2934832"/>
                    <a:gd name="connsiteY0" fmla="*/ 2771679 h 2833648"/>
                    <a:gd name="connsiteX1" fmla="*/ 190986 w 2934832"/>
                    <a:gd name="connsiteY1" fmla="*/ 2695479 h 2833648"/>
                    <a:gd name="connsiteX2" fmla="*/ 486 w 2934832"/>
                    <a:gd name="connsiteY2" fmla="*/ 1552479 h 2833648"/>
                    <a:gd name="connsiteX3" fmla="*/ 254486 w 2934832"/>
                    <a:gd name="connsiteY3" fmla="*/ 244379 h 2833648"/>
                    <a:gd name="connsiteX4" fmla="*/ 1054586 w 2934832"/>
                    <a:gd name="connsiteY4" fmla="*/ 28479 h 2833648"/>
                    <a:gd name="connsiteX5" fmla="*/ 2007086 w 2934832"/>
                    <a:gd name="connsiteY5" fmla="*/ 612679 h 2833648"/>
                    <a:gd name="connsiteX6" fmla="*/ 2934832 w 2934832"/>
                    <a:gd name="connsiteY6" fmla="*/ 2045244 h 2833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34832" h="2833648">
                      <a:moveTo>
                        <a:pt x="216386" y="2771679"/>
                      </a:moveTo>
                      <a:cubicBezTo>
                        <a:pt x="221677" y="2835179"/>
                        <a:pt x="226969" y="2898679"/>
                        <a:pt x="190986" y="2695479"/>
                      </a:cubicBezTo>
                      <a:cubicBezTo>
                        <a:pt x="155003" y="2492279"/>
                        <a:pt x="-10097" y="1960996"/>
                        <a:pt x="486" y="1552479"/>
                      </a:cubicBezTo>
                      <a:cubicBezTo>
                        <a:pt x="11069" y="1143962"/>
                        <a:pt x="78803" y="498379"/>
                        <a:pt x="254486" y="244379"/>
                      </a:cubicBezTo>
                      <a:cubicBezTo>
                        <a:pt x="430169" y="-9621"/>
                        <a:pt x="762486" y="-32904"/>
                        <a:pt x="1054586" y="28479"/>
                      </a:cubicBezTo>
                      <a:cubicBezTo>
                        <a:pt x="1346686" y="89862"/>
                        <a:pt x="1780603" y="401012"/>
                        <a:pt x="2007086" y="612679"/>
                      </a:cubicBezTo>
                      <a:cubicBezTo>
                        <a:pt x="2233569" y="824346"/>
                        <a:pt x="2844873" y="1808177"/>
                        <a:pt x="2934832" y="2045244"/>
                      </a:cubicBezTo>
                    </a:path>
                  </a:pathLst>
                </a:custGeom>
                <a:ln w="38100"/>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000"/>
                </a:p>
              </p:txBody>
            </p:sp>
            <p:sp>
              <p:nvSpPr>
                <p:cNvPr id="151" name="Freeform: Shape 150">
                  <a:extLst>
                    <a:ext uri="{FF2B5EF4-FFF2-40B4-BE49-F238E27FC236}">
                      <a16:creationId xmlns:a16="http://schemas.microsoft.com/office/drawing/2014/main" id="{855C6DC4-5833-47B5-826D-C5F5FE68E6E7}"/>
                    </a:ext>
                  </a:extLst>
                </p:cNvPr>
                <p:cNvSpPr/>
                <p:nvPr/>
              </p:nvSpPr>
              <p:spPr>
                <a:xfrm rot="1637916">
                  <a:off x="3814983" y="2835904"/>
                  <a:ext cx="227805" cy="140286"/>
                </a:xfrm>
                <a:custGeom>
                  <a:avLst/>
                  <a:gdLst>
                    <a:gd name="connsiteX0" fmla="*/ 65393 w 665136"/>
                    <a:gd name="connsiteY0" fmla="*/ 221189 h 234694"/>
                    <a:gd name="connsiteX1" fmla="*/ 230493 w 665136"/>
                    <a:gd name="connsiteY1" fmla="*/ 106889 h 234694"/>
                    <a:gd name="connsiteX2" fmla="*/ 560693 w 665136"/>
                    <a:gd name="connsiteY2" fmla="*/ 68789 h 234694"/>
                    <a:gd name="connsiteX3" fmla="*/ 662293 w 665136"/>
                    <a:gd name="connsiteY3" fmla="*/ 68789 h 234694"/>
                    <a:gd name="connsiteX4" fmla="*/ 471793 w 665136"/>
                    <a:gd name="connsiteY4" fmla="*/ 5289 h 234694"/>
                    <a:gd name="connsiteX5" fmla="*/ 205093 w 665136"/>
                    <a:gd name="connsiteY5" fmla="*/ 17989 h 234694"/>
                    <a:gd name="connsiteX6" fmla="*/ 14593 w 665136"/>
                    <a:gd name="connsiteY6" fmla="*/ 132289 h 234694"/>
                    <a:gd name="connsiteX7" fmla="*/ 14593 w 665136"/>
                    <a:gd name="connsiteY7" fmla="*/ 221189 h 234694"/>
                    <a:gd name="connsiteX8" fmla="*/ 65393 w 665136"/>
                    <a:gd name="connsiteY8" fmla="*/ 221189 h 23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5136" h="234694">
                      <a:moveTo>
                        <a:pt x="65393" y="221189"/>
                      </a:moveTo>
                      <a:cubicBezTo>
                        <a:pt x="101376" y="202139"/>
                        <a:pt x="147943" y="132289"/>
                        <a:pt x="230493" y="106889"/>
                      </a:cubicBezTo>
                      <a:cubicBezTo>
                        <a:pt x="313043" y="81489"/>
                        <a:pt x="488726" y="75139"/>
                        <a:pt x="560693" y="68789"/>
                      </a:cubicBezTo>
                      <a:cubicBezTo>
                        <a:pt x="632660" y="62439"/>
                        <a:pt x="677110" y="79372"/>
                        <a:pt x="662293" y="68789"/>
                      </a:cubicBezTo>
                      <a:cubicBezTo>
                        <a:pt x="647476" y="58206"/>
                        <a:pt x="547993" y="13756"/>
                        <a:pt x="471793" y="5289"/>
                      </a:cubicBezTo>
                      <a:cubicBezTo>
                        <a:pt x="395593" y="-3178"/>
                        <a:pt x="281293" y="-3178"/>
                        <a:pt x="205093" y="17989"/>
                      </a:cubicBezTo>
                      <a:cubicBezTo>
                        <a:pt x="128893" y="39156"/>
                        <a:pt x="46343" y="98422"/>
                        <a:pt x="14593" y="132289"/>
                      </a:cubicBezTo>
                      <a:cubicBezTo>
                        <a:pt x="-17157" y="166156"/>
                        <a:pt x="12476" y="204256"/>
                        <a:pt x="14593" y="221189"/>
                      </a:cubicBezTo>
                      <a:cubicBezTo>
                        <a:pt x="16710" y="238122"/>
                        <a:pt x="29410" y="240239"/>
                        <a:pt x="65393" y="221189"/>
                      </a:cubicBezTo>
                      <a:close/>
                    </a:path>
                  </a:pathLst>
                </a:cu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52" name="Freeform: Shape 151">
                  <a:extLst>
                    <a:ext uri="{FF2B5EF4-FFF2-40B4-BE49-F238E27FC236}">
                      <a16:creationId xmlns:a16="http://schemas.microsoft.com/office/drawing/2014/main" id="{58AD40B6-853F-47BA-A27B-4889C6FAB179}"/>
                    </a:ext>
                  </a:extLst>
                </p:cNvPr>
                <p:cNvSpPr/>
                <p:nvPr/>
              </p:nvSpPr>
              <p:spPr>
                <a:xfrm rot="17519136" flipH="1">
                  <a:off x="4078443" y="2797909"/>
                  <a:ext cx="258328" cy="118913"/>
                </a:xfrm>
                <a:custGeom>
                  <a:avLst/>
                  <a:gdLst>
                    <a:gd name="connsiteX0" fmla="*/ 65393 w 665136"/>
                    <a:gd name="connsiteY0" fmla="*/ 221189 h 234694"/>
                    <a:gd name="connsiteX1" fmla="*/ 230493 w 665136"/>
                    <a:gd name="connsiteY1" fmla="*/ 106889 h 234694"/>
                    <a:gd name="connsiteX2" fmla="*/ 560693 w 665136"/>
                    <a:gd name="connsiteY2" fmla="*/ 68789 h 234694"/>
                    <a:gd name="connsiteX3" fmla="*/ 662293 w 665136"/>
                    <a:gd name="connsiteY3" fmla="*/ 68789 h 234694"/>
                    <a:gd name="connsiteX4" fmla="*/ 471793 w 665136"/>
                    <a:gd name="connsiteY4" fmla="*/ 5289 h 234694"/>
                    <a:gd name="connsiteX5" fmla="*/ 205093 w 665136"/>
                    <a:gd name="connsiteY5" fmla="*/ 17989 h 234694"/>
                    <a:gd name="connsiteX6" fmla="*/ 14593 w 665136"/>
                    <a:gd name="connsiteY6" fmla="*/ 132289 h 234694"/>
                    <a:gd name="connsiteX7" fmla="*/ 14593 w 665136"/>
                    <a:gd name="connsiteY7" fmla="*/ 221189 h 234694"/>
                    <a:gd name="connsiteX8" fmla="*/ 65393 w 665136"/>
                    <a:gd name="connsiteY8" fmla="*/ 221189 h 23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5136" h="234694">
                      <a:moveTo>
                        <a:pt x="65393" y="221189"/>
                      </a:moveTo>
                      <a:cubicBezTo>
                        <a:pt x="101376" y="202139"/>
                        <a:pt x="147943" y="132289"/>
                        <a:pt x="230493" y="106889"/>
                      </a:cubicBezTo>
                      <a:cubicBezTo>
                        <a:pt x="313043" y="81489"/>
                        <a:pt x="488726" y="75139"/>
                        <a:pt x="560693" y="68789"/>
                      </a:cubicBezTo>
                      <a:cubicBezTo>
                        <a:pt x="632660" y="62439"/>
                        <a:pt x="677110" y="79372"/>
                        <a:pt x="662293" y="68789"/>
                      </a:cubicBezTo>
                      <a:cubicBezTo>
                        <a:pt x="647476" y="58206"/>
                        <a:pt x="547993" y="13756"/>
                        <a:pt x="471793" y="5289"/>
                      </a:cubicBezTo>
                      <a:cubicBezTo>
                        <a:pt x="395593" y="-3178"/>
                        <a:pt x="281293" y="-3178"/>
                        <a:pt x="205093" y="17989"/>
                      </a:cubicBezTo>
                      <a:cubicBezTo>
                        <a:pt x="128893" y="39156"/>
                        <a:pt x="46343" y="98422"/>
                        <a:pt x="14593" y="132289"/>
                      </a:cubicBezTo>
                      <a:cubicBezTo>
                        <a:pt x="-17157" y="166156"/>
                        <a:pt x="12476" y="204256"/>
                        <a:pt x="14593" y="221189"/>
                      </a:cubicBezTo>
                      <a:cubicBezTo>
                        <a:pt x="16710" y="238122"/>
                        <a:pt x="29410" y="240239"/>
                        <a:pt x="65393" y="221189"/>
                      </a:cubicBezTo>
                      <a:close/>
                    </a:path>
                  </a:pathLst>
                </a:cu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153" name="Oval 152">
                  <a:extLst>
                    <a:ext uri="{FF2B5EF4-FFF2-40B4-BE49-F238E27FC236}">
                      <a16:creationId xmlns:a16="http://schemas.microsoft.com/office/drawing/2014/main" id="{89D45F53-003F-4097-B830-12DA5DACA487}"/>
                    </a:ext>
                  </a:extLst>
                </p:cNvPr>
                <p:cNvSpPr/>
                <p:nvPr/>
              </p:nvSpPr>
              <p:spPr>
                <a:xfrm>
                  <a:off x="2930028" y="2475717"/>
                  <a:ext cx="140371" cy="172700"/>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solidFill>
                      <a:srgbClr val="5E00BC"/>
                    </a:solidFill>
                  </a:endParaRPr>
                </a:p>
              </p:txBody>
            </p:sp>
            <p:sp>
              <p:nvSpPr>
                <p:cNvPr id="154" name="Rectangle 15">
                  <a:extLst>
                    <a:ext uri="{FF2B5EF4-FFF2-40B4-BE49-F238E27FC236}">
                      <a16:creationId xmlns:a16="http://schemas.microsoft.com/office/drawing/2014/main" id="{C844685B-20F9-4E0D-9DA4-97B22F5746FC}"/>
                    </a:ext>
                  </a:extLst>
                </p:cNvPr>
                <p:cNvSpPr/>
                <p:nvPr/>
              </p:nvSpPr>
              <p:spPr>
                <a:xfrm>
                  <a:off x="3624562" y="1641888"/>
                  <a:ext cx="514922" cy="566404"/>
                </a:xfrm>
                <a:custGeom>
                  <a:avLst/>
                  <a:gdLst>
                    <a:gd name="connsiteX0" fmla="*/ 0 w 416453"/>
                    <a:gd name="connsiteY0" fmla="*/ 0 h 566404"/>
                    <a:gd name="connsiteX1" fmla="*/ 416453 w 416453"/>
                    <a:gd name="connsiteY1" fmla="*/ 0 h 566404"/>
                    <a:gd name="connsiteX2" fmla="*/ 416453 w 416453"/>
                    <a:gd name="connsiteY2" fmla="*/ 566404 h 566404"/>
                    <a:gd name="connsiteX3" fmla="*/ 0 w 416453"/>
                    <a:gd name="connsiteY3" fmla="*/ 566404 h 566404"/>
                    <a:gd name="connsiteX4" fmla="*/ 0 w 416453"/>
                    <a:gd name="connsiteY4" fmla="*/ 0 h 566404"/>
                    <a:gd name="connsiteX0" fmla="*/ 80865 w 497318"/>
                    <a:gd name="connsiteY0" fmla="*/ 0 h 566404"/>
                    <a:gd name="connsiteX1" fmla="*/ 497318 w 497318"/>
                    <a:gd name="connsiteY1" fmla="*/ 0 h 566404"/>
                    <a:gd name="connsiteX2" fmla="*/ 497318 w 497318"/>
                    <a:gd name="connsiteY2" fmla="*/ 566404 h 566404"/>
                    <a:gd name="connsiteX3" fmla="*/ 80865 w 497318"/>
                    <a:gd name="connsiteY3" fmla="*/ 566404 h 566404"/>
                    <a:gd name="connsiteX4" fmla="*/ 0 w 497318"/>
                    <a:gd name="connsiteY4" fmla="*/ 236184 h 566404"/>
                    <a:gd name="connsiteX5" fmla="*/ 80865 w 497318"/>
                    <a:gd name="connsiteY5" fmla="*/ 0 h 566404"/>
                    <a:gd name="connsiteX0" fmla="*/ 80865 w 533408"/>
                    <a:gd name="connsiteY0" fmla="*/ 0 h 566404"/>
                    <a:gd name="connsiteX1" fmla="*/ 497318 w 533408"/>
                    <a:gd name="connsiteY1" fmla="*/ 0 h 566404"/>
                    <a:gd name="connsiteX2" fmla="*/ 533400 w 533408"/>
                    <a:gd name="connsiteY2" fmla="*/ 274284 h 566404"/>
                    <a:gd name="connsiteX3" fmla="*/ 497318 w 533408"/>
                    <a:gd name="connsiteY3" fmla="*/ 566404 h 566404"/>
                    <a:gd name="connsiteX4" fmla="*/ 80865 w 533408"/>
                    <a:gd name="connsiteY4" fmla="*/ 566404 h 566404"/>
                    <a:gd name="connsiteX5" fmla="*/ 0 w 533408"/>
                    <a:gd name="connsiteY5" fmla="*/ 236184 h 566404"/>
                    <a:gd name="connsiteX6" fmla="*/ 80865 w 533408"/>
                    <a:gd name="connsiteY6" fmla="*/ 0 h 56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3408" h="566404">
                      <a:moveTo>
                        <a:pt x="80865" y="0"/>
                      </a:moveTo>
                      <a:lnTo>
                        <a:pt x="497318" y="0"/>
                      </a:lnTo>
                      <a:cubicBezTo>
                        <a:pt x="496645" y="82961"/>
                        <a:pt x="534073" y="191323"/>
                        <a:pt x="533400" y="274284"/>
                      </a:cubicBezTo>
                      <a:lnTo>
                        <a:pt x="497318" y="566404"/>
                      </a:lnTo>
                      <a:lnTo>
                        <a:pt x="80865" y="566404"/>
                      </a:lnTo>
                      <a:cubicBezTo>
                        <a:pt x="70843" y="460564"/>
                        <a:pt x="10022" y="342024"/>
                        <a:pt x="0" y="236184"/>
                      </a:cubicBezTo>
                      <a:lnTo>
                        <a:pt x="80865" y="0"/>
                      </a:lnTo>
                      <a:close/>
                    </a:path>
                  </a:pathLst>
                </a:cu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grpSp>
          <p:cxnSp>
            <p:nvCxnSpPr>
              <p:cNvPr id="137" name="Straight Connector 136">
                <a:extLst>
                  <a:ext uri="{FF2B5EF4-FFF2-40B4-BE49-F238E27FC236}">
                    <a16:creationId xmlns:a16="http://schemas.microsoft.com/office/drawing/2014/main" id="{BD3727B1-55A9-48FB-9378-F15B3E95F9E0}"/>
                  </a:ext>
                </a:extLst>
              </p:cNvPr>
              <p:cNvCxnSpPr>
                <a:cxnSpLocks/>
              </p:cNvCxnSpPr>
              <p:nvPr/>
            </p:nvCxnSpPr>
            <p:spPr>
              <a:xfrm>
                <a:off x="845712" y="3923825"/>
                <a:ext cx="0" cy="17941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A65C970F-DB3F-42AD-9090-4889CB75A936}"/>
                  </a:ext>
                </a:extLst>
              </p:cNvPr>
              <p:cNvCxnSpPr>
                <a:cxnSpLocks/>
              </p:cNvCxnSpPr>
              <p:nvPr/>
            </p:nvCxnSpPr>
            <p:spPr>
              <a:xfrm>
                <a:off x="1329834" y="4107517"/>
                <a:ext cx="27748" cy="15380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33285072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2000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lIns="300000" wrap="square"/>
          <a:lstStyle/>
          <a:p>
            <a:pPr algn="ctr"/>
            <a:r>
              <a:rPr sz="3000" b="1">
                <a:solidFill>
                  <a:srgbClr val="FFFFFF"/>
                </a:solidFill>
                <a:latin typeface="Calibri"/>
              </a:rPr>
              <a:t>2025 Guideline Update — Terminology</a:t>
            </a:r>
          </a:p>
        </p:txBody>
      </p:sp>
      <p:sp>
        <p:nvSpPr>
          <p:cNvPr id="3" name="TextBox 2"/>
          <p:cNvSpPr txBox="1"/>
          <p:nvPr/>
        </p:nvSpPr>
        <p:spPr>
          <a:xfrm>
            <a:off x="500000" y="820000"/>
            <a:ext cx="11192000" cy="5738000"/>
          </a:xfrm>
          <a:prstGeom prst="rect">
            <a:avLst/>
          </a:prstGeom>
          <a:noFill/>
        </p:spPr>
        <p:txBody>
          <a:bodyPr wrap="square">
            <a:spAutoFit/>
          </a:bodyPr>
          <a:lstStyle/>
          <a:p>
            <a:pPr>
              <a:spcAft>
                <a:spcPts val="1000"/>
              </a:spcAft>
            </a:pPr>
            <a:r>
              <a:rPr sz="2000" b="1">
                <a:solidFill>
                  <a:srgbClr val="0E6E8C"/>
                </a:solidFill>
                <a:latin typeface="Calibri"/>
              </a:rPr>
              <a:t>•  </a:t>
            </a:r>
            <a:r>
              <a:rPr sz="2000" b="1">
                <a:solidFill>
                  <a:srgbClr val="222222"/>
                </a:solidFill>
                <a:latin typeface="Calibri"/>
              </a:rPr>
              <a:t>2025 AHA/ACC HTN guideline retires the term "hypertensive urgency."</a:t>
            </a:r>
          </a:p>
          <a:p>
            <a:pPr>
              <a:spcAft>
                <a:spcPts val="1000"/>
              </a:spcAft>
            </a:pPr>
            <a:r>
              <a:rPr sz="1800" b="1">
                <a:solidFill>
                  <a:srgbClr val="0E6E8C"/>
                </a:solidFill>
                <a:latin typeface="Calibri"/>
              </a:rPr>
              <a:t>•  </a:t>
            </a:r>
            <a:r>
              <a:rPr sz="1800" b="0">
                <a:solidFill>
                  <a:srgbClr val="222222"/>
                </a:solidFill>
                <a:latin typeface="Calibri"/>
              </a:rPr>
              <a:t>New label: "severe hypertension WITHOUT acute target-organ damage" (BP &gt;180/120, no end-organ injury). More precise; discourages unnecessary ED visits, IV therapy, and rapid lowering.</a:t>
            </a:r>
          </a:p>
          <a:p>
            <a:pPr>
              <a:spcAft>
                <a:spcPts val="1000"/>
              </a:spcAft>
            </a:pPr>
            <a:r>
              <a:rPr sz="1800" b="1">
                <a:solidFill>
                  <a:srgbClr val="0E6E8C"/>
                </a:solidFill>
                <a:latin typeface="Calibri"/>
              </a:rPr>
              <a:t>•  </a:t>
            </a:r>
            <a:r>
              <a:rPr sz="1800" b="0">
                <a:solidFill>
                  <a:srgbClr val="222222"/>
                </a:solidFill>
                <a:latin typeface="Calibri"/>
              </a:rPr>
              <a:t>Management of this group is UNCHANGED: reinstitute/intensify ORAL therapy, outpatient with close follow-up. No parenteral drugs, no rapid lowering.</a:t>
            </a:r>
          </a:p>
          <a:p>
            <a:pPr>
              <a:spcAft>
                <a:spcPts val="1000"/>
              </a:spcAft>
            </a:pPr>
            <a:r>
              <a:rPr sz="1800" b="1">
                <a:solidFill>
                  <a:srgbClr val="0E6E8C"/>
                </a:solidFill>
                <a:latin typeface="Calibri"/>
              </a:rPr>
              <a:t>•  </a:t>
            </a:r>
            <a:r>
              <a:rPr sz="1800" b="0">
                <a:solidFill>
                  <a:srgbClr val="222222"/>
                </a:solidFill>
                <a:latin typeface="Calibri"/>
              </a:rPr>
              <a:t>"Hypertensive emergency" (severe HTN WITH acute end-organ damage) is unchanged: ICU, staged BP lowering, parenteral antihypertensives.</a:t>
            </a:r>
          </a:p>
          <a:p>
            <a:pPr>
              <a:spcAft>
                <a:spcPts val="400"/>
              </a:spcAft>
            </a:pPr>
            <a:r>
              <a:rPr sz="1700" b="1">
                <a:solidFill>
                  <a:srgbClr val="0E6E8C"/>
                </a:solidFill>
                <a:latin typeface="Calibri"/>
              </a:rPr>
              <a:t>•  </a:t>
            </a:r>
            <a:r>
              <a:rPr sz="1700" b="0">
                <a:solidFill>
                  <a:srgbClr val="555555"/>
                </a:solidFill>
                <a:latin typeface="Calibri"/>
              </a:rPr>
              <a:t>BP diagnosis/treatment threshold remains 130/80 (2017 reaffirmed); the standing pathophysiology and drug teaching in this talk are still current.</a:t>
            </a:r>
          </a:p>
          <a:p>
            <a:pPr>
              <a:spcAft>
                <a:spcPts val="0"/>
              </a:spcAft>
            </a:pPr>
            <a:r>
              <a:rPr sz="1300" b="0">
                <a:solidFill>
                  <a:srgbClr val="555555"/>
                </a:solidFill>
                <a:latin typeface="Calibri"/>
              </a:rPr>
              <a:t>Source: 2025 AHA/ACC Hypertension Guideline (Circulation/Hypertension 2025).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2000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lIns="300000" wrap="square"/>
          <a:lstStyle/>
          <a:p>
            <a:pPr algn="ctr"/>
            <a:r>
              <a:rPr sz="3000" b="1">
                <a:solidFill>
                  <a:srgbClr val="FFFFFF"/>
                </a:solidFill>
                <a:latin typeface="Calibri"/>
              </a:rPr>
              <a:t>Take-Home Points</a:t>
            </a:r>
          </a:p>
        </p:txBody>
      </p:sp>
      <p:sp>
        <p:nvSpPr>
          <p:cNvPr id="3" name="TextBox 2"/>
          <p:cNvSpPr txBox="1"/>
          <p:nvPr/>
        </p:nvSpPr>
        <p:spPr>
          <a:xfrm>
            <a:off x="500000" y="820000"/>
            <a:ext cx="11192000" cy="5738000"/>
          </a:xfrm>
          <a:prstGeom prst="rect">
            <a:avLst/>
          </a:prstGeom>
          <a:noFill/>
        </p:spPr>
        <p:txBody>
          <a:bodyPr wrap="square">
            <a:spAutoFit/>
          </a:bodyPr>
          <a:lstStyle/>
          <a:p>
            <a:pPr>
              <a:spcAft>
                <a:spcPts val="1000"/>
              </a:spcAft>
            </a:pPr>
            <a:r>
              <a:rPr sz="1900" b="1">
                <a:solidFill>
                  <a:srgbClr val="0E6E8C"/>
                </a:solidFill>
                <a:latin typeface="Calibri"/>
              </a:rPr>
              <a:t>•  </a:t>
            </a:r>
            <a:r>
              <a:rPr sz="1900" b="1">
                <a:solidFill>
                  <a:srgbClr val="222222"/>
                </a:solidFill>
                <a:latin typeface="Calibri"/>
              </a:rPr>
              <a:t>Hypertensive EMERGENCY = severe HTN (BP &gt;180/120) WITH acute end-organ damage; the end-organ damage — not the BP number — defines it.</a:t>
            </a:r>
          </a:p>
          <a:p>
            <a:pPr>
              <a:spcAft>
                <a:spcPts val="1000"/>
              </a:spcAft>
            </a:pPr>
            <a:r>
              <a:rPr sz="1800" b="1">
                <a:solidFill>
                  <a:srgbClr val="0E6E8C"/>
                </a:solidFill>
                <a:latin typeface="Calibri"/>
              </a:rPr>
              <a:t>•  </a:t>
            </a:r>
            <a:r>
              <a:rPr sz="1800" b="0">
                <a:solidFill>
                  <a:srgbClr val="222222"/>
                </a:solidFill>
                <a:latin typeface="Calibri"/>
              </a:rPr>
              <a:t>Screen three organ systems: CNS (encephalopathy, ICH/SAH, ischemic stroke), cardiac (acute LV failure, ACS, aortic dissection), renal (rapidly rising Cr ± low UOP).</a:t>
            </a:r>
          </a:p>
          <a:p>
            <a:pPr>
              <a:spcAft>
                <a:spcPts val="1000"/>
              </a:spcAft>
            </a:pPr>
            <a:r>
              <a:rPr sz="1800" b="1">
                <a:solidFill>
                  <a:srgbClr val="0E6E8C"/>
                </a:solidFill>
                <a:latin typeface="Calibri"/>
              </a:rPr>
              <a:t>•  </a:t>
            </a:r>
            <a:r>
              <a:rPr sz="1800" b="0">
                <a:solidFill>
                  <a:srgbClr val="222222"/>
                </a:solidFill>
                <a:latin typeface="Calibri"/>
              </a:rPr>
              <a:t>Goal is to PREVENT further organ damage, not normalize BP: lower SBP ≤25% in hour 1 → 160/100 by 2–6 h → normal over 24–48 h. ICU + IV agents.</a:t>
            </a:r>
          </a:p>
          <a:p>
            <a:pPr>
              <a:spcAft>
                <a:spcPts val="1000"/>
              </a:spcAft>
            </a:pPr>
            <a:r>
              <a:rPr sz="1800" b="1">
                <a:solidFill>
                  <a:srgbClr val="0E6E8C"/>
                </a:solidFill>
                <a:latin typeface="Calibri"/>
              </a:rPr>
              <a:t>•  </a:t>
            </a:r>
            <a:r>
              <a:rPr sz="1800" b="0">
                <a:solidFill>
                  <a:srgbClr val="222222"/>
                </a:solidFill>
                <a:latin typeface="Calibri"/>
              </a:rPr>
              <a:t>Exceptions need faster, deeper lowering: aortic dissection (HR 60 first with β-blocker, then SBP &lt;120 ASAP), ICH/SAH (SBP &lt;140), eclampsia. Stroke: permissive HTN unless &gt;220/120, or &lt;185/110 before tPA.</a:t>
            </a:r>
          </a:p>
          <a:p>
            <a:pPr>
              <a:spcAft>
                <a:spcPts val="600"/>
              </a:spcAft>
            </a:pPr>
            <a:r>
              <a:rPr sz="1800" b="1">
                <a:solidFill>
                  <a:srgbClr val="0E6E8C"/>
                </a:solidFill>
                <a:latin typeface="Calibri"/>
              </a:rPr>
              <a:t>•  </a:t>
            </a:r>
            <a:r>
              <a:rPr sz="1800" b="0">
                <a:solidFill>
                  <a:srgbClr val="222222"/>
                </a:solidFill>
                <a:latin typeface="Calibri"/>
              </a:rPr>
              <a:t>Match drug to scenario: nicardipine (stroke, pregnancy), nitroglycerin (ACS/pulmonary edema), labetalol/esmolol (dissection), phentolamine (catecholamine excess); avoid β-blockers in pheochromocytoma crisis (unopposed α) and in acute LV failure.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2000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lIns="300000" wrap="square"/>
          <a:lstStyle/>
          <a:p>
            <a:pPr algn="ctr"/>
            <a:r>
              <a:rPr sz="3000" b="1">
                <a:solidFill>
                  <a:srgbClr val="FFFFFF"/>
                </a:solidFill>
                <a:latin typeface="Calibri"/>
              </a:rPr>
              <a:t>Attribution &amp; Optimization Notes</a:t>
            </a:r>
          </a:p>
        </p:txBody>
      </p:sp>
      <p:sp>
        <p:nvSpPr>
          <p:cNvPr id="3" name="TextBox 2"/>
          <p:cNvSpPr txBox="1"/>
          <p:nvPr/>
        </p:nvSpPr>
        <p:spPr>
          <a:xfrm>
            <a:off x="500000" y="820000"/>
            <a:ext cx="11192000" cy="5738000"/>
          </a:xfrm>
          <a:prstGeom prst="rect">
            <a:avLst/>
          </a:prstGeom>
          <a:noFill/>
        </p:spPr>
        <p:txBody>
          <a:bodyPr wrap="square">
            <a:spAutoFit/>
          </a:bodyPr>
          <a:lstStyle/>
          <a:p>
            <a:pPr>
              <a:spcAft>
                <a:spcPts val="800"/>
              </a:spcAft>
            </a:pPr>
            <a:r>
              <a:rPr sz="1600" b="1">
                <a:solidFill>
                  <a:srgbClr val="0E6E8C"/>
                </a:solidFill>
                <a:latin typeface="Calibri"/>
              </a:rPr>
              <a:t>•  </a:t>
            </a:r>
            <a:r>
              <a:rPr sz="1600" b="1">
                <a:solidFill>
                  <a:srgbClr val="222222"/>
                </a:solidFill>
                <a:latin typeface="Calibri"/>
              </a:rPr>
              <a:t>Original: "Hypertensive Emergency," TeachIM.org — Sarah Slaven, Christine Sailer, Yilin Zhang MD. Published September 2021.</a:t>
            </a:r>
          </a:p>
          <a:p>
            <a:pPr>
              <a:spcAft>
                <a:spcPts val="800"/>
              </a:spcAft>
            </a:pPr>
            <a:r>
              <a:rPr sz="1500" b="1">
                <a:solidFill>
                  <a:srgbClr val="0E6E8C"/>
                </a:solidFill>
                <a:latin typeface="Calibri"/>
              </a:rPr>
              <a:t>•  </a:t>
            </a:r>
            <a:r>
              <a:rPr sz="1500" b="0">
                <a:solidFill>
                  <a:srgbClr val="222222"/>
                </a:solidFill>
                <a:latin typeface="Calibri"/>
              </a:rPr>
              <a:t>Source URL: teachim.org/teaching_material/htn-emergency/</a:t>
            </a:r>
          </a:p>
          <a:p>
            <a:pPr>
              <a:spcAft>
                <a:spcPts val="800"/>
              </a:spcAft>
            </a:pPr>
            <a:r>
              <a:rPr sz="1500" b="1">
                <a:solidFill>
                  <a:srgbClr val="0E6E8C"/>
                </a:solidFill>
                <a:latin typeface="Calibri"/>
              </a:rPr>
              <a:t>•  </a:t>
            </a:r>
            <a:r>
              <a:rPr sz="1500" b="0">
                <a:solidFill>
                  <a:srgbClr val="222222"/>
                </a:solidFill>
                <a:latin typeface="Calibri"/>
              </a:rPr>
              <a:t>License: Creative Commons Attribution-NonCommercial 4.0 International (CC BY-NC 4.0). Educational use only; not medical advice.</a:t>
            </a:r>
          </a:p>
          <a:p>
            <a:pPr>
              <a:spcAft>
                <a:spcPts val="800"/>
              </a:spcAft>
            </a:pPr>
            <a:r>
              <a:rPr sz="1600" b="1">
                <a:solidFill>
                  <a:srgbClr val="0E6E8C"/>
                </a:solidFill>
                <a:latin typeface="Calibri"/>
              </a:rPr>
              <a:t>•  </a:t>
            </a:r>
            <a:r>
              <a:rPr sz="1600" b="0">
                <a:solidFill>
                  <a:srgbClr val="222222"/>
                </a:solidFill>
                <a:latin typeface="Calibri"/>
              </a:rPr>
              <a:t>Corrections (this copy): drug-name spelling "Fenoldapam"/"fendolapam" → "Fenoldopam" (correct INN, dopamine-1 agonist) on slides 4, 6, 7.</a:t>
            </a:r>
          </a:p>
          <a:p>
            <a:pPr>
              <a:spcAft>
                <a:spcPts val="800"/>
              </a:spcAft>
            </a:pPr>
            <a:r>
              <a:rPr sz="1600" b="1">
                <a:solidFill>
                  <a:srgbClr val="0E6E8C"/>
                </a:solidFill>
                <a:latin typeface="Calibri"/>
              </a:rPr>
              <a:t>•  </a:t>
            </a:r>
            <a:r>
              <a:rPr sz="1600" b="0">
                <a:solidFill>
                  <a:srgbClr val="222222"/>
                </a:solidFill>
                <a:latin typeface="Calibri"/>
              </a:rPr>
              <a:t>Added context: 2025 AHA/ACC terminology update slide ("hypertensive urgency" → "severe HTN without acute target-organ damage"); standing teaching verified current.</a:t>
            </a:r>
          </a:p>
          <a:p>
            <a:pPr>
              <a:spcAft>
                <a:spcPts val="0"/>
              </a:spcAft>
            </a:pPr>
            <a:r>
              <a:rPr sz="1400" b="1">
                <a:solidFill>
                  <a:srgbClr val="0E6E8C"/>
                </a:solidFill>
                <a:latin typeface="Calibri"/>
              </a:rPr>
              <a:t>•  </a:t>
            </a:r>
            <a:r>
              <a:rPr sz="1400" b="0">
                <a:solidFill>
                  <a:srgbClr val="555555"/>
                </a:solidFill>
                <a:latin typeface="Calibri"/>
              </a:rPr>
              <a:t>All original animated slides and graphics preserved; content appended only. Optimized 2026-06-10. Clinical content should be clinician-reviewed before teaching.</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13312</TotalTime>
  <Words>1322</Words>
  <Application>Microsoft Office PowerPoint</Application>
  <PresentationFormat>Widescreen</PresentationFormat>
  <Paragraphs>287</Paragraphs>
  <Slides>8</Slides>
  <Notes>8</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Yilin Zhang</dc:creator>
  <cp:lastModifiedBy>Yilin Zhang</cp:lastModifiedBy>
  <cp:revision>536</cp:revision>
  <dcterms:created xsi:type="dcterms:W3CDTF">2021-01-22T20:06:21Z</dcterms:created>
  <dcterms:modified xsi:type="dcterms:W3CDTF">2022-06-09T18:36:53Z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0x01010077E30C4E436C8C4FA6DED817C8F57B24</vt:lpwstr>
  </property>
</Properties>
</file>