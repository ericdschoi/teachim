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2011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Alcohol Withdrawal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72865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 i="0">
                <a:solidFill>
                  <a:srgbClr val="CDE9F2"/>
                </a:solidFill>
                <a:latin typeface="Calibri"/>
              </a:rPr>
              <a:t>Inpatient management for IM residents — predict, treat, escalate,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08192"/>
            <a:ext cx="1072865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Built June 2026 · ASAM 2020 · CIWA-Ar · PAWSS · Phenobarbital evidence · Educational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1 — Predict &amp; place on the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PAWSS on admission; know the clock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3383188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383188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Onset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388" y="1143000"/>
            <a:ext cx="7894106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388" y="1143000"/>
            <a:ext cx="7894106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Syndrome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3383188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3383188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6–24 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388" y="1600200"/>
            <a:ext cx="7894106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388" y="1600200"/>
            <a:ext cx="7894106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Minor: tremor, anxiety, ↑HR/BP, diaphoresis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99182"/>
            <a:ext cx="3383188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99182"/>
            <a:ext cx="3383188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12–48 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388" y="2599182"/>
            <a:ext cx="7894106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388" y="2599182"/>
            <a:ext cx="7894106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Withdrawal seizures (generalized tonic-clonic)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98164"/>
            <a:ext cx="3383188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98164"/>
            <a:ext cx="3383188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12–48 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388" y="3598164"/>
            <a:ext cx="7894106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388" y="3598164"/>
            <a:ext cx="7894106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Alcoholic hallucinosis (CLEAR sensorium)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97146"/>
            <a:ext cx="3383188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597146"/>
            <a:ext cx="3383188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48–96 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388" y="4597146"/>
            <a:ext cx="7894106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388" y="4597146"/>
            <a:ext cx="7894106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Delirium tremens (confusion + autonomic storm)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Hallucinosis = clear sensorium + normal vitals. DTs = altered sensorium + autonomic instability.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2 — Benzodiazepines first-line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Symptom-triggered, fixed, or front-loaded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4480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Benzodiazepines reduce seizures and DTs — first-line (ASAM)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Symptom-triggered (CIWA-Ar): less total drug, shorter treatment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Front-load a long-acting benzo for high-risk/severe presentations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Long-acting (diazepam/chlordiazepoxide) self-tapers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 i="0">
                <a:solidFill>
                  <a:srgbClr val="0E6E8C"/>
                </a:solidFill>
                <a:latin typeface="Calibri"/>
              </a:rPr>
              <a:t>     –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Use lorazepam in significant liver disease (no active metabolites)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CIWA-Ar is INVALID if the patient can't be assessed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A high CIWA in a non-communicative patient is noise — switch to fixed/front-loaded/phenobarbital.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3 — Severe / refractory: phenobarbital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For benzodiazepine-resistant or severe withdrawal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059826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4059826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Escalation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17026" y="1143000"/>
            <a:ext cx="7217468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026" y="1143000"/>
            <a:ext cx="7217468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4059826" cy="1331976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4059826" cy="133197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Phenobarbital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7026" y="1600200"/>
            <a:ext cx="7217468" cy="1331976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026" y="1600200"/>
            <a:ext cx="7217468" cy="133197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Severe/refractory; long half-life, self-tapering; GABA + glutamate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32176"/>
            <a:ext cx="4059826" cy="13319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32176"/>
            <a:ext cx="4059826" cy="133197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Dexmedetomidine / propofol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17026" y="2932176"/>
            <a:ext cx="7217468" cy="13319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026" y="2932176"/>
            <a:ext cx="7217468" cy="133197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ICU adjuncts — do NOT prevent seizures alone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64152"/>
            <a:ext cx="4059826" cy="1331976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264152"/>
            <a:ext cx="4059826" cy="133197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ICU transfer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17026" y="4264152"/>
            <a:ext cx="7217468" cy="1331976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026" y="4264152"/>
            <a:ext cx="7217468" cy="133197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DTs, airway risk, escalating requirements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Adjuncts treat autonomics/agitation but not seizures — keep a GABAergic agent on 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Support — vitamins &amp; the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4480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THIAMINE before glucose — dextrose first can precipitate Wernicke's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Replete magnesium, potassium, phosphate (Mg supports seizure threshold)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Screen for infection, GI bleed, head injury, pancreatitis, liver disease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Treat the alcohol use disorder: naltrexone/acamprosate + linkage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Thiamine is cheap and safe — give it generously and early in malnourished drinkers.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What to avoid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501487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50148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501487" cy="4023360"/>
          </a:xfrm>
          <a:prstGeom prst="rect">
            <a:avLst/>
          </a:prstGeom>
          <a:solidFill>
            <a:srgbClr val="F7FAFC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9928"/>
            <a:ext cx="5282031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Risk-stratify with PAWSS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Thiamine before glucose; replete Mg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Phenobarbital for benzo-resistant/severe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Keep a GABAergic agent on 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143000"/>
            <a:ext cx="5501487" cy="45720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3007" y="1143000"/>
            <a:ext cx="550148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AVOID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600200"/>
            <a:ext cx="5501487" cy="4023360"/>
          </a:xfrm>
          <a:prstGeom prst="rect">
            <a:avLst/>
          </a:prstGeom>
          <a:solidFill>
            <a:srgbClr val="F7FAFC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2735" y="1709928"/>
            <a:ext cx="5282031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Dosing off CIWA in an unassessable patient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Clonidine/dexmed/antipsychotic alone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Glucose before thiamine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Undertreating — DTs carry real mortality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The two classic errors: glucose-before-thiamine and titrating off an invalid CIWA.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Take-home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5394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PAWSS to predict; seizures 12–48 h, DTs 48–96 h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Benzodiazepines first-line; symptom-triggered when CIWA is valid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Phenobarbital for severe/benzo-resistant withdrawal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Adjuncts don't prevent seizures — keep GABAergic coverage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Thiamine before glucose; replete Mg; link to AUD treatment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