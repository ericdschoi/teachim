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Acute GI Bleeding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Upper &amp; lower — resuscitate, transfuse right, localize,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ACG UGIB 2021 / LGIB 2016 · Villanueva NEJM 2013 · AASLD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Resuscitate &amp; localize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Stabilize before you scope; the first Hb 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07478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7478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1982" y="1143000"/>
            <a:ext cx="620251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1982" y="1143000"/>
            <a:ext cx="620251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Points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07478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07478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Hematemesis / coffee-ground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1982" y="1600200"/>
            <a:ext cx="620251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1982" y="1600200"/>
            <a:ext cx="620251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Upper (above ligament of Treitz)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99385"/>
            <a:ext cx="5074782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99385"/>
            <a:ext cx="507478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Melena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1982" y="2399385"/>
            <a:ext cx="6202512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1982" y="2399385"/>
            <a:ext cx="620251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Usually upper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8570"/>
            <a:ext cx="507478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8570"/>
            <a:ext cx="507478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BUN:Cr &gt; 30 (no renal cause)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1982" y="3198570"/>
            <a:ext cx="620251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1982" y="3198570"/>
            <a:ext cx="620251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Upper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97755"/>
            <a:ext cx="5074782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97755"/>
            <a:ext cx="507478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Hematochezia + unstable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1982" y="3997755"/>
            <a:ext cx="6202512" cy="799185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1982" y="3997755"/>
            <a:ext cx="620251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Brisk upper bleed until proven otherwise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96940"/>
            <a:ext cx="507478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96940"/>
            <a:ext cx="507478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Hematochezia + stable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1982" y="4796940"/>
            <a:ext cx="6202512" cy="799185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1982" y="4796940"/>
            <a:ext cx="6202512" cy="79918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Lower (diverticular, angioectasia)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 normal initial hemoglobin does not exclude a major bleed — resuscitate to vitals.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Transfuse restrictively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Hb 7 target — Villanueva NEJM 2013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Restrictive threshold Hb 7 g/dL (target 7–9) — better survival than liberal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Higher threshold ~8 only with ACS or significant cardiovascular disease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Variceal bleeding: restrictive is especially important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0E6E8C"/>
                </a:solidFill>
                <a:latin typeface="Calibri"/>
              </a:rPr>
              <a:t>     –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Do NOT over-transfuse plasma/platelets in varices — raises portal pressure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Correct coagulopathy judiciously; don't delay endoscopy for a perfect INR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'Topping up' to a normal hemoglobin increases rebleeding and death.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Risk-stratify &amp; prep the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Glasgow-Blatchford + pre-endoscopy meds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834280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834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1480" y="1143000"/>
            <a:ext cx="744301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1480" y="1143000"/>
            <a:ext cx="744301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83428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Glasgow-Blatchford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480" y="1600200"/>
            <a:ext cx="744301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1480" y="1600200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0–1 = very low risk → consider outpatient endoscopy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83428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IV PPI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1480" y="2599182"/>
            <a:ext cx="744301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1480" y="2599182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Suspected ulcer/UGIB — start before endoscopy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83428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IV erythromycin 250 mg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1480" y="3598164"/>
            <a:ext cx="744301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1480" y="3598164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~20–90 min pre-scope — clears stomach, better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83428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Endoscopy timing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1480" y="4597146"/>
            <a:ext cx="744301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1480" y="4597146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Within 24 h after resuscitation (not &lt;12 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Resuscitate first — very early endoscopy in an unstable patient can worsen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variceal pathway — treat it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Suspect with cirrhosis / portal hypertension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Start octreotide — lowers portal pressure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Start prophylactic antibiotics (ceftriaxone) — reduces mortality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Endoscopic band ligation is first-line definitive therapy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Balloon tamponade or TIPS as rescue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Keep transfusion restrictive (avoid raising portal pressure)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Antibiotics in variceal bleeding are a mortality intervention, not an afterthought.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Lower GI bleed &amp; 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LGIB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Most stop spontaneously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Causes: diverticulosis, angioectasia, post-polypectomy, colitis, hemorrhoids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Stable: colonoscopy after prep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Ongoing brisk: CT angiography ± embolization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Unstable: rule out upper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Liberal transfusion (target stays 7–9)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'Emergent' &lt;12 h scope if under-resuscitated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Withholding scope to chase a normal INR/platelets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Anchoring on 'lower' when hematochezia + unstable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Unstable hematochezia → upper endoscopy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Resuscitate to vitals; the first hemoglobin lags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Restrictive transfusion to Hb 7 (8 with ACS/CVD)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Glasgow-Blatchford 0–1 → outpatient; IV PPI/erythromycin pre-scope; endoscopy ≤24 h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Variceal: octreotide + antibiotics + band ligation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Unstable hematochezia is an upper bleed until proven otherwise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